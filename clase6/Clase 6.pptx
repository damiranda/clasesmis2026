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83"/>
  </p:notesMasterIdLst>
  <p:handoutMasterIdLst>
    <p:handoutMasterId r:id="rId84"/>
  </p:handoutMasterIdLst>
  <p:sldIdLst>
    <p:sldId id="361" r:id="rId2"/>
    <p:sldId id="329" r:id="rId3"/>
    <p:sldId id="366" r:id="rId4"/>
    <p:sldId id="477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376" r:id="rId14"/>
    <p:sldId id="380" r:id="rId15"/>
    <p:sldId id="384" r:id="rId16"/>
    <p:sldId id="386" r:id="rId17"/>
    <p:sldId id="387" r:id="rId18"/>
    <p:sldId id="388" r:id="rId19"/>
    <p:sldId id="390" r:id="rId20"/>
    <p:sldId id="474" r:id="rId21"/>
    <p:sldId id="475" r:id="rId22"/>
    <p:sldId id="392" r:id="rId23"/>
    <p:sldId id="393" r:id="rId24"/>
    <p:sldId id="396" r:id="rId25"/>
    <p:sldId id="397" r:id="rId26"/>
    <p:sldId id="398" r:id="rId27"/>
    <p:sldId id="399" r:id="rId28"/>
    <p:sldId id="400" r:id="rId29"/>
    <p:sldId id="401" r:id="rId30"/>
    <p:sldId id="402" r:id="rId31"/>
    <p:sldId id="410" r:id="rId32"/>
    <p:sldId id="411" r:id="rId33"/>
    <p:sldId id="412" r:id="rId34"/>
    <p:sldId id="413" r:id="rId35"/>
    <p:sldId id="415" r:id="rId36"/>
    <p:sldId id="416" r:id="rId37"/>
    <p:sldId id="418" r:id="rId38"/>
    <p:sldId id="419" r:id="rId39"/>
    <p:sldId id="420" r:id="rId40"/>
    <p:sldId id="421" r:id="rId41"/>
    <p:sldId id="422" r:id="rId42"/>
    <p:sldId id="423" r:id="rId43"/>
    <p:sldId id="427" r:id="rId44"/>
    <p:sldId id="426" r:id="rId45"/>
    <p:sldId id="428" r:id="rId46"/>
    <p:sldId id="431" r:id="rId47"/>
    <p:sldId id="432" r:id="rId48"/>
    <p:sldId id="433" r:id="rId49"/>
    <p:sldId id="434" r:id="rId50"/>
    <p:sldId id="436" r:id="rId51"/>
    <p:sldId id="438" r:id="rId52"/>
    <p:sldId id="441" r:id="rId53"/>
    <p:sldId id="442" r:id="rId54"/>
    <p:sldId id="443" r:id="rId55"/>
    <p:sldId id="444" r:id="rId56"/>
    <p:sldId id="445" r:id="rId57"/>
    <p:sldId id="446" r:id="rId58"/>
    <p:sldId id="447" r:id="rId59"/>
    <p:sldId id="448" r:id="rId60"/>
    <p:sldId id="449" r:id="rId61"/>
    <p:sldId id="450" r:id="rId62"/>
    <p:sldId id="451" r:id="rId63"/>
    <p:sldId id="452" r:id="rId64"/>
    <p:sldId id="291" r:id="rId65"/>
    <p:sldId id="453" r:id="rId66"/>
    <p:sldId id="454" r:id="rId67"/>
    <p:sldId id="455" r:id="rId68"/>
    <p:sldId id="456" r:id="rId69"/>
    <p:sldId id="457" r:id="rId70"/>
    <p:sldId id="458" r:id="rId71"/>
    <p:sldId id="459" r:id="rId72"/>
    <p:sldId id="460" r:id="rId73"/>
    <p:sldId id="470" r:id="rId74"/>
    <p:sldId id="461" r:id="rId75"/>
    <p:sldId id="462" r:id="rId76"/>
    <p:sldId id="463" r:id="rId77"/>
    <p:sldId id="464" r:id="rId78"/>
    <p:sldId id="465" r:id="rId79"/>
    <p:sldId id="466" r:id="rId80"/>
    <p:sldId id="467" r:id="rId81"/>
    <p:sldId id="468" r:id="rId8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95" autoAdjust="0"/>
    <p:restoredTop sz="86447" autoAdjust="0"/>
  </p:normalViewPr>
  <p:slideViewPr>
    <p:cSldViewPr snapToGrid="0">
      <p:cViewPr varScale="1">
        <p:scale>
          <a:sx n="92" d="100"/>
          <a:sy n="92" d="100"/>
        </p:scale>
        <p:origin x="40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155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240F638-B01D-8841-8752-F6479F6F86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CEB182F-E5A0-8E41-99DC-648B94B2EF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80C3C-5D2C-E640-8B38-AAD308906CB0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2811F0-BD63-F343-BB9C-C1A1131B9D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C86193-8960-5E4A-A4D0-C7379A0BE6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06F0A-0ABE-A04C-8D48-4F865D3294F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93319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9D5DF-852B-4C6C-9BF8-B98038E44A34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AC4F4-9892-412E-A3F6-6E7C247CFC02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1677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1275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2244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079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81039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992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3162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8866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8082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4799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3103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652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62317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9238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9996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1687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40372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54354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7382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44984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03256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62647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400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111223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31931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17976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42629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31109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29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34526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31354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262790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59942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37991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54436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43099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09050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03798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75642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39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19922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40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86064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41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30930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42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35680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43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71546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44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55997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45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74451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46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021973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47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964599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48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41120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49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268093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50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929932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51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580178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52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75612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53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021381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54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29718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55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662744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56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738888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57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967470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58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657875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59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794821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60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785810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61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018393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62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868474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63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659093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¿Cuándo</a:t>
            </a:r>
            <a:r>
              <a:rPr lang="es-ES" baseline="0" dirty="0"/>
              <a:t> algo / alguien es confiable?</a:t>
            </a:r>
          </a:p>
          <a:p>
            <a:r>
              <a:rPr lang="es-ES" baseline="0" dirty="0"/>
              <a:t>¿Cuándo algo / alguien no es confiable?</a:t>
            </a:r>
          </a:p>
          <a:p>
            <a:endParaRPr lang="es-ES" baseline="0" dirty="0"/>
          </a:p>
          <a:p>
            <a:r>
              <a:rPr lang="es-ES" baseline="0" dirty="0"/>
              <a:t>¿Cuándo una medición es confiable?</a:t>
            </a:r>
          </a:p>
          <a:p>
            <a:endParaRPr lang="es-ES" baseline="0" dirty="0"/>
          </a:p>
          <a:p>
            <a:r>
              <a:rPr lang="es-ES" baseline="0" dirty="0"/>
              <a:t>Mientras mayor es la proporción de la varianza atribuida a varianza verdadera, más confiable es el test</a:t>
            </a:r>
          </a:p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91C22-7912-4C5B-9E53-7E97D32A1DCB}" type="slidenum">
              <a:rPr lang="es-ES" smtClean="0"/>
              <a:pPr/>
              <a:t>64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687456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65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7424835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66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332552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67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78415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68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55322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69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407448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70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6819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71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4959298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72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02935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73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158414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74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424258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75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248062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AC4F4-9892-412E-A3F6-6E7C247CFC02}" type="slidenum">
              <a:rPr lang="es-CL" smtClean="0"/>
              <a:t>78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6881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10383-8798-C147-9087-2C632DBF9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D2E27A-62C2-8249-B7C8-F5AFB8DF3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835861-C73B-8E44-B363-387CC292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91437-8323-46F6-A8C9-BB57F8AF7058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E416E3-1705-364B-846C-B4342B4E0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0B2CA8-7444-EE41-ACF7-E36A7420E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40DE-4A9B-44D6-B783-A1752EFF8E6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448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08B35-093E-0A45-AB89-4D64CF2D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F6DCC5-004E-F641-B5CC-881737D39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EB1F9F-594A-4240-8F43-5F8FE15B7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91437-8323-46F6-A8C9-BB57F8AF7058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FB3A69-67FB-A941-9EAF-713024E9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AF6DC5-C394-D247-BBBF-60E077D3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40DE-4A9B-44D6-B783-A1752EFF8E6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018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A6779-F141-B948-96D1-23D17E523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0398DD-1BEF-6243-A770-1F4EEAF5A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0E4989-C75D-7448-A9A8-D8153A6F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91437-8323-46F6-A8C9-BB57F8AF7058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611695-A8A4-144F-853C-DD1CD54C8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E0125F-B91E-2844-998C-2FE0ED99C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40DE-4A9B-44D6-B783-A1752EFF8E6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0328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F71B1-244D-C149-AC94-CBA7E98B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AF9BBE-28E6-0E40-A98C-7F5A8F04B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0F653A-2FA7-2C47-B609-DE0EE4953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FBC806-AF16-8F4A-9A5C-8B8C1C438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91437-8323-46F6-A8C9-BB57F8AF7058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5CAA5B-333B-2644-90C0-99269F79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BCA489-A893-754B-A655-73B82DA7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40DE-4A9B-44D6-B783-A1752EFF8E6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2810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6F289-3F87-A54D-B23D-D7C2EDEF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BFAB1B-57F9-8744-99F2-C5D20FF98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961CC7-A8B2-B041-8BE7-18B4036DC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5397CD7-296D-3F43-BDE3-C867A94ADA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00B06B1-9B94-0341-BEB6-6CEA90994B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E6AFE1A-7D59-AE48-AA34-6EF3ED642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91437-8323-46F6-A8C9-BB57F8AF7058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25AC412-931C-364F-974D-DE237F215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DA6B600-122F-7741-BBAC-57EF3A64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40DE-4A9B-44D6-B783-A1752EFF8E6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328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C1EAE-62F4-1E43-8289-19C2E803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D21ED48-296C-4D49-92A0-D7B1BFCF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91437-8323-46F6-A8C9-BB57F8AF7058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C1C5D39-F644-9244-B201-56644FDE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4453E2-B15A-1D44-AF3C-D8E3589B8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40DE-4A9B-44D6-B783-A1752EFF8E6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0666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3A8B83-7D1B-4C44-B9C5-CF3E4F6C1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0967D-43C0-47EC-BD75-AA9F12496982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C53CCC-D49D-4142-B307-A7CD3C907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34DB75-1073-2C4F-8264-4FA0E845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30982-0373-42B6-BFF3-DCE8A264F7B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40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7E21C-0FEC-AA42-830F-E4BE01F2C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E17018-D569-C44B-9C0C-857667142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85ABA5-3257-014D-9CB9-A95566E6E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DD653C-9E39-5C4C-9DA6-4B7F0C3F1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91437-8323-46F6-A8C9-BB57F8AF7058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5E1061-65AB-2B4E-B849-F1BCECE56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1A1491-D61F-E641-B77C-30C78EB9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40DE-4A9B-44D6-B783-A1752EFF8E6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330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660C65-4C36-3B48-AE39-C6AC16C2B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2FE0194-254C-0D40-B20E-634128C7E5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176EE9-DB1A-9D40-9B79-07691269A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8FE7ED-8063-A04F-8249-A0716969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91437-8323-46F6-A8C9-BB57F8AF7058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1E5D98-CD8B-DA44-BB9E-A78244FED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A6B4DC-25E4-7D4E-A15D-60A835D16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40DE-4A9B-44D6-B783-A1752EFF8E6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064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254F6-2400-DB41-8FB9-CAC3EF469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ED21DC-D4D0-264C-85D4-7C28BA08D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1A703B-1FAE-1F49-ACC0-537B6E44C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91437-8323-46F6-A8C9-BB57F8AF7058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BD83EF-8A3C-8C4B-B28E-C0B8E5D3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A96596-1677-7445-9FA3-07695944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40DE-4A9B-44D6-B783-A1752EFF8E6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621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EFD1BE-1E5C-1245-926A-93F0B8324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9620A4-94BF-E548-8D68-08F8905EA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8510AC-2F9E-6F4E-8B86-2D47C975D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91437-8323-46F6-A8C9-BB57F8AF7058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8CE44E-1FC9-B242-A23B-916A160C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4792C-7CED-E249-9B67-A79811E8A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540DE-4A9B-44D6-B783-A1752EFF8E6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9102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2406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647533" y="978257"/>
            <a:ext cx="2896932" cy="6214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87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07297" y="4284598"/>
            <a:ext cx="10577407" cy="5962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5" b="0" i="0">
                <a:solidFill>
                  <a:srgbClr val="7C859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040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5" b="0" i="0">
                <a:solidFill>
                  <a:srgbClr val="CE1F1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5106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5" b="0" i="0">
                <a:solidFill>
                  <a:srgbClr val="CE1F1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66998" y="2087652"/>
            <a:ext cx="4520590" cy="289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92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34348" y="2176545"/>
            <a:ext cx="5205668" cy="634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78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901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C082B4-2D01-DC46-9BB0-B4E875F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52D246-DF28-FC4F-B24D-23863EE64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A082C5-9AF1-F444-9A43-BF2310427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91437-8323-46F6-A8C9-BB57F8AF7058}" type="datetimeFigureOut">
              <a:rPr lang="es-CL" smtClean="0"/>
              <a:t>21-04-26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0472CD-F014-3F45-BE4C-3AE56FE62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919291-3530-0045-A8C6-A11D0CCE1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540DE-4A9B-44D6-B783-A1752EFF8E6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3708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0.png"/><Relationship Id="rId21" Type="http://schemas.openxmlformats.org/officeDocument/2006/relationships/image" Target="../media/image25.png"/><Relationship Id="rId42" Type="http://schemas.openxmlformats.org/officeDocument/2006/relationships/image" Target="../media/image46.png"/><Relationship Id="rId47" Type="http://schemas.openxmlformats.org/officeDocument/2006/relationships/image" Target="../media/image51.png"/><Relationship Id="rId63" Type="http://schemas.openxmlformats.org/officeDocument/2006/relationships/image" Target="../media/image67.png"/><Relationship Id="rId68" Type="http://schemas.openxmlformats.org/officeDocument/2006/relationships/image" Target="../media/image72.png"/><Relationship Id="rId84" Type="http://schemas.openxmlformats.org/officeDocument/2006/relationships/image" Target="../media/image88.png"/><Relationship Id="rId89" Type="http://schemas.openxmlformats.org/officeDocument/2006/relationships/image" Target="../media/image93.png"/><Relationship Id="rId16" Type="http://schemas.openxmlformats.org/officeDocument/2006/relationships/image" Target="../media/image20.png"/><Relationship Id="rId11" Type="http://schemas.openxmlformats.org/officeDocument/2006/relationships/image" Target="../media/image15.png"/><Relationship Id="rId32" Type="http://schemas.openxmlformats.org/officeDocument/2006/relationships/image" Target="../media/image36.png"/><Relationship Id="rId37" Type="http://schemas.openxmlformats.org/officeDocument/2006/relationships/image" Target="../media/image41.png"/><Relationship Id="rId53" Type="http://schemas.openxmlformats.org/officeDocument/2006/relationships/image" Target="../media/image57.png"/><Relationship Id="rId58" Type="http://schemas.openxmlformats.org/officeDocument/2006/relationships/image" Target="../media/image62.png"/><Relationship Id="rId74" Type="http://schemas.openxmlformats.org/officeDocument/2006/relationships/image" Target="../media/image78.png"/><Relationship Id="rId79" Type="http://schemas.openxmlformats.org/officeDocument/2006/relationships/image" Target="../media/image83.png"/><Relationship Id="rId5" Type="http://schemas.openxmlformats.org/officeDocument/2006/relationships/image" Target="../media/image9.png"/><Relationship Id="rId90" Type="http://schemas.openxmlformats.org/officeDocument/2006/relationships/image" Target="../media/image94.png"/><Relationship Id="rId95" Type="http://schemas.openxmlformats.org/officeDocument/2006/relationships/image" Target="../media/image99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43" Type="http://schemas.openxmlformats.org/officeDocument/2006/relationships/image" Target="../media/image47.png"/><Relationship Id="rId48" Type="http://schemas.openxmlformats.org/officeDocument/2006/relationships/image" Target="../media/image52.png"/><Relationship Id="rId64" Type="http://schemas.openxmlformats.org/officeDocument/2006/relationships/image" Target="../media/image68.png"/><Relationship Id="rId69" Type="http://schemas.openxmlformats.org/officeDocument/2006/relationships/image" Target="../media/image73.png"/><Relationship Id="rId8" Type="http://schemas.openxmlformats.org/officeDocument/2006/relationships/image" Target="../media/image12.png"/><Relationship Id="rId51" Type="http://schemas.openxmlformats.org/officeDocument/2006/relationships/image" Target="../media/image55.png"/><Relationship Id="rId72" Type="http://schemas.openxmlformats.org/officeDocument/2006/relationships/image" Target="../media/image76.png"/><Relationship Id="rId80" Type="http://schemas.openxmlformats.org/officeDocument/2006/relationships/image" Target="../media/image84.png"/><Relationship Id="rId85" Type="http://schemas.openxmlformats.org/officeDocument/2006/relationships/image" Target="../media/image89.png"/><Relationship Id="rId93" Type="http://schemas.openxmlformats.org/officeDocument/2006/relationships/image" Target="../media/image97.png"/><Relationship Id="rId3" Type="http://schemas.openxmlformats.org/officeDocument/2006/relationships/image" Target="../media/image7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38" Type="http://schemas.openxmlformats.org/officeDocument/2006/relationships/image" Target="../media/image42.png"/><Relationship Id="rId46" Type="http://schemas.openxmlformats.org/officeDocument/2006/relationships/image" Target="../media/image50.png"/><Relationship Id="rId59" Type="http://schemas.openxmlformats.org/officeDocument/2006/relationships/image" Target="../media/image63.png"/><Relationship Id="rId67" Type="http://schemas.openxmlformats.org/officeDocument/2006/relationships/image" Target="../media/image71.png"/><Relationship Id="rId20" Type="http://schemas.openxmlformats.org/officeDocument/2006/relationships/image" Target="../media/image24.png"/><Relationship Id="rId41" Type="http://schemas.openxmlformats.org/officeDocument/2006/relationships/image" Target="../media/image45.png"/><Relationship Id="rId54" Type="http://schemas.openxmlformats.org/officeDocument/2006/relationships/image" Target="../media/image58.png"/><Relationship Id="rId62" Type="http://schemas.openxmlformats.org/officeDocument/2006/relationships/image" Target="../media/image66.png"/><Relationship Id="rId70" Type="http://schemas.openxmlformats.org/officeDocument/2006/relationships/image" Target="../media/image74.png"/><Relationship Id="rId75" Type="http://schemas.openxmlformats.org/officeDocument/2006/relationships/image" Target="../media/image79.png"/><Relationship Id="rId83" Type="http://schemas.openxmlformats.org/officeDocument/2006/relationships/image" Target="../media/image87.png"/><Relationship Id="rId88" Type="http://schemas.openxmlformats.org/officeDocument/2006/relationships/image" Target="../media/image92.png"/><Relationship Id="rId91" Type="http://schemas.openxmlformats.org/officeDocument/2006/relationships/image" Target="../media/image95.png"/><Relationship Id="rId96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36" Type="http://schemas.openxmlformats.org/officeDocument/2006/relationships/image" Target="../media/image40.png"/><Relationship Id="rId49" Type="http://schemas.openxmlformats.org/officeDocument/2006/relationships/image" Target="../media/image53.png"/><Relationship Id="rId57" Type="http://schemas.openxmlformats.org/officeDocument/2006/relationships/image" Target="../media/image61.png"/><Relationship Id="rId10" Type="http://schemas.openxmlformats.org/officeDocument/2006/relationships/image" Target="../media/image14.png"/><Relationship Id="rId31" Type="http://schemas.openxmlformats.org/officeDocument/2006/relationships/image" Target="../media/image35.png"/><Relationship Id="rId44" Type="http://schemas.openxmlformats.org/officeDocument/2006/relationships/image" Target="../media/image48.png"/><Relationship Id="rId52" Type="http://schemas.openxmlformats.org/officeDocument/2006/relationships/image" Target="../media/image56.png"/><Relationship Id="rId60" Type="http://schemas.openxmlformats.org/officeDocument/2006/relationships/image" Target="../media/image64.png"/><Relationship Id="rId65" Type="http://schemas.openxmlformats.org/officeDocument/2006/relationships/image" Target="../media/image69.png"/><Relationship Id="rId73" Type="http://schemas.openxmlformats.org/officeDocument/2006/relationships/image" Target="../media/image77.png"/><Relationship Id="rId78" Type="http://schemas.openxmlformats.org/officeDocument/2006/relationships/image" Target="../media/image82.png"/><Relationship Id="rId81" Type="http://schemas.openxmlformats.org/officeDocument/2006/relationships/image" Target="../media/image85.png"/><Relationship Id="rId86" Type="http://schemas.openxmlformats.org/officeDocument/2006/relationships/image" Target="../media/image90.png"/><Relationship Id="rId94" Type="http://schemas.openxmlformats.org/officeDocument/2006/relationships/image" Target="../media/image98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9" Type="http://schemas.openxmlformats.org/officeDocument/2006/relationships/image" Target="../media/image43.png"/><Relationship Id="rId34" Type="http://schemas.openxmlformats.org/officeDocument/2006/relationships/image" Target="../media/image38.png"/><Relationship Id="rId50" Type="http://schemas.openxmlformats.org/officeDocument/2006/relationships/image" Target="../media/image54.png"/><Relationship Id="rId55" Type="http://schemas.openxmlformats.org/officeDocument/2006/relationships/image" Target="../media/image59.png"/><Relationship Id="rId76" Type="http://schemas.openxmlformats.org/officeDocument/2006/relationships/image" Target="../media/image80.png"/><Relationship Id="rId7" Type="http://schemas.openxmlformats.org/officeDocument/2006/relationships/image" Target="../media/image11.png"/><Relationship Id="rId71" Type="http://schemas.openxmlformats.org/officeDocument/2006/relationships/image" Target="../media/image75.png"/><Relationship Id="rId92" Type="http://schemas.openxmlformats.org/officeDocument/2006/relationships/image" Target="../media/image96.png"/><Relationship Id="rId2" Type="http://schemas.openxmlformats.org/officeDocument/2006/relationships/notesSlide" Target="../notesSlides/notesSlide64.xml"/><Relationship Id="rId29" Type="http://schemas.openxmlformats.org/officeDocument/2006/relationships/image" Target="../media/image33.png"/><Relationship Id="rId24" Type="http://schemas.openxmlformats.org/officeDocument/2006/relationships/image" Target="../media/image28.png"/><Relationship Id="rId40" Type="http://schemas.openxmlformats.org/officeDocument/2006/relationships/image" Target="../media/image44.png"/><Relationship Id="rId45" Type="http://schemas.openxmlformats.org/officeDocument/2006/relationships/image" Target="../media/image49.png"/><Relationship Id="rId66" Type="http://schemas.openxmlformats.org/officeDocument/2006/relationships/image" Target="../media/image70.png"/><Relationship Id="rId87" Type="http://schemas.openxmlformats.org/officeDocument/2006/relationships/image" Target="../media/image91.png"/><Relationship Id="rId61" Type="http://schemas.openxmlformats.org/officeDocument/2006/relationships/image" Target="../media/image65.png"/><Relationship Id="rId82" Type="http://schemas.openxmlformats.org/officeDocument/2006/relationships/image" Target="../media/image86.png"/><Relationship Id="rId19" Type="http://schemas.openxmlformats.org/officeDocument/2006/relationships/image" Target="../media/image23.png"/><Relationship Id="rId14" Type="http://schemas.openxmlformats.org/officeDocument/2006/relationships/image" Target="../media/image18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56" Type="http://schemas.openxmlformats.org/officeDocument/2006/relationships/image" Target="../media/image60.png"/><Relationship Id="rId77" Type="http://schemas.openxmlformats.org/officeDocument/2006/relationships/image" Target="../media/image81.png"/></Relationships>
</file>

<file path=ppt/slides/_rels/slide6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1.png"/><Relationship Id="rId18" Type="http://schemas.openxmlformats.org/officeDocument/2006/relationships/image" Target="../media/image116.png"/><Relationship Id="rId26" Type="http://schemas.openxmlformats.org/officeDocument/2006/relationships/image" Target="../media/image124.png"/><Relationship Id="rId39" Type="http://schemas.openxmlformats.org/officeDocument/2006/relationships/image" Target="../media/image137.png"/><Relationship Id="rId21" Type="http://schemas.openxmlformats.org/officeDocument/2006/relationships/image" Target="../media/image119.png"/><Relationship Id="rId34" Type="http://schemas.openxmlformats.org/officeDocument/2006/relationships/image" Target="../media/image132.png"/><Relationship Id="rId42" Type="http://schemas.openxmlformats.org/officeDocument/2006/relationships/image" Target="../media/image140.png"/><Relationship Id="rId47" Type="http://schemas.openxmlformats.org/officeDocument/2006/relationships/image" Target="../media/image145.png"/><Relationship Id="rId50" Type="http://schemas.openxmlformats.org/officeDocument/2006/relationships/image" Target="../media/image148.png"/><Relationship Id="rId55" Type="http://schemas.openxmlformats.org/officeDocument/2006/relationships/image" Target="../media/image153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65.xml"/><Relationship Id="rId16" Type="http://schemas.openxmlformats.org/officeDocument/2006/relationships/image" Target="../media/image114.png"/><Relationship Id="rId29" Type="http://schemas.openxmlformats.org/officeDocument/2006/relationships/image" Target="../media/image127.png"/><Relationship Id="rId11" Type="http://schemas.openxmlformats.org/officeDocument/2006/relationships/image" Target="../media/image109.png"/><Relationship Id="rId24" Type="http://schemas.openxmlformats.org/officeDocument/2006/relationships/image" Target="../media/image122.png"/><Relationship Id="rId32" Type="http://schemas.openxmlformats.org/officeDocument/2006/relationships/image" Target="../media/image130.png"/><Relationship Id="rId37" Type="http://schemas.openxmlformats.org/officeDocument/2006/relationships/image" Target="../media/image135.png"/><Relationship Id="rId40" Type="http://schemas.openxmlformats.org/officeDocument/2006/relationships/image" Target="../media/image138.png"/><Relationship Id="rId45" Type="http://schemas.openxmlformats.org/officeDocument/2006/relationships/image" Target="../media/image143.png"/><Relationship Id="rId53" Type="http://schemas.openxmlformats.org/officeDocument/2006/relationships/image" Target="../media/image151.png"/><Relationship Id="rId58" Type="http://schemas.openxmlformats.org/officeDocument/2006/relationships/image" Target="../media/image156.png"/><Relationship Id="rId5" Type="http://schemas.openxmlformats.org/officeDocument/2006/relationships/image" Target="../media/image103.png"/><Relationship Id="rId19" Type="http://schemas.openxmlformats.org/officeDocument/2006/relationships/image" Target="../media/image117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Relationship Id="rId22" Type="http://schemas.openxmlformats.org/officeDocument/2006/relationships/image" Target="../media/image120.png"/><Relationship Id="rId27" Type="http://schemas.openxmlformats.org/officeDocument/2006/relationships/image" Target="../media/image125.png"/><Relationship Id="rId30" Type="http://schemas.openxmlformats.org/officeDocument/2006/relationships/image" Target="../media/image128.png"/><Relationship Id="rId35" Type="http://schemas.openxmlformats.org/officeDocument/2006/relationships/image" Target="../media/image133.png"/><Relationship Id="rId43" Type="http://schemas.openxmlformats.org/officeDocument/2006/relationships/image" Target="../media/image141.png"/><Relationship Id="rId48" Type="http://schemas.openxmlformats.org/officeDocument/2006/relationships/image" Target="../media/image146.png"/><Relationship Id="rId56" Type="http://schemas.openxmlformats.org/officeDocument/2006/relationships/image" Target="../media/image154.png"/><Relationship Id="rId8" Type="http://schemas.openxmlformats.org/officeDocument/2006/relationships/image" Target="../media/image106.png"/><Relationship Id="rId51" Type="http://schemas.openxmlformats.org/officeDocument/2006/relationships/image" Target="../media/image149.png"/><Relationship Id="rId3" Type="http://schemas.openxmlformats.org/officeDocument/2006/relationships/image" Target="../media/image101.png"/><Relationship Id="rId12" Type="http://schemas.openxmlformats.org/officeDocument/2006/relationships/image" Target="../media/image110.png"/><Relationship Id="rId17" Type="http://schemas.openxmlformats.org/officeDocument/2006/relationships/image" Target="../media/image115.png"/><Relationship Id="rId25" Type="http://schemas.openxmlformats.org/officeDocument/2006/relationships/image" Target="../media/image123.png"/><Relationship Id="rId33" Type="http://schemas.openxmlformats.org/officeDocument/2006/relationships/image" Target="../media/image131.png"/><Relationship Id="rId38" Type="http://schemas.openxmlformats.org/officeDocument/2006/relationships/image" Target="../media/image136.png"/><Relationship Id="rId46" Type="http://schemas.openxmlformats.org/officeDocument/2006/relationships/image" Target="../media/image144.png"/><Relationship Id="rId59" Type="http://schemas.openxmlformats.org/officeDocument/2006/relationships/image" Target="../media/image157.png"/><Relationship Id="rId20" Type="http://schemas.openxmlformats.org/officeDocument/2006/relationships/image" Target="../media/image118.png"/><Relationship Id="rId41" Type="http://schemas.openxmlformats.org/officeDocument/2006/relationships/image" Target="../media/image139.png"/><Relationship Id="rId54" Type="http://schemas.openxmlformats.org/officeDocument/2006/relationships/image" Target="../media/image15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4.png"/><Relationship Id="rId15" Type="http://schemas.openxmlformats.org/officeDocument/2006/relationships/image" Target="../media/image113.png"/><Relationship Id="rId23" Type="http://schemas.openxmlformats.org/officeDocument/2006/relationships/image" Target="../media/image121.png"/><Relationship Id="rId28" Type="http://schemas.openxmlformats.org/officeDocument/2006/relationships/image" Target="../media/image126.png"/><Relationship Id="rId36" Type="http://schemas.openxmlformats.org/officeDocument/2006/relationships/image" Target="../media/image134.png"/><Relationship Id="rId49" Type="http://schemas.openxmlformats.org/officeDocument/2006/relationships/image" Target="../media/image147.png"/><Relationship Id="rId57" Type="http://schemas.openxmlformats.org/officeDocument/2006/relationships/image" Target="../media/image155.png"/><Relationship Id="rId10" Type="http://schemas.openxmlformats.org/officeDocument/2006/relationships/image" Target="../media/image108.png"/><Relationship Id="rId31" Type="http://schemas.openxmlformats.org/officeDocument/2006/relationships/image" Target="../media/image129.png"/><Relationship Id="rId44" Type="http://schemas.openxmlformats.org/officeDocument/2006/relationships/image" Target="../media/image142.png"/><Relationship Id="rId52" Type="http://schemas.openxmlformats.org/officeDocument/2006/relationships/image" Target="../media/image150.png"/><Relationship Id="rId60" Type="http://schemas.openxmlformats.org/officeDocument/2006/relationships/image" Target="../media/image158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tint">
            <a:extLst>
              <a:ext uri="{FF2B5EF4-FFF2-40B4-BE49-F238E27FC236}">
                <a16:creationId xmlns:a16="http://schemas.microsoft.com/office/drawing/2014/main" id="{18EEE165-BC21-B37E-CF1E-0E1E2D138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92321" y="1"/>
            <a:ext cx="4299679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13A48C6C-3CC4-4EE5-A773-EC1EB7F5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368300" dist="139700" sx="97000" sy="970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unciones - La medida y las teorías psicológicas, principios éticos y  deontológicos en la medición psicológica.">
            <a:extLst>
              <a:ext uri="{FF2B5EF4-FFF2-40B4-BE49-F238E27FC236}">
                <a16:creationId xmlns:a16="http://schemas.microsoft.com/office/drawing/2014/main" id="{9A10D223-7933-C54F-697B-46C4B40BC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73" b="5058"/>
          <a:stretch/>
        </p:blipFill>
        <p:spPr bwMode="auto">
          <a:xfrm>
            <a:off x="3617367" y="999067"/>
            <a:ext cx="7796920" cy="4385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951" y="777240"/>
            <a:ext cx="4744381" cy="2964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7701" marR="3081"/>
            <a:r>
              <a:rPr lang="en-US" sz="4800" b="1" kern="1200" spc="167" dirty="0" err="1">
                <a:solidFill>
                  <a:schemeClr val="tx1"/>
                </a:solidFill>
                <a:latin typeface="+mn-lt"/>
                <a:ea typeface="+mj-ea"/>
                <a:cs typeface="+mj-cs"/>
              </a:rPr>
              <a:t>Metodos</a:t>
            </a:r>
            <a:r>
              <a:rPr lang="en-US" sz="4800" b="1" kern="1200" spc="167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 </a:t>
            </a:r>
            <a:r>
              <a:rPr lang="en-US" sz="4800" b="1" kern="1200" spc="185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de la </a:t>
            </a:r>
            <a:r>
              <a:rPr lang="en-US" sz="4800" b="1" kern="1200" spc="76" dirty="0" err="1">
                <a:solidFill>
                  <a:schemeClr val="tx1"/>
                </a:solidFill>
                <a:latin typeface="+mn-lt"/>
                <a:ea typeface="+mj-ea"/>
                <a:cs typeface="+mj-cs"/>
              </a:rPr>
              <a:t>Investigación</a:t>
            </a:r>
            <a:r>
              <a:rPr lang="en-US" sz="4800" b="1" kern="1200" spc="76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 </a:t>
            </a:r>
            <a:r>
              <a:rPr lang="en-US" sz="4800" b="1" kern="1200" spc="79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Social</a:t>
            </a:r>
            <a:endParaRPr lang="en-US" sz="4800" b="1" kern="1200" dirty="0">
              <a:solidFill>
                <a:schemeClr val="tx1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952" y="4182341"/>
            <a:ext cx="4036301" cy="19826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spc="94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Clase</a:t>
            </a:r>
            <a:r>
              <a:rPr lang="en-US" sz="2400" kern="1200" spc="-106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112">
                <a:solidFill>
                  <a:schemeClr val="tx1"/>
                </a:solidFill>
                <a:latin typeface="+mn-lt"/>
                <a:ea typeface="+mn-ea"/>
                <a:cs typeface="+mn-cs"/>
              </a:rPr>
              <a:t>06</a:t>
            </a: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A0900-63E4-BC41-B3FF-35CD8E64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+mn-lt"/>
              </a:rPr>
              <a:t>A ver hoy</a:t>
            </a:r>
          </a:p>
        </p:txBody>
      </p:sp>
      <p:pic>
        <p:nvPicPr>
          <p:cNvPr id="4" name="Picture 2" descr="Funciones - La medida y las teorías psicológicas, principios éticos y  deontológicos en la medición psicológica.">
            <a:extLst>
              <a:ext uri="{FF2B5EF4-FFF2-40B4-BE49-F238E27FC236}">
                <a16:creationId xmlns:a16="http://schemas.microsoft.com/office/drawing/2014/main" id="{AD49AAF1-C044-5AEF-B20D-7897F06FC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73" b="5058"/>
          <a:stretch/>
        </p:blipFill>
        <p:spPr bwMode="auto">
          <a:xfrm>
            <a:off x="4395080" y="1027906"/>
            <a:ext cx="7796920" cy="4385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823511-C861-7246-930B-10E86C17F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>
                <a:latin typeface="+mj-lt"/>
              </a:rPr>
              <a:t>Medición en Ciencias Sociales</a:t>
            </a:r>
          </a:p>
          <a:p>
            <a:pPr lvl="1"/>
            <a:r>
              <a:rPr lang="es-CL" dirty="0">
                <a:latin typeface="+mj-lt"/>
              </a:rPr>
              <a:t>Medición en Ciencias Sociales</a:t>
            </a:r>
          </a:p>
          <a:p>
            <a:pPr lvl="1"/>
            <a:r>
              <a:rPr lang="es-CL" dirty="0">
                <a:latin typeface="+mj-lt"/>
              </a:rPr>
              <a:t>Estándares de Medición</a:t>
            </a:r>
          </a:p>
          <a:p>
            <a:pPr lvl="1"/>
            <a:endParaRPr lang="es-CL" dirty="0">
              <a:latin typeface="+mj-lt"/>
            </a:endParaRPr>
          </a:p>
          <a:p>
            <a:pPr lvl="1"/>
            <a:endParaRPr lang="es-CL" dirty="0">
              <a:latin typeface="+mj-lt"/>
            </a:endParaRPr>
          </a:p>
          <a:p>
            <a:pPr marL="0" indent="0">
              <a:buNone/>
            </a:pPr>
            <a:endParaRPr lang="es-C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061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0867" y="2113050"/>
            <a:ext cx="10423698" cy="2002902"/>
          </a:xfrm>
          <a:prstGeom prst="rect">
            <a:avLst/>
          </a:prstGeom>
        </p:spPr>
        <p:txBody>
          <a:bodyPr vert="horz" wrap="square" lIns="0" tIns="40432" rIns="0" bIns="0" rtlCol="0">
            <a:spAutoFit/>
          </a:bodyPr>
          <a:lstStyle/>
          <a:p>
            <a:pPr marL="7701" marR="3081">
              <a:lnSpc>
                <a:spcPts val="5051"/>
              </a:lnSpc>
              <a:spcBef>
                <a:spcPts val="318"/>
              </a:spcBef>
            </a:pPr>
            <a:r>
              <a:rPr sz="4305" spc="127" dirty="0">
                <a:latin typeface="+mj-lt"/>
                <a:cs typeface="Calibri" panose="020F0502020204030204" pitchFamily="34" charset="0"/>
              </a:rPr>
              <a:t>Hoy </a:t>
            </a:r>
            <a:r>
              <a:rPr sz="4305" spc="191" dirty="0" err="1">
                <a:latin typeface="+mj-lt"/>
                <a:cs typeface="Calibri" panose="020F0502020204030204" pitchFamily="34" charset="0"/>
              </a:rPr>
              <a:t>vamos</a:t>
            </a:r>
            <a:r>
              <a:rPr lang="es-ES" sz="4305" spc="191" dirty="0">
                <a:latin typeface="+mj-lt"/>
                <a:cs typeface="Calibri" panose="020F0502020204030204" pitchFamily="34" charset="0"/>
              </a:rPr>
              <a:t> </a:t>
            </a:r>
            <a:r>
              <a:rPr sz="4305" spc="173" dirty="0">
                <a:latin typeface="+mj-lt"/>
                <a:cs typeface="Calibri" panose="020F0502020204030204" pitchFamily="34" charset="0"/>
              </a:rPr>
              <a:t>a </a:t>
            </a:r>
            <a:r>
              <a:rPr sz="4305" spc="33" dirty="0">
                <a:latin typeface="+mj-lt"/>
                <a:cs typeface="Calibri" panose="020F0502020204030204" pitchFamily="34" charset="0"/>
              </a:rPr>
              <a:t>discutir </a:t>
            </a:r>
            <a:r>
              <a:rPr sz="4305" spc="209" dirty="0" err="1">
                <a:latin typeface="+mj-lt"/>
                <a:cs typeface="Calibri" panose="020F0502020204030204" pitchFamily="34" charset="0"/>
              </a:rPr>
              <a:t>como</a:t>
            </a:r>
            <a:r>
              <a:rPr sz="4305" spc="209" dirty="0">
                <a:latin typeface="+mj-lt"/>
                <a:cs typeface="Calibri" panose="020F0502020204030204" pitchFamily="34" charset="0"/>
              </a:rPr>
              <a:t> </a:t>
            </a:r>
            <a:r>
              <a:rPr sz="4305" spc="133" dirty="0">
                <a:latin typeface="+mj-lt"/>
                <a:cs typeface="Calibri" panose="020F0502020204030204" pitchFamily="34" charset="0"/>
              </a:rPr>
              <a:t>la </a:t>
            </a:r>
            <a:r>
              <a:rPr sz="4305" spc="94" dirty="0">
                <a:latin typeface="+mj-lt"/>
                <a:cs typeface="Calibri" panose="020F0502020204030204" pitchFamily="34" charset="0"/>
              </a:rPr>
              <a:t>producción</a:t>
            </a:r>
            <a:r>
              <a:rPr sz="4305" spc="-270" dirty="0">
                <a:latin typeface="+mj-lt"/>
                <a:cs typeface="Calibri" panose="020F0502020204030204" pitchFamily="34" charset="0"/>
              </a:rPr>
              <a:t> </a:t>
            </a:r>
            <a:r>
              <a:rPr sz="4305" spc="185" dirty="0">
                <a:latin typeface="+mj-lt"/>
                <a:cs typeface="Calibri" panose="020F0502020204030204" pitchFamily="34" charset="0"/>
              </a:rPr>
              <a:t>de</a:t>
            </a:r>
            <a:r>
              <a:rPr sz="4305" spc="-270" dirty="0">
                <a:latin typeface="+mj-lt"/>
                <a:cs typeface="Calibri" panose="020F0502020204030204" pitchFamily="34" charset="0"/>
              </a:rPr>
              <a:t> </a:t>
            </a:r>
            <a:r>
              <a:rPr sz="4305" spc="152" dirty="0">
                <a:latin typeface="+mj-lt"/>
                <a:cs typeface="Calibri" panose="020F0502020204030204" pitchFamily="34" charset="0"/>
              </a:rPr>
              <a:t>datos</a:t>
            </a:r>
            <a:r>
              <a:rPr sz="4305" spc="-270" dirty="0">
                <a:latin typeface="+mj-lt"/>
                <a:cs typeface="Calibri" panose="020F0502020204030204" pitchFamily="34" charset="0"/>
              </a:rPr>
              <a:t> </a:t>
            </a:r>
            <a:r>
              <a:rPr sz="4305" spc="191" dirty="0">
                <a:latin typeface="+mj-lt"/>
                <a:cs typeface="Calibri" panose="020F0502020204030204" pitchFamily="34" charset="0"/>
              </a:rPr>
              <a:t>se</a:t>
            </a:r>
            <a:r>
              <a:rPr sz="4305" spc="-270" dirty="0">
                <a:latin typeface="+mj-lt"/>
                <a:cs typeface="Calibri" panose="020F0502020204030204" pitchFamily="34" charset="0"/>
              </a:rPr>
              <a:t> </a:t>
            </a:r>
            <a:r>
              <a:rPr sz="4305" spc="55" dirty="0">
                <a:latin typeface="+mj-lt"/>
                <a:cs typeface="Calibri" panose="020F0502020204030204" pitchFamily="34" charset="0"/>
              </a:rPr>
              <a:t>relaciona</a:t>
            </a:r>
            <a:r>
              <a:rPr sz="4305" spc="-267" dirty="0">
                <a:latin typeface="+mj-lt"/>
                <a:cs typeface="Calibri" panose="020F0502020204030204" pitchFamily="34" charset="0"/>
              </a:rPr>
              <a:t> </a:t>
            </a:r>
            <a:r>
              <a:rPr sz="4305" spc="139" dirty="0">
                <a:latin typeface="+mj-lt"/>
                <a:cs typeface="Calibri" panose="020F0502020204030204" pitchFamily="34" charset="0"/>
              </a:rPr>
              <a:t>con</a:t>
            </a:r>
            <a:r>
              <a:rPr sz="4305" spc="-270" dirty="0">
                <a:latin typeface="+mj-lt"/>
                <a:cs typeface="Calibri" panose="020F0502020204030204" pitchFamily="34" charset="0"/>
              </a:rPr>
              <a:t> </a:t>
            </a:r>
            <a:r>
              <a:rPr sz="4305" spc="97" dirty="0" err="1">
                <a:latin typeface="+mj-lt"/>
                <a:cs typeface="Calibri" panose="020F0502020204030204" pitchFamily="34" charset="0"/>
              </a:rPr>
              <a:t>el</a:t>
            </a:r>
            <a:r>
              <a:rPr sz="4305" spc="97" dirty="0">
                <a:latin typeface="+mj-lt"/>
                <a:cs typeface="Calibri" panose="020F0502020204030204" pitchFamily="34" charset="0"/>
              </a:rPr>
              <a:t> </a:t>
            </a:r>
            <a:r>
              <a:rPr sz="4305" spc="118" dirty="0" err="1">
                <a:latin typeface="+mj-lt"/>
                <a:cs typeface="Calibri" panose="020F0502020204030204" pitchFamily="34" charset="0"/>
              </a:rPr>
              <a:t>concepto</a:t>
            </a:r>
            <a:r>
              <a:rPr sz="4305" spc="118" dirty="0">
                <a:latin typeface="+mj-lt"/>
                <a:cs typeface="Calibri" panose="020F0502020204030204" pitchFamily="34" charset="0"/>
              </a:rPr>
              <a:t> </a:t>
            </a:r>
            <a:r>
              <a:rPr sz="4305" spc="185" dirty="0">
                <a:latin typeface="+mj-lt"/>
                <a:cs typeface="Calibri" panose="020F0502020204030204" pitchFamily="34" charset="0"/>
              </a:rPr>
              <a:t>de </a:t>
            </a:r>
            <a:r>
              <a:rPr sz="4305" spc="91" dirty="0">
                <a:latin typeface="+mj-lt"/>
                <a:cs typeface="Calibri" panose="020F0502020204030204" pitchFamily="34" charset="0"/>
              </a:rPr>
              <a:t>medición </a:t>
            </a:r>
            <a:r>
              <a:rPr sz="4305" spc="76" dirty="0">
                <a:latin typeface="+mj-lt"/>
                <a:cs typeface="Calibri" panose="020F0502020204030204" pitchFamily="34" charset="0"/>
              </a:rPr>
              <a:t>en </a:t>
            </a:r>
            <a:r>
              <a:rPr sz="4305" spc="85" dirty="0" err="1">
                <a:latin typeface="+mj-lt"/>
                <a:cs typeface="Calibri" panose="020F0502020204030204" pitchFamily="34" charset="0"/>
              </a:rPr>
              <a:t>ciencias</a:t>
            </a:r>
            <a:r>
              <a:rPr sz="4305" spc="85" dirty="0">
                <a:latin typeface="+mj-lt"/>
                <a:cs typeface="Calibri" panose="020F0502020204030204" pitchFamily="34" charset="0"/>
              </a:rPr>
              <a:t> </a:t>
            </a:r>
            <a:r>
              <a:rPr sz="4305" spc="58" dirty="0" err="1">
                <a:latin typeface="+mj-lt"/>
                <a:cs typeface="Calibri" panose="020F0502020204030204" pitchFamily="34" charset="0"/>
              </a:rPr>
              <a:t>sociales</a:t>
            </a:r>
            <a:r>
              <a:rPr sz="4305" spc="58" dirty="0">
                <a:latin typeface="+mj-lt"/>
                <a:cs typeface="Calibri" panose="020F0502020204030204" pitchFamily="34" charset="0"/>
              </a:rPr>
              <a:t>.</a:t>
            </a:r>
            <a:endParaRPr sz="4305" dirty="0">
              <a:latin typeface="+mj-lt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97812-8C80-572E-F934-28E47B2FA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Dos </a:t>
            </a:r>
            <a:r>
              <a:rPr lang="en-US" dirty="0" err="1"/>
              <a:t>tradiciones</a:t>
            </a:r>
            <a:endParaRPr lang="en-US" dirty="0"/>
          </a:p>
        </p:txBody>
      </p:sp>
      <p:pic>
        <p:nvPicPr>
          <p:cNvPr id="4" name="Picture 3" descr="A diagram of a survey&#10;&#10;Description automatically generated">
            <a:extLst>
              <a:ext uri="{FF2B5EF4-FFF2-40B4-BE49-F238E27FC236}">
                <a16:creationId xmlns:a16="http://schemas.microsoft.com/office/drawing/2014/main" id="{96E4B2ED-6377-B0F2-E3B4-4CCFE26E9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334" y="1690688"/>
            <a:ext cx="71628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16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721" y="22206"/>
            <a:ext cx="7607721" cy="1346330"/>
          </a:xfrm>
          <a:prstGeom prst="rect">
            <a:avLst/>
          </a:prstGeom>
        </p:spPr>
        <p:txBody>
          <a:bodyPr vert="horz" wrap="square" lIns="0" tIns="270700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131"/>
              </a:spcBef>
            </a:pPr>
            <a:r>
              <a:rPr sz="4578" spc="170" dirty="0">
                <a:latin typeface="+mn-lt"/>
                <a:cs typeface="Calibri" panose="020F0502020204030204" pitchFamily="34" charset="0"/>
              </a:rPr>
              <a:t>Medición </a:t>
            </a:r>
            <a:r>
              <a:rPr sz="4578" spc="303" dirty="0">
                <a:latin typeface="+mn-lt"/>
                <a:cs typeface="Calibri" panose="020F0502020204030204" pitchFamily="34" charset="0"/>
              </a:rPr>
              <a:t>como</a:t>
            </a:r>
            <a:r>
              <a:rPr sz="4578" spc="-591" dirty="0">
                <a:latin typeface="+mn-lt"/>
                <a:cs typeface="Calibri" panose="020F0502020204030204" pitchFamily="34" charset="0"/>
              </a:rPr>
              <a:t> </a:t>
            </a:r>
            <a:r>
              <a:rPr sz="4578" spc="36" dirty="0">
                <a:latin typeface="+mn-lt"/>
                <a:cs typeface="Calibri" panose="020F0502020204030204" pitchFamily="34" charset="0"/>
              </a:rPr>
              <a:t>herramienta</a:t>
            </a:r>
            <a:endParaRPr sz="4578" dirty="0">
              <a:latin typeface="+mn-lt"/>
              <a:cs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07"/>
              </a:spcBef>
            </a:pPr>
            <a:r>
              <a:rPr sz="1728" b="1" spc="73" dirty="0">
                <a:latin typeface="+mn-lt"/>
              </a:rPr>
              <a:t>La</a:t>
            </a:r>
            <a:r>
              <a:rPr sz="1728" b="1" spc="-103" dirty="0">
                <a:latin typeface="+mn-lt"/>
              </a:rPr>
              <a:t> </a:t>
            </a:r>
            <a:r>
              <a:rPr sz="1728" b="1" spc="49" dirty="0">
                <a:latin typeface="+mn-lt"/>
              </a:rPr>
              <a:t>medición</a:t>
            </a:r>
            <a:r>
              <a:rPr sz="1728" b="1" spc="-103" dirty="0">
                <a:latin typeface="+mn-lt"/>
              </a:rPr>
              <a:t> </a:t>
            </a:r>
            <a:r>
              <a:rPr sz="1728" b="1" spc="64" dirty="0">
                <a:latin typeface="+mn-lt"/>
              </a:rPr>
              <a:t>al</a:t>
            </a:r>
            <a:r>
              <a:rPr sz="1728" b="1" spc="-158" dirty="0">
                <a:latin typeface="+mn-lt"/>
              </a:rPr>
              <a:t> </a:t>
            </a:r>
            <a:r>
              <a:rPr sz="1728" b="1" spc="24" dirty="0">
                <a:latin typeface="+mn-lt"/>
              </a:rPr>
              <a:t>servicio</a:t>
            </a:r>
            <a:r>
              <a:rPr sz="1728" b="1" spc="-103" dirty="0">
                <a:latin typeface="+mn-lt"/>
              </a:rPr>
              <a:t> </a:t>
            </a:r>
            <a:r>
              <a:rPr sz="1728" b="1" spc="88" dirty="0">
                <a:latin typeface="+mn-lt"/>
              </a:rPr>
              <a:t>de</a:t>
            </a:r>
            <a:r>
              <a:rPr sz="1728" b="1" spc="-103" dirty="0">
                <a:latin typeface="+mn-lt"/>
              </a:rPr>
              <a:t> </a:t>
            </a:r>
            <a:r>
              <a:rPr sz="1728" b="1" spc="49" dirty="0">
                <a:latin typeface="+mn-lt"/>
              </a:rPr>
              <a:t>propósitos</a:t>
            </a:r>
            <a:r>
              <a:rPr sz="1728" b="1" spc="-103" dirty="0">
                <a:latin typeface="+mn-lt"/>
              </a:rPr>
              <a:t> </a:t>
            </a:r>
            <a:r>
              <a:rPr sz="1728" b="1" spc="67" dirty="0">
                <a:latin typeface="+mn-lt"/>
              </a:rPr>
              <a:t>sociales</a:t>
            </a:r>
            <a:endParaRPr sz="1728" b="1" dirty="0">
              <a:latin typeface="+mn-l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770" y="1390036"/>
            <a:ext cx="10433325" cy="3910836"/>
          </a:xfrm>
          <a:prstGeom prst="rect">
            <a:avLst/>
          </a:prstGeom>
        </p:spPr>
        <p:txBody>
          <a:bodyPr vert="horz" wrap="square" lIns="0" tIns="230654" rIns="0" bIns="0" rtlCol="0">
            <a:spAutoFit/>
          </a:bodyPr>
          <a:lstStyle/>
          <a:p>
            <a:pPr marL="7701">
              <a:spcBef>
                <a:spcPts val="1816"/>
              </a:spcBef>
            </a:pPr>
            <a:r>
              <a:rPr spc="139" dirty="0">
                <a:latin typeface="+mj-lt"/>
                <a:cs typeface="Calibri" panose="020F0502020204030204" pitchFamily="34" charset="0"/>
              </a:rPr>
              <a:t>En</a:t>
            </a:r>
            <a:r>
              <a:rPr spc="-118" dirty="0">
                <a:latin typeface="+mj-lt"/>
                <a:cs typeface="Calibri" panose="020F0502020204030204" pitchFamily="34" charset="0"/>
              </a:rPr>
              <a:t> </a:t>
            </a:r>
            <a:r>
              <a:rPr spc="173" dirty="0">
                <a:latin typeface="+mj-lt"/>
                <a:cs typeface="Calibri" panose="020F0502020204030204" pitchFamily="34" charset="0"/>
              </a:rPr>
              <a:t>su</a:t>
            </a:r>
            <a:r>
              <a:rPr spc="-115" dirty="0">
                <a:latin typeface="+mj-lt"/>
                <a:cs typeface="Calibri" panose="020F0502020204030204" pitchFamily="34" charset="0"/>
              </a:rPr>
              <a:t> </a:t>
            </a:r>
            <a:r>
              <a:rPr spc="-18" dirty="0">
                <a:latin typeface="+mj-lt"/>
                <a:cs typeface="Calibri" panose="020F0502020204030204" pitchFamily="34" charset="0"/>
              </a:rPr>
              <a:t>libro</a:t>
            </a:r>
            <a:r>
              <a:rPr spc="-115" dirty="0">
                <a:latin typeface="+mj-lt"/>
                <a:cs typeface="Calibri" panose="020F0502020204030204" pitchFamily="34" charset="0"/>
              </a:rPr>
              <a:t> </a:t>
            </a:r>
            <a:r>
              <a:rPr spc="79" dirty="0">
                <a:latin typeface="+mj-lt"/>
                <a:cs typeface="Calibri" panose="020F0502020204030204" pitchFamily="34" charset="0"/>
              </a:rPr>
              <a:t>Notas</a:t>
            </a:r>
            <a:r>
              <a:rPr spc="-133" dirty="0">
                <a:latin typeface="+mj-lt"/>
                <a:cs typeface="Calibri" panose="020F0502020204030204" pitchFamily="34" charset="0"/>
              </a:rPr>
              <a:t> </a:t>
            </a:r>
            <a:r>
              <a:rPr spc="18" dirty="0">
                <a:latin typeface="+mj-lt"/>
                <a:cs typeface="Calibri" panose="020F0502020204030204" pitchFamily="34" charset="0"/>
              </a:rPr>
              <a:t>sobre</a:t>
            </a:r>
            <a:r>
              <a:rPr spc="-130" dirty="0">
                <a:latin typeface="+mj-lt"/>
                <a:cs typeface="Calibri" panose="020F0502020204030204" pitchFamily="34" charset="0"/>
              </a:rPr>
              <a:t> </a:t>
            </a:r>
            <a:r>
              <a:rPr spc="15" dirty="0">
                <a:latin typeface="+mj-lt"/>
                <a:cs typeface="Calibri" panose="020F0502020204030204" pitchFamily="34" charset="0"/>
              </a:rPr>
              <a:t>la</a:t>
            </a:r>
            <a:r>
              <a:rPr spc="-130" dirty="0">
                <a:latin typeface="+mj-lt"/>
                <a:cs typeface="Calibri" panose="020F0502020204030204" pitchFamily="34" charset="0"/>
              </a:rPr>
              <a:t> </a:t>
            </a:r>
            <a:r>
              <a:rPr spc="6" dirty="0">
                <a:latin typeface="+mj-lt"/>
                <a:cs typeface="Calibri" panose="020F0502020204030204" pitchFamily="34" charset="0"/>
              </a:rPr>
              <a:t>medición</a:t>
            </a:r>
            <a:r>
              <a:rPr spc="-130" dirty="0">
                <a:latin typeface="+mj-lt"/>
                <a:cs typeface="Calibri" panose="020F0502020204030204" pitchFamily="34" charset="0"/>
              </a:rPr>
              <a:t> </a:t>
            </a:r>
            <a:r>
              <a:rPr spc="39" dirty="0">
                <a:latin typeface="+mj-lt"/>
                <a:cs typeface="Calibri" panose="020F0502020204030204" pitchFamily="34" charset="0"/>
              </a:rPr>
              <a:t>social</a:t>
            </a:r>
            <a:r>
              <a:rPr spc="-203" dirty="0">
                <a:latin typeface="+mj-lt"/>
                <a:cs typeface="Calibri" panose="020F0502020204030204" pitchFamily="34" charset="0"/>
              </a:rPr>
              <a:t> </a:t>
            </a:r>
            <a:r>
              <a:rPr spc="-79" dirty="0">
                <a:latin typeface="+mj-lt"/>
                <a:cs typeface="Calibri" panose="020F0502020204030204" pitchFamily="34" charset="0"/>
              </a:rPr>
              <a:t>(1984,</a:t>
            </a:r>
            <a:r>
              <a:rPr spc="-115" dirty="0">
                <a:latin typeface="+mj-lt"/>
                <a:cs typeface="Calibri" panose="020F0502020204030204" pitchFamily="34" charset="0"/>
              </a:rPr>
              <a:t> </a:t>
            </a:r>
            <a:r>
              <a:rPr spc="-154" dirty="0">
                <a:latin typeface="+mj-lt"/>
                <a:cs typeface="Calibri" panose="020F0502020204030204" pitchFamily="34" charset="0"/>
              </a:rPr>
              <a:t>p.</a:t>
            </a:r>
            <a:r>
              <a:rPr spc="-115" dirty="0">
                <a:latin typeface="+mj-lt"/>
                <a:cs typeface="Calibri" panose="020F0502020204030204" pitchFamily="34" charset="0"/>
              </a:rPr>
              <a:t> </a:t>
            </a:r>
            <a:r>
              <a:rPr spc="-215" dirty="0">
                <a:latin typeface="+mj-lt"/>
                <a:cs typeface="Calibri" panose="020F0502020204030204" pitchFamily="34" charset="0"/>
              </a:rPr>
              <a:t>2),</a:t>
            </a:r>
            <a:r>
              <a:rPr spc="-118" dirty="0">
                <a:latin typeface="+mj-lt"/>
                <a:cs typeface="Calibri" panose="020F0502020204030204" pitchFamily="34" charset="0"/>
              </a:rPr>
              <a:t> </a:t>
            </a:r>
            <a:r>
              <a:rPr spc="133" dirty="0">
                <a:latin typeface="+mj-lt"/>
                <a:cs typeface="Calibri" panose="020F0502020204030204" pitchFamily="34" charset="0"/>
              </a:rPr>
              <a:t>Duncan</a:t>
            </a:r>
            <a:r>
              <a:rPr spc="-115" dirty="0">
                <a:latin typeface="+mj-lt"/>
                <a:cs typeface="Calibri" panose="020F0502020204030204" pitchFamily="34" charset="0"/>
              </a:rPr>
              <a:t> </a:t>
            </a:r>
            <a:r>
              <a:rPr spc="-52" dirty="0">
                <a:latin typeface="+mj-lt"/>
                <a:cs typeface="Calibri" panose="020F0502020204030204" pitchFamily="34" charset="0"/>
              </a:rPr>
              <a:t>indica:</a:t>
            </a:r>
            <a:endParaRPr dirty="0">
              <a:latin typeface="+mj-lt"/>
              <a:cs typeface="Calibri" panose="020F0502020204030204" pitchFamily="34" charset="0"/>
            </a:endParaRPr>
          </a:p>
          <a:p>
            <a:pPr marL="1321925" marR="1287654">
              <a:tabLst>
                <a:tab pos="144000" algn="l"/>
              </a:tabLst>
            </a:pPr>
            <a:r>
              <a:rPr spc="-143" dirty="0">
                <a:latin typeface="+mj-lt"/>
                <a:cs typeface="Calibri"/>
              </a:rPr>
              <a:t>Lo </a:t>
            </a:r>
            <a:r>
              <a:rPr spc="-152" dirty="0">
                <a:latin typeface="+mj-lt"/>
                <a:cs typeface="Calibri"/>
              </a:rPr>
              <a:t>que </a:t>
            </a:r>
            <a:r>
              <a:rPr spc="-146" dirty="0">
                <a:latin typeface="+mj-lt"/>
                <a:cs typeface="Calibri"/>
              </a:rPr>
              <a:t>estoy </a:t>
            </a:r>
            <a:r>
              <a:rPr spc="-109" dirty="0">
                <a:latin typeface="+mj-lt"/>
                <a:cs typeface="Calibri"/>
              </a:rPr>
              <a:t>tratando </a:t>
            </a:r>
            <a:r>
              <a:rPr spc="-179" dirty="0">
                <a:latin typeface="+mj-lt"/>
                <a:cs typeface="Calibri"/>
              </a:rPr>
              <a:t>de </a:t>
            </a:r>
            <a:r>
              <a:rPr spc="-97" dirty="0">
                <a:latin typeface="+mj-lt"/>
                <a:cs typeface="Calibri"/>
              </a:rPr>
              <a:t>sugerir </a:t>
            </a:r>
            <a:r>
              <a:rPr spc="-179" dirty="0">
                <a:latin typeface="+mj-lt"/>
                <a:cs typeface="Calibri"/>
              </a:rPr>
              <a:t>es </a:t>
            </a:r>
            <a:r>
              <a:rPr spc="-152" dirty="0">
                <a:latin typeface="+mj-lt"/>
                <a:cs typeface="Calibri"/>
              </a:rPr>
              <a:t>que </a:t>
            </a:r>
            <a:r>
              <a:rPr spc="-118" dirty="0">
                <a:latin typeface="+mj-lt"/>
                <a:cs typeface="Calibri"/>
              </a:rPr>
              <a:t>muchos—y </a:t>
            </a:r>
            <a:r>
              <a:rPr spc="-91" dirty="0">
                <a:latin typeface="+mj-lt"/>
                <a:cs typeface="Calibri"/>
              </a:rPr>
              <a:t>quizás </a:t>
            </a:r>
            <a:r>
              <a:rPr spc="-121" dirty="0">
                <a:latin typeface="+mj-lt"/>
                <a:cs typeface="Calibri"/>
              </a:rPr>
              <a:t>los </a:t>
            </a:r>
            <a:r>
              <a:rPr spc="-149" dirty="0">
                <a:latin typeface="+mj-lt"/>
                <a:cs typeface="Calibri"/>
              </a:rPr>
              <a:t>mas </a:t>
            </a:r>
            <a:r>
              <a:rPr spc="-130" dirty="0">
                <a:latin typeface="+mj-lt"/>
                <a:cs typeface="Calibri"/>
              </a:rPr>
              <a:t>básicos—de </a:t>
            </a:r>
            <a:r>
              <a:rPr spc="-121" dirty="0">
                <a:latin typeface="+mj-lt"/>
                <a:cs typeface="Calibri"/>
              </a:rPr>
              <a:t>los  </a:t>
            </a:r>
            <a:r>
              <a:rPr spc="-133" dirty="0">
                <a:latin typeface="+mj-lt"/>
                <a:cs typeface="Calibri"/>
              </a:rPr>
              <a:t>procedimientos</a:t>
            </a:r>
            <a:r>
              <a:rPr spc="-158" dirty="0">
                <a:latin typeface="+mj-lt"/>
                <a:cs typeface="Calibri"/>
              </a:rPr>
              <a:t> </a:t>
            </a:r>
            <a:r>
              <a:rPr spc="-152" dirty="0">
                <a:latin typeface="+mj-lt"/>
                <a:cs typeface="Calibri"/>
              </a:rPr>
              <a:t>que</a:t>
            </a:r>
            <a:r>
              <a:rPr spc="-154" dirty="0">
                <a:latin typeface="+mj-lt"/>
                <a:cs typeface="Calibri"/>
              </a:rPr>
              <a:t> </a:t>
            </a:r>
            <a:r>
              <a:rPr spc="-121" dirty="0">
                <a:latin typeface="+mj-lt"/>
                <a:cs typeface="Calibri"/>
              </a:rPr>
              <a:t>usan</a:t>
            </a:r>
            <a:r>
              <a:rPr spc="-158" dirty="0">
                <a:latin typeface="+mj-lt"/>
                <a:cs typeface="Calibri"/>
              </a:rPr>
              <a:t> </a:t>
            </a:r>
            <a:r>
              <a:rPr spc="-121" dirty="0">
                <a:latin typeface="+mj-lt"/>
                <a:cs typeface="Calibri"/>
              </a:rPr>
              <a:t>los</a:t>
            </a:r>
            <a:r>
              <a:rPr spc="-154" dirty="0">
                <a:latin typeface="+mj-lt"/>
                <a:cs typeface="Calibri"/>
              </a:rPr>
              <a:t> </a:t>
            </a:r>
            <a:r>
              <a:rPr spc="-103" dirty="0">
                <a:latin typeface="+mj-lt"/>
                <a:cs typeface="Calibri"/>
              </a:rPr>
              <a:t>cientistas</a:t>
            </a:r>
            <a:r>
              <a:rPr spc="-158" dirty="0">
                <a:latin typeface="+mj-lt"/>
                <a:cs typeface="Calibri"/>
              </a:rPr>
              <a:t> </a:t>
            </a:r>
            <a:r>
              <a:rPr spc="-103" dirty="0">
                <a:latin typeface="+mj-lt"/>
                <a:cs typeface="Calibri"/>
              </a:rPr>
              <a:t>naturales</a:t>
            </a:r>
            <a:r>
              <a:rPr spc="-154" dirty="0">
                <a:latin typeface="+mj-lt"/>
                <a:cs typeface="Calibri"/>
              </a:rPr>
              <a:t> </a:t>
            </a:r>
            <a:r>
              <a:rPr spc="-82" dirty="0">
                <a:latin typeface="+mj-lt"/>
                <a:cs typeface="Calibri"/>
              </a:rPr>
              <a:t>y</a:t>
            </a:r>
            <a:r>
              <a:rPr spc="-158" dirty="0">
                <a:latin typeface="+mj-lt"/>
                <a:cs typeface="Calibri"/>
              </a:rPr>
              <a:t> </a:t>
            </a:r>
            <a:r>
              <a:rPr spc="-133" dirty="0">
                <a:latin typeface="+mj-lt"/>
                <a:cs typeface="Calibri"/>
              </a:rPr>
              <a:t>sociales</a:t>
            </a:r>
            <a:r>
              <a:rPr spc="-154" dirty="0">
                <a:latin typeface="+mj-lt"/>
                <a:cs typeface="Calibri"/>
              </a:rPr>
              <a:t> </a:t>
            </a:r>
            <a:r>
              <a:rPr spc="-152" dirty="0">
                <a:latin typeface="+mj-lt"/>
                <a:cs typeface="Calibri"/>
              </a:rPr>
              <a:t>en</a:t>
            </a:r>
            <a:r>
              <a:rPr spc="-158" dirty="0">
                <a:latin typeface="+mj-lt"/>
                <a:cs typeface="Calibri"/>
              </a:rPr>
              <a:t> </a:t>
            </a:r>
            <a:r>
              <a:rPr spc="-82" dirty="0">
                <a:latin typeface="+mj-lt"/>
                <a:cs typeface="Calibri"/>
              </a:rPr>
              <a:t>la</a:t>
            </a:r>
            <a:r>
              <a:rPr spc="-154" dirty="0">
                <a:latin typeface="+mj-lt"/>
                <a:cs typeface="Calibri"/>
              </a:rPr>
              <a:t> </a:t>
            </a:r>
            <a:r>
              <a:rPr spc="-127" dirty="0">
                <a:latin typeface="+mj-lt"/>
                <a:cs typeface="Calibri"/>
              </a:rPr>
              <a:t>medición</a:t>
            </a:r>
            <a:r>
              <a:rPr spc="-158" dirty="0">
                <a:latin typeface="+mj-lt"/>
                <a:cs typeface="Calibri"/>
              </a:rPr>
              <a:t> </a:t>
            </a:r>
            <a:r>
              <a:rPr spc="-118" dirty="0">
                <a:latin typeface="+mj-lt"/>
                <a:cs typeface="Calibri"/>
              </a:rPr>
              <a:t>fueron</a:t>
            </a:r>
            <a:r>
              <a:rPr spc="-154" dirty="0">
                <a:latin typeface="+mj-lt"/>
                <a:cs typeface="Calibri"/>
              </a:rPr>
              <a:t> </a:t>
            </a:r>
            <a:r>
              <a:rPr spc="-179" dirty="0">
                <a:latin typeface="+mj-lt"/>
                <a:cs typeface="Calibri"/>
              </a:rPr>
              <a:t>de</a:t>
            </a:r>
            <a:r>
              <a:rPr spc="-158" dirty="0">
                <a:latin typeface="+mj-lt"/>
                <a:cs typeface="Calibri"/>
              </a:rPr>
              <a:t> </a:t>
            </a:r>
            <a:r>
              <a:rPr spc="-154" dirty="0">
                <a:latin typeface="+mj-lt"/>
                <a:cs typeface="Calibri"/>
              </a:rPr>
              <a:t>hecho  </a:t>
            </a:r>
            <a:r>
              <a:rPr spc="-179" dirty="0">
                <a:latin typeface="+mj-lt"/>
                <a:cs typeface="Palatino Linotype"/>
              </a:rPr>
              <a:t>inventados </a:t>
            </a:r>
            <a:r>
              <a:rPr spc="-167" dirty="0">
                <a:latin typeface="+mj-lt"/>
                <a:cs typeface="Palatino Linotype"/>
              </a:rPr>
              <a:t>para </a:t>
            </a:r>
            <a:r>
              <a:rPr spc="-154" dirty="0">
                <a:latin typeface="+mj-lt"/>
                <a:cs typeface="Palatino Linotype"/>
              </a:rPr>
              <a:t>resolver </a:t>
            </a:r>
            <a:r>
              <a:rPr spc="-100" dirty="0" err="1">
                <a:latin typeface="+mj-lt"/>
                <a:cs typeface="Calibri"/>
              </a:rPr>
              <a:t>problema</a:t>
            </a:r>
            <a:r>
              <a:rPr lang="es-ES" spc="-100" dirty="0">
                <a:latin typeface="+mj-lt"/>
                <a:cs typeface="Calibri"/>
              </a:rPr>
              <a:t>s </a:t>
            </a:r>
            <a:r>
              <a:rPr spc="-100" dirty="0" err="1">
                <a:latin typeface="+mj-lt"/>
                <a:cs typeface="Calibri"/>
              </a:rPr>
              <a:t>prácticos</a:t>
            </a:r>
            <a:r>
              <a:rPr spc="-100" dirty="0">
                <a:latin typeface="+mj-lt"/>
                <a:cs typeface="Calibri"/>
              </a:rPr>
              <a:t>.</a:t>
            </a:r>
          </a:p>
          <a:p>
            <a:pPr>
              <a:tabLst>
                <a:tab pos="144000" algn="l"/>
              </a:tabLst>
            </a:pPr>
            <a:endParaRPr dirty="0">
              <a:latin typeface="+mj-lt"/>
              <a:cs typeface="Calibri"/>
            </a:endParaRPr>
          </a:p>
          <a:p>
            <a:pPr marL="1321925">
              <a:tabLst>
                <a:tab pos="144000" algn="l"/>
              </a:tabLst>
            </a:pPr>
            <a:r>
              <a:rPr spc="-143" dirty="0">
                <a:latin typeface="+mj-lt"/>
                <a:cs typeface="Calibri"/>
              </a:rPr>
              <a:t>En un comienzo, la medición servía solamente propósitos sociales.</a:t>
            </a:r>
          </a:p>
          <a:p>
            <a:pPr>
              <a:tabLst>
                <a:tab pos="144000" algn="l"/>
              </a:tabLst>
            </a:pPr>
            <a:endParaRPr spc="-143" dirty="0">
              <a:latin typeface="+mj-lt"/>
              <a:cs typeface="Calibri"/>
            </a:endParaRPr>
          </a:p>
          <a:p>
            <a:pPr marL="1321925" marR="741633">
              <a:tabLst>
                <a:tab pos="144000" algn="l"/>
              </a:tabLst>
            </a:pPr>
            <a:r>
              <a:rPr spc="-143" dirty="0">
                <a:latin typeface="+mj-lt"/>
                <a:cs typeface="Calibri"/>
              </a:rPr>
              <a:t>[El/la] cientista puede aparecer en la foto cuando hay una necesidad reconocida de mejorar el  instrumento de medición. O, tomando la pr</a:t>
            </a:r>
            <a:r>
              <a:rPr lang="en-CL" spc="-143" dirty="0">
                <a:latin typeface="+mj-lt"/>
                <a:cs typeface="Calibri"/>
              </a:rPr>
              <a:t>á</a:t>
            </a:r>
            <a:r>
              <a:rPr spc="-143" dirty="0" err="1">
                <a:latin typeface="+mj-lt"/>
                <a:cs typeface="Calibri"/>
              </a:rPr>
              <a:t>ctica</a:t>
            </a:r>
            <a:r>
              <a:rPr spc="-143" dirty="0">
                <a:latin typeface="+mj-lt"/>
                <a:cs typeface="Calibri"/>
              </a:rPr>
              <a:t> actual de medición como un punto de partida,  [el/ella] puede dejar su imaginación trabajar libremente sobre las ideas de cantidad, extension,  magnitud, intencidad, duración, numerosidad, </a:t>
            </a:r>
            <a:r>
              <a:rPr spc="-143" dirty="0" err="1">
                <a:latin typeface="+mj-lt"/>
                <a:cs typeface="Calibri"/>
              </a:rPr>
              <a:t>dimensi</a:t>
            </a:r>
            <a:r>
              <a:rPr lang="en-CL" spc="-143" dirty="0">
                <a:latin typeface="+mj-lt"/>
                <a:cs typeface="Calibri"/>
              </a:rPr>
              <a:t>ó</a:t>
            </a:r>
            <a:r>
              <a:rPr spc="-143" dirty="0">
                <a:latin typeface="+mj-lt"/>
                <a:cs typeface="Calibri"/>
              </a:rPr>
              <a:t>n, escala y proporción para crear  estructuras conceptuales abstractas y sistemas de relaciones.</a:t>
            </a:r>
          </a:p>
          <a:p>
            <a:pPr marL="8578070">
              <a:spcBef>
                <a:spcPts val="582"/>
              </a:spcBef>
            </a:pPr>
            <a:r>
              <a:rPr spc="-12" dirty="0">
                <a:latin typeface="+mj-lt"/>
                <a:cs typeface="Calibri"/>
              </a:rPr>
              <a:t>Duncan</a:t>
            </a:r>
            <a:r>
              <a:rPr spc="-106" dirty="0">
                <a:latin typeface="+mj-lt"/>
                <a:cs typeface="Calibri"/>
              </a:rPr>
              <a:t> </a:t>
            </a:r>
            <a:r>
              <a:rPr spc="-76" dirty="0">
                <a:latin typeface="+mj-lt"/>
                <a:cs typeface="Calibri"/>
              </a:rPr>
              <a:t>(1984)</a:t>
            </a:r>
            <a:endParaRPr dirty="0">
              <a:latin typeface="+mj-lt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9831" y="2309215"/>
            <a:ext cx="728542" cy="685415"/>
          </a:xfrm>
          <a:custGeom>
            <a:avLst/>
            <a:gdLst/>
            <a:ahLst/>
            <a:cxnLst/>
            <a:rect l="l" t="t" r="r" b="b"/>
            <a:pathLst>
              <a:path w="1201420" h="1130300">
                <a:moveTo>
                  <a:pt x="1114844" y="0"/>
                </a:moveTo>
                <a:lnTo>
                  <a:pt x="86510" y="0"/>
                </a:lnTo>
                <a:lnTo>
                  <a:pt x="52872" y="7620"/>
                </a:lnTo>
                <a:lnTo>
                  <a:pt x="25370" y="25400"/>
                </a:lnTo>
                <a:lnTo>
                  <a:pt x="6810" y="53340"/>
                </a:lnTo>
                <a:lnTo>
                  <a:pt x="0" y="86360"/>
                </a:lnTo>
                <a:lnTo>
                  <a:pt x="0" y="784860"/>
                </a:lnTo>
                <a:lnTo>
                  <a:pt x="6810" y="817880"/>
                </a:lnTo>
                <a:lnTo>
                  <a:pt x="25370" y="845820"/>
                </a:lnTo>
                <a:lnTo>
                  <a:pt x="52872" y="864870"/>
                </a:lnTo>
                <a:lnTo>
                  <a:pt x="86510" y="871220"/>
                </a:lnTo>
                <a:lnTo>
                  <a:pt x="587609" y="871220"/>
                </a:lnTo>
                <a:lnTo>
                  <a:pt x="587609" y="1122680"/>
                </a:lnTo>
                <a:lnTo>
                  <a:pt x="590799" y="1127760"/>
                </a:lnTo>
                <a:lnTo>
                  <a:pt x="597301" y="1130300"/>
                </a:lnTo>
                <a:lnTo>
                  <a:pt x="604068" y="1130300"/>
                </a:lnTo>
                <a:lnTo>
                  <a:pt x="607405" y="1129030"/>
                </a:lnTo>
                <a:lnTo>
                  <a:pt x="650679" y="1085850"/>
                </a:lnTo>
                <a:lnTo>
                  <a:pt x="613745" y="1085850"/>
                </a:lnTo>
                <a:lnTo>
                  <a:pt x="613745" y="850900"/>
                </a:lnTo>
                <a:lnTo>
                  <a:pt x="607886" y="844550"/>
                </a:lnTo>
                <a:lnTo>
                  <a:pt x="86510" y="844550"/>
                </a:lnTo>
                <a:lnTo>
                  <a:pt x="63030" y="840740"/>
                </a:lnTo>
                <a:lnTo>
                  <a:pt x="43832" y="826770"/>
                </a:lnTo>
                <a:lnTo>
                  <a:pt x="30876" y="807720"/>
                </a:lnTo>
                <a:lnTo>
                  <a:pt x="26122" y="784860"/>
                </a:lnTo>
                <a:lnTo>
                  <a:pt x="26122" y="86360"/>
                </a:lnTo>
                <a:lnTo>
                  <a:pt x="30875" y="63500"/>
                </a:lnTo>
                <a:lnTo>
                  <a:pt x="43827" y="44450"/>
                </a:lnTo>
                <a:lnTo>
                  <a:pt x="63024" y="31750"/>
                </a:lnTo>
                <a:lnTo>
                  <a:pt x="86510" y="26670"/>
                </a:lnTo>
                <a:lnTo>
                  <a:pt x="1176829" y="26670"/>
                </a:lnTo>
                <a:lnTo>
                  <a:pt x="1175985" y="25400"/>
                </a:lnTo>
                <a:lnTo>
                  <a:pt x="1148482" y="7620"/>
                </a:lnTo>
                <a:lnTo>
                  <a:pt x="1114844" y="0"/>
                </a:lnTo>
                <a:close/>
              </a:path>
              <a:path w="1201420" h="1130300">
                <a:moveTo>
                  <a:pt x="1176829" y="26670"/>
                </a:moveTo>
                <a:lnTo>
                  <a:pt x="1114858" y="26670"/>
                </a:lnTo>
                <a:lnTo>
                  <a:pt x="1138338" y="31750"/>
                </a:lnTo>
                <a:lnTo>
                  <a:pt x="1157536" y="44450"/>
                </a:lnTo>
                <a:lnTo>
                  <a:pt x="1170491" y="63500"/>
                </a:lnTo>
                <a:lnTo>
                  <a:pt x="1175245" y="86360"/>
                </a:lnTo>
                <a:lnTo>
                  <a:pt x="1175245" y="784860"/>
                </a:lnTo>
                <a:lnTo>
                  <a:pt x="1170493" y="807720"/>
                </a:lnTo>
                <a:lnTo>
                  <a:pt x="1157540" y="826770"/>
                </a:lnTo>
                <a:lnTo>
                  <a:pt x="1138343" y="840740"/>
                </a:lnTo>
                <a:lnTo>
                  <a:pt x="1114858" y="844550"/>
                </a:lnTo>
                <a:lnTo>
                  <a:pt x="856913" y="844550"/>
                </a:lnTo>
                <a:lnTo>
                  <a:pt x="853603" y="847090"/>
                </a:lnTo>
                <a:lnTo>
                  <a:pt x="613745" y="1085850"/>
                </a:lnTo>
                <a:lnTo>
                  <a:pt x="650679" y="1085850"/>
                </a:lnTo>
                <a:lnTo>
                  <a:pt x="865776" y="871220"/>
                </a:lnTo>
                <a:lnTo>
                  <a:pt x="1114844" y="871220"/>
                </a:lnTo>
                <a:lnTo>
                  <a:pt x="1148482" y="864870"/>
                </a:lnTo>
                <a:lnTo>
                  <a:pt x="1175985" y="845820"/>
                </a:lnTo>
                <a:lnTo>
                  <a:pt x="1194545" y="817880"/>
                </a:lnTo>
                <a:lnTo>
                  <a:pt x="1201356" y="784860"/>
                </a:lnTo>
                <a:lnTo>
                  <a:pt x="1201356" y="86360"/>
                </a:lnTo>
                <a:lnTo>
                  <a:pt x="1194545" y="53340"/>
                </a:lnTo>
                <a:lnTo>
                  <a:pt x="1176829" y="26670"/>
                </a:lnTo>
                <a:close/>
              </a:path>
              <a:path w="1201420" h="1130300">
                <a:moveTo>
                  <a:pt x="524525" y="218440"/>
                </a:moveTo>
                <a:lnTo>
                  <a:pt x="476426" y="242570"/>
                </a:lnTo>
                <a:lnTo>
                  <a:pt x="437315" y="269240"/>
                </a:lnTo>
                <a:lnTo>
                  <a:pt x="401370" y="299720"/>
                </a:lnTo>
                <a:lnTo>
                  <a:pt x="368722" y="334010"/>
                </a:lnTo>
                <a:lnTo>
                  <a:pt x="341135" y="372110"/>
                </a:lnTo>
                <a:lnTo>
                  <a:pt x="321362" y="410210"/>
                </a:lnTo>
                <a:lnTo>
                  <a:pt x="309458" y="448310"/>
                </a:lnTo>
                <a:lnTo>
                  <a:pt x="305477" y="486410"/>
                </a:lnTo>
                <a:lnTo>
                  <a:pt x="307864" y="524510"/>
                </a:lnTo>
                <a:lnTo>
                  <a:pt x="326854" y="588010"/>
                </a:lnTo>
                <a:lnTo>
                  <a:pt x="364865" y="635000"/>
                </a:lnTo>
                <a:lnTo>
                  <a:pt x="420165" y="659130"/>
                </a:lnTo>
                <a:lnTo>
                  <a:pt x="453792" y="661670"/>
                </a:lnTo>
                <a:lnTo>
                  <a:pt x="476300" y="659130"/>
                </a:lnTo>
                <a:lnTo>
                  <a:pt x="497349" y="654050"/>
                </a:lnTo>
                <a:lnTo>
                  <a:pt x="516868" y="643890"/>
                </a:lnTo>
                <a:lnTo>
                  <a:pt x="528273" y="635000"/>
                </a:lnTo>
                <a:lnTo>
                  <a:pt x="453778" y="635000"/>
                </a:lnTo>
                <a:lnTo>
                  <a:pt x="425886" y="633730"/>
                </a:lnTo>
                <a:lnTo>
                  <a:pt x="380983" y="614680"/>
                </a:lnTo>
                <a:lnTo>
                  <a:pt x="349675" y="575310"/>
                </a:lnTo>
                <a:lnTo>
                  <a:pt x="333607" y="519430"/>
                </a:lnTo>
                <a:lnTo>
                  <a:pt x="331587" y="486410"/>
                </a:lnTo>
                <a:lnTo>
                  <a:pt x="335186" y="452120"/>
                </a:lnTo>
                <a:lnTo>
                  <a:pt x="363827" y="384810"/>
                </a:lnTo>
                <a:lnTo>
                  <a:pt x="388772" y="350520"/>
                </a:lnTo>
                <a:lnTo>
                  <a:pt x="417317" y="320040"/>
                </a:lnTo>
                <a:lnTo>
                  <a:pt x="448567" y="293370"/>
                </a:lnTo>
                <a:lnTo>
                  <a:pt x="482423" y="269240"/>
                </a:lnTo>
                <a:lnTo>
                  <a:pt x="518785" y="250190"/>
                </a:lnTo>
                <a:lnTo>
                  <a:pt x="549598" y="250190"/>
                </a:lnTo>
                <a:lnTo>
                  <a:pt x="531492" y="220980"/>
                </a:lnTo>
                <a:lnTo>
                  <a:pt x="524525" y="218440"/>
                </a:lnTo>
                <a:close/>
              </a:path>
              <a:path w="1201420" h="1130300">
                <a:moveTo>
                  <a:pt x="816280" y="218440"/>
                </a:moveTo>
                <a:lnTo>
                  <a:pt x="768168" y="242570"/>
                </a:lnTo>
                <a:lnTo>
                  <a:pt x="729057" y="269240"/>
                </a:lnTo>
                <a:lnTo>
                  <a:pt x="693113" y="299720"/>
                </a:lnTo>
                <a:lnTo>
                  <a:pt x="660465" y="334010"/>
                </a:lnTo>
                <a:lnTo>
                  <a:pt x="632878" y="372110"/>
                </a:lnTo>
                <a:lnTo>
                  <a:pt x="613105" y="410210"/>
                </a:lnTo>
                <a:lnTo>
                  <a:pt x="601200" y="448310"/>
                </a:lnTo>
                <a:lnTo>
                  <a:pt x="597220" y="486410"/>
                </a:lnTo>
                <a:lnTo>
                  <a:pt x="599605" y="524510"/>
                </a:lnTo>
                <a:lnTo>
                  <a:pt x="618591" y="588010"/>
                </a:lnTo>
                <a:lnTo>
                  <a:pt x="656606" y="635000"/>
                </a:lnTo>
                <a:lnTo>
                  <a:pt x="711901" y="659130"/>
                </a:lnTo>
                <a:lnTo>
                  <a:pt x="745534" y="661670"/>
                </a:lnTo>
                <a:lnTo>
                  <a:pt x="768050" y="659130"/>
                </a:lnTo>
                <a:lnTo>
                  <a:pt x="789100" y="654050"/>
                </a:lnTo>
                <a:lnTo>
                  <a:pt x="808613" y="643890"/>
                </a:lnTo>
                <a:lnTo>
                  <a:pt x="820008" y="635000"/>
                </a:lnTo>
                <a:lnTo>
                  <a:pt x="745521" y="635000"/>
                </a:lnTo>
                <a:lnTo>
                  <a:pt x="717623" y="633730"/>
                </a:lnTo>
                <a:lnTo>
                  <a:pt x="672724" y="614680"/>
                </a:lnTo>
                <a:lnTo>
                  <a:pt x="641418" y="575310"/>
                </a:lnTo>
                <a:lnTo>
                  <a:pt x="625349" y="519430"/>
                </a:lnTo>
                <a:lnTo>
                  <a:pt x="623329" y="486410"/>
                </a:lnTo>
                <a:lnTo>
                  <a:pt x="626928" y="452120"/>
                </a:lnTo>
                <a:lnTo>
                  <a:pt x="655569" y="384810"/>
                </a:lnTo>
                <a:lnTo>
                  <a:pt x="680514" y="350520"/>
                </a:lnTo>
                <a:lnTo>
                  <a:pt x="709054" y="320040"/>
                </a:lnTo>
                <a:lnTo>
                  <a:pt x="740305" y="293370"/>
                </a:lnTo>
                <a:lnTo>
                  <a:pt x="774163" y="269240"/>
                </a:lnTo>
                <a:lnTo>
                  <a:pt x="810528" y="250190"/>
                </a:lnTo>
                <a:lnTo>
                  <a:pt x="841467" y="250190"/>
                </a:lnTo>
                <a:lnTo>
                  <a:pt x="826665" y="226060"/>
                </a:lnTo>
                <a:lnTo>
                  <a:pt x="823222" y="220980"/>
                </a:lnTo>
                <a:lnTo>
                  <a:pt x="816280" y="218440"/>
                </a:lnTo>
                <a:close/>
              </a:path>
              <a:path w="1201420" h="1130300">
                <a:moveTo>
                  <a:pt x="549598" y="250190"/>
                </a:moveTo>
                <a:lnTo>
                  <a:pt x="518785" y="250190"/>
                </a:lnTo>
                <a:lnTo>
                  <a:pt x="531252" y="270510"/>
                </a:lnTo>
                <a:lnTo>
                  <a:pt x="502634" y="285750"/>
                </a:lnTo>
                <a:lnTo>
                  <a:pt x="454397" y="322580"/>
                </a:lnTo>
                <a:lnTo>
                  <a:pt x="416708" y="367030"/>
                </a:lnTo>
                <a:lnTo>
                  <a:pt x="393083" y="422910"/>
                </a:lnTo>
                <a:lnTo>
                  <a:pt x="387396" y="458470"/>
                </a:lnTo>
                <a:lnTo>
                  <a:pt x="388612" y="462280"/>
                </a:lnTo>
                <a:lnTo>
                  <a:pt x="393563" y="467360"/>
                </a:lnTo>
                <a:lnTo>
                  <a:pt x="397074" y="468630"/>
                </a:lnTo>
                <a:lnTo>
                  <a:pt x="450429" y="468630"/>
                </a:lnTo>
                <a:lnTo>
                  <a:pt x="465195" y="471170"/>
                </a:lnTo>
                <a:lnTo>
                  <a:pt x="507868" y="485140"/>
                </a:lnTo>
                <a:lnTo>
                  <a:pt x="535569" y="515620"/>
                </a:lnTo>
                <a:lnTo>
                  <a:pt x="543346" y="553720"/>
                </a:lnTo>
                <a:lnTo>
                  <a:pt x="541721" y="570230"/>
                </a:lnTo>
                <a:lnTo>
                  <a:pt x="516969" y="610870"/>
                </a:lnTo>
                <a:lnTo>
                  <a:pt x="471444" y="633730"/>
                </a:lnTo>
                <a:lnTo>
                  <a:pt x="453778" y="635000"/>
                </a:lnTo>
                <a:lnTo>
                  <a:pt x="528273" y="635000"/>
                </a:lnTo>
                <a:lnTo>
                  <a:pt x="560777" y="594360"/>
                </a:lnTo>
                <a:lnTo>
                  <a:pt x="569495" y="553720"/>
                </a:lnTo>
                <a:lnTo>
                  <a:pt x="569098" y="543560"/>
                </a:lnTo>
                <a:lnTo>
                  <a:pt x="559344" y="504190"/>
                </a:lnTo>
                <a:lnTo>
                  <a:pt x="532120" y="469900"/>
                </a:lnTo>
                <a:lnTo>
                  <a:pt x="484970" y="448310"/>
                </a:lnTo>
                <a:lnTo>
                  <a:pt x="452718" y="443230"/>
                </a:lnTo>
                <a:lnTo>
                  <a:pt x="415708" y="443230"/>
                </a:lnTo>
                <a:lnTo>
                  <a:pt x="421206" y="419100"/>
                </a:lnTo>
                <a:lnTo>
                  <a:pt x="440665" y="377190"/>
                </a:lnTo>
                <a:lnTo>
                  <a:pt x="474477" y="339090"/>
                </a:lnTo>
                <a:lnTo>
                  <a:pt x="525095" y="303530"/>
                </a:lnTo>
                <a:lnTo>
                  <a:pt x="558964" y="285750"/>
                </a:lnTo>
                <a:lnTo>
                  <a:pt x="561446" y="281940"/>
                </a:lnTo>
                <a:lnTo>
                  <a:pt x="563515" y="275590"/>
                </a:lnTo>
                <a:lnTo>
                  <a:pt x="562981" y="271780"/>
                </a:lnTo>
                <a:lnTo>
                  <a:pt x="549598" y="250190"/>
                </a:lnTo>
                <a:close/>
              </a:path>
              <a:path w="1201420" h="1130300">
                <a:moveTo>
                  <a:pt x="841467" y="250190"/>
                </a:moveTo>
                <a:lnTo>
                  <a:pt x="810528" y="250190"/>
                </a:lnTo>
                <a:lnTo>
                  <a:pt x="823022" y="270510"/>
                </a:lnTo>
                <a:lnTo>
                  <a:pt x="794409" y="285750"/>
                </a:lnTo>
                <a:lnTo>
                  <a:pt x="746169" y="322580"/>
                </a:lnTo>
                <a:lnTo>
                  <a:pt x="708483" y="367030"/>
                </a:lnTo>
                <a:lnTo>
                  <a:pt x="684855" y="422910"/>
                </a:lnTo>
                <a:lnTo>
                  <a:pt x="679166" y="458470"/>
                </a:lnTo>
                <a:lnTo>
                  <a:pt x="680367" y="462280"/>
                </a:lnTo>
                <a:lnTo>
                  <a:pt x="685320" y="467360"/>
                </a:lnTo>
                <a:lnTo>
                  <a:pt x="688830" y="468630"/>
                </a:lnTo>
                <a:lnTo>
                  <a:pt x="742178" y="468630"/>
                </a:lnTo>
                <a:lnTo>
                  <a:pt x="756945" y="471170"/>
                </a:lnTo>
                <a:lnTo>
                  <a:pt x="799617" y="485140"/>
                </a:lnTo>
                <a:lnTo>
                  <a:pt x="827318" y="515620"/>
                </a:lnTo>
                <a:lnTo>
                  <a:pt x="835102" y="553720"/>
                </a:lnTo>
                <a:lnTo>
                  <a:pt x="833475" y="570230"/>
                </a:lnTo>
                <a:lnTo>
                  <a:pt x="808712" y="610870"/>
                </a:lnTo>
                <a:lnTo>
                  <a:pt x="763192" y="633730"/>
                </a:lnTo>
                <a:lnTo>
                  <a:pt x="745521" y="635000"/>
                </a:lnTo>
                <a:lnTo>
                  <a:pt x="820008" y="635000"/>
                </a:lnTo>
                <a:lnTo>
                  <a:pt x="852518" y="594360"/>
                </a:lnTo>
                <a:lnTo>
                  <a:pt x="861238" y="553720"/>
                </a:lnTo>
                <a:lnTo>
                  <a:pt x="860839" y="543560"/>
                </a:lnTo>
                <a:lnTo>
                  <a:pt x="851073" y="504190"/>
                </a:lnTo>
                <a:lnTo>
                  <a:pt x="823838" y="469900"/>
                </a:lnTo>
                <a:lnTo>
                  <a:pt x="776699" y="448310"/>
                </a:lnTo>
                <a:lnTo>
                  <a:pt x="744447" y="443230"/>
                </a:lnTo>
                <a:lnTo>
                  <a:pt x="707438" y="443230"/>
                </a:lnTo>
                <a:lnTo>
                  <a:pt x="712935" y="419100"/>
                </a:lnTo>
                <a:lnTo>
                  <a:pt x="732395" y="377190"/>
                </a:lnTo>
                <a:lnTo>
                  <a:pt x="766208" y="339090"/>
                </a:lnTo>
                <a:lnTo>
                  <a:pt x="816830" y="303530"/>
                </a:lnTo>
                <a:lnTo>
                  <a:pt x="850707" y="285750"/>
                </a:lnTo>
                <a:lnTo>
                  <a:pt x="853189" y="281940"/>
                </a:lnTo>
                <a:lnTo>
                  <a:pt x="855245" y="275590"/>
                </a:lnTo>
                <a:lnTo>
                  <a:pt x="854711" y="271780"/>
                </a:lnTo>
                <a:lnTo>
                  <a:pt x="841467" y="25019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6"/>
          <p:cNvSpPr/>
          <p:nvPr/>
        </p:nvSpPr>
        <p:spPr>
          <a:xfrm>
            <a:off x="2860011" y="6202259"/>
            <a:ext cx="110736" cy="1107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2694416" y="6036663"/>
            <a:ext cx="508285" cy="508285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418835" y="0"/>
                </a:moveTo>
                <a:lnTo>
                  <a:pt x="370012" y="2819"/>
                </a:lnTo>
                <a:lnTo>
                  <a:pt x="322837" y="11068"/>
                </a:lnTo>
                <a:lnTo>
                  <a:pt x="277626" y="24430"/>
                </a:lnTo>
                <a:lnTo>
                  <a:pt x="234694" y="42591"/>
                </a:lnTo>
                <a:lnTo>
                  <a:pt x="194355" y="65236"/>
                </a:lnTo>
                <a:lnTo>
                  <a:pt x="156925" y="92050"/>
                </a:lnTo>
                <a:lnTo>
                  <a:pt x="122718" y="122718"/>
                </a:lnTo>
                <a:lnTo>
                  <a:pt x="92050" y="156925"/>
                </a:lnTo>
                <a:lnTo>
                  <a:pt x="65236" y="194355"/>
                </a:lnTo>
                <a:lnTo>
                  <a:pt x="42591" y="234694"/>
                </a:lnTo>
                <a:lnTo>
                  <a:pt x="24430" y="277626"/>
                </a:lnTo>
                <a:lnTo>
                  <a:pt x="11068" y="322837"/>
                </a:lnTo>
                <a:lnTo>
                  <a:pt x="2819" y="370012"/>
                </a:lnTo>
                <a:lnTo>
                  <a:pt x="0" y="418835"/>
                </a:lnTo>
                <a:lnTo>
                  <a:pt x="2819" y="467658"/>
                </a:lnTo>
                <a:lnTo>
                  <a:pt x="11068" y="514833"/>
                </a:lnTo>
                <a:lnTo>
                  <a:pt x="24430" y="560044"/>
                </a:lnTo>
                <a:lnTo>
                  <a:pt x="42591" y="602976"/>
                </a:lnTo>
                <a:lnTo>
                  <a:pt x="65236" y="643315"/>
                </a:lnTo>
                <a:lnTo>
                  <a:pt x="92050" y="680745"/>
                </a:lnTo>
                <a:lnTo>
                  <a:pt x="122718" y="714952"/>
                </a:lnTo>
                <a:lnTo>
                  <a:pt x="156925" y="745619"/>
                </a:lnTo>
                <a:lnTo>
                  <a:pt x="194355" y="772433"/>
                </a:lnTo>
                <a:lnTo>
                  <a:pt x="234694" y="795079"/>
                </a:lnTo>
                <a:lnTo>
                  <a:pt x="277626" y="813240"/>
                </a:lnTo>
                <a:lnTo>
                  <a:pt x="322837" y="826602"/>
                </a:lnTo>
                <a:lnTo>
                  <a:pt x="370012" y="834851"/>
                </a:lnTo>
                <a:lnTo>
                  <a:pt x="418835" y="837670"/>
                </a:lnTo>
                <a:lnTo>
                  <a:pt x="467658" y="834851"/>
                </a:lnTo>
                <a:lnTo>
                  <a:pt x="514832" y="826602"/>
                </a:lnTo>
                <a:lnTo>
                  <a:pt x="560044" y="813240"/>
                </a:lnTo>
                <a:lnTo>
                  <a:pt x="575559" y="806677"/>
                </a:lnTo>
                <a:lnTo>
                  <a:pt x="418835" y="806677"/>
                </a:lnTo>
                <a:lnTo>
                  <a:pt x="370301" y="803645"/>
                </a:lnTo>
                <a:lnTo>
                  <a:pt x="323534" y="794796"/>
                </a:lnTo>
                <a:lnTo>
                  <a:pt x="278901" y="780498"/>
                </a:lnTo>
                <a:lnTo>
                  <a:pt x="236771" y="761118"/>
                </a:lnTo>
                <a:lnTo>
                  <a:pt x="197512" y="737026"/>
                </a:lnTo>
                <a:lnTo>
                  <a:pt x="161492" y="708590"/>
                </a:lnTo>
                <a:lnTo>
                  <a:pt x="129080" y="676178"/>
                </a:lnTo>
                <a:lnTo>
                  <a:pt x="100644" y="640158"/>
                </a:lnTo>
                <a:lnTo>
                  <a:pt x="76552" y="600899"/>
                </a:lnTo>
                <a:lnTo>
                  <a:pt x="57172" y="558769"/>
                </a:lnTo>
                <a:lnTo>
                  <a:pt x="42874" y="514136"/>
                </a:lnTo>
                <a:lnTo>
                  <a:pt x="34025" y="467368"/>
                </a:lnTo>
                <a:lnTo>
                  <a:pt x="30993" y="418835"/>
                </a:lnTo>
                <a:lnTo>
                  <a:pt x="34025" y="370302"/>
                </a:lnTo>
                <a:lnTo>
                  <a:pt x="42874" y="323534"/>
                </a:lnTo>
                <a:lnTo>
                  <a:pt x="57172" y="278901"/>
                </a:lnTo>
                <a:lnTo>
                  <a:pt x="76552" y="236771"/>
                </a:lnTo>
                <a:lnTo>
                  <a:pt x="100644" y="197512"/>
                </a:lnTo>
                <a:lnTo>
                  <a:pt x="129080" y="161492"/>
                </a:lnTo>
                <a:lnTo>
                  <a:pt x="161492" y="129080"/>
                </a:lnTo>
                <a:lnTo>
                  <a:pt x="197512" y="100644"/>
                </a:lnTo>
                <a:lnTo>
                  <a:pt x="236771" y="76552"/>
                </a:lnTo>
                <a:lnTo>
                  <a:pt x="278901" y="57172"/>
                </a:lnTo>
                <a:lnTo>
                  <a:pt x="323534" y="42874"/>
                </a:lnTo>
                <a:lnTo>
                  <a:pt x="370301" y="34025"/>
                </a:lnTo>
                <a:lnTo>
                  <a:pt x="418835" y="30993"/>
                </a:lnTo>
                <a:lnTo>
                  <a:pt x="575559" y="30993"/>
                </a:lnTo>
                <a:lnTo>
                  <a:pt x="560044" y="24430"/>
                </a:lnTo>
                <a:lnTo>
                  <a:pt x="514832" y="11068"/>
                </a:lnTo>
                <a:lnTo>
                  <a:pt x="467658" y="2819"/>
                </a:lnTo>
                <a:lnTo>
                  <a:pt x="418835" y="0"/>
                </a:lnTo>
                <a:close/>
              </a:path>
              <a:path w="838200" h="838200">
                <a:moveTo>
                  <a:pt x="575559" y="30993"/>
                </a:moveTo>
                <a:lnTo>
                  <a:pt x="418835" y="30993"/>
                </a:lnTo>
                <a:lnTo>
                  <a:pt x="467368" y="34025"/>
                </a:lnTo>
                <a:lnTo>
                  <a:pt x="514136" y="42874"/>
                </a:lnTo>
                <a:lnTo>
                  <a:pt x="558769" y="57172"/>
                </a:lnTo>
                <a:lnTo>
                  <a:pt x="600899" y="76552"/>
                </a:lnTo>
                <a:lnTo>
                  <a:pt x="640158" y="100644"/>
                </a:lnTo>
                <a:lnTo>
                  <a:pt x="676178" y="129080"/>
                </a:lnTo>
                <a:lnTo>
                  <a:pt x="708590" y="161492"/>
                </a:lnTo>
                <a:lnTo>
                  <a:pt x="737026" y="197512"/>
                </a:lnTo>
                <a:lnTo>
                  <a:pt x="761118" y="236771"/>
                </a:lnTo>
                <a:lnTo>
                  <a:pt x="780497" y="278901"/>
                </a:lnTo>
                <a:lnTo>
                  <a:pt x="794796" y="323534"/>
                </a:lnTo>
                <a:lnTo>
                  <a:pt x="803645" y="370302"/>
                </a:lnTo>
                <a:lnTo>
                  <a:pt x="806677" y="418835"/>
                </a:lnTo>
                <a:lnTo>
                  <a:pt x="803645" y="467368"/>
                </a:lnTo>
                <a:lnTo>
                  <a:pt x="794796" y="514136"/>
                </a:lnTo>
                <a:lnTo>
                  <a:pt x="780497" y="558769"/>
                </a:lnTo>
                <a:lnTo>
                  <a:pt x="761118" y="600899"/>
                </a:lnTo>
                <a:lnTo>
                  <a:pt x="737026" y="640158"/>
                </a:lnTo>
                <a:lnTo>
                  <a:pt x="708590" y="676178"/>
                </a:lnTo>
                <a:lnTo>
                  <a:pt x="676178" y="708590"/>
                </a:lnTo>
                <a:lnTo>
                  <a:pt x="640158" y="737026"/>
                </a:lnTo>
                <a:lnTo>
                  <a:pt x="600899" y="761118"/>
                </a:lnTo>
                <a:lnTo>
                  <a:pt x="558769" y="780498"/>
                </a:lnTo>
                <a:lnTo>
                  <a:pt x="514136" y="794796"/>
                </a:lnTo>
                <a:lnTo>
                  <a:pt x="467368" y="803645"/>
                </a:lnTo>
                <a:lnTo>
                  <a:pt x="418835" y="806677"/>
                </a:lnTo>
                <a:lnTo>
                  <a:pt x="575559" y="806677"/>
                </a:lnTo>
                <a:lnTo>
                  <a:pt x="643315" y="772433"/>
                </a:lnTo>
                <a:lnTo>
                  <a:pt x="680745" y="745619"/>
                </a:lnTo>
                <a:lnTo>
                  <a:pt x="714952" y="714952"/>
                </a:lnTo>
                <a:lnTo>
                  <a:pt x="745619" y="680745"/>
                </a:lnTo>
                <a:lnTo>
                  <a:pt x="772433" y="643315"/>
                </a:lnTo>
                <a:lnTo>
                  <a:pt x="795079" y="602976"/>
                </a:lnTo>
                <a:lnTo>
                  <a:pt x="813240" y="560044"/>
                </a:lnTo>
                <a:lnTo>
                  <a:pt x="826602" y="514833"/>
                </a:lnTo>
                <a:lnTo>
                  <a:pt x="834851" y="467658"/>
                </a:lnTo>
                <a:lnTo>
                  <a:pt x="837670" y="418835"/>
                </a:lnTo>
                <a:lnTo>
                  <a:pt x="834851" y="370012"/>
                </a:lnTo>
                <a:lnTo>
                  <a:pt x="826602" y="322837"/>
                </a:lnTo>
                <a:lnTo>
                  <a:pt x="813240" y="277626"/>
                </a:lnTo>
                <a:lnTo>
                  <a:pt x="795079" y="234694"/>
                </a:lnTo>
                <a:lnTo>
                  <a:pt x="772433" y="194355"/>
                </a:lnTo>
                <a:lnTo>
                  <a:pt x="745619" y="156925"/>
                </a:lnTo>
                <a:lnTo>
                  <a:pt x="714952" y="122718"/>
                </a:lnTo>
                <a:lnTo>
                  <a:pt x="680745" y="92050"/>
                </a:lnTo>
                <a:lnTo>
                  <a:pt x="643315" y="65236"/>
                </a:lnTo>
                <a:lnTo>
                  <a:pt x="602976" y="42591"/>
                </a:lnTo>
                <a:lnTo>
                  <a:pt x="575559" y="30993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2817343" y="6159591"/>
            <a:ext cx="260303" cy="259919"/>
          </a:xfrm>
          <a:custGeom>
            <a:avLst/>
            <a:gdLst/>
            <a:ahLst/>
            <a:cxnLst/>
            <a:rect l="l" t="t" r="r" b="b"/>
            <a:pathLst>
              <a:path w="429260" h="428625">
                <a:moveTo>
                  <a:pt x="305871" y="289834"/>
                </a:moveTo>
                <a:lnTo>
                  <a:pt x="260515" y="289834"/>
                </a:lnTo>
                <a:lnTo>
                  <a:pt x="401244" y="423861"/>
                </a:lnTo>
                <a:lnTo>
                  <a:pt x="404595" y="426374"/>
                </a:lnTo>
                <a:lnTo>
                  <a:pt x="407945" y="428049"/>
                </a:lnTo>
                <a:lnTo>
                  <a:pt x="416322" y="428049"/>
                </a:lnTo>
                <a:lnTo>
                  <a:pt x="420510" y="426374"/>
                </a:lnTo>
                <a:lnTo>
                  <a:pt x="423023" y="423023"/>
                </a:lnTo>
                <a:lnTo>
                  <a:pt x="428887" y="417160"/>
                </a:lnTo>
                <a:lnTo>
                  <a:pt x="428887" y="407108"/>
                </a:lnTo>
                <a:lnTo>
                  <a:pt x="422186" y="401244"/>
                </a:lnTo>
                <a:lnTo>
                  <a:pt x="305871" y="289834"/>
                </a:lnTo>
                <a:close/>
              </a:path>
              <a:path w="429260" h="428625">
                <a:moveTo>
                  <a:pt x="161670" y="0"/>
                </a:moveTo>
                <a:lnTo>
                  <a:pt x="118863" y="5809"/>
                </a:lnTo>
                <a:lnTo>
                  <a:pt x="80292" y="22182"/>
                </a:lnTo>
                <a:lnTo>
                  <a:pt x="47537" y="47537"/>
                </a:lnTo>
                <a:lnTo>
                  <a:pt x="22182" y="80292"/>
                </a:lnTo>
                <a:lnTo>
                  <a:pt x="5809" y="118864"/>
                </a:lnTo>
                <a:lnTo>
                  <a:pt x="0" y="161670"/>
                </a:lnTo>
                <a:lnTo>
                  <a:pt x="5809" y="204477"/>
                </a:lnTo>
                <a:lnTo>
                  <a:pt x="22182" y="243048"/>
                </a:lnTo>
                <a:lnTo>
                  <a:pt x="47537" y="275803"/>
                </a:lnTo>
                <a:lnTo>
                  <a:pt x="80292" y="301158"/>
                </a:lnTo>
                <a:lnTo>
                  <a:pt x="118863" y="317531"/>
                </a:lnTo>
                <a:lnTo>
                  <a:pt x="161670" y="323341"/>
                </a:lnTo>
                <a:lnTo>
                  <a:pt x="188776" y="321050"/>
                </a:lnTo>
                <a:lnTo>
                  <a:pt x="214548" y="314440"/>
                </a:lnTo>
                <a:lnTo>
                  <a:pt x="238592" y="303904"/>
                </a:lnTo>
                <a:lnTo>
                  <a:pt x="256600" y="292347"/>
                </a:lnTo>
                <a:lnTo>
                  <a:pt x="161670" y="292347"/>
                </a:lnTo>
                <a:lnTo>
                  <a:pt x="110860" y="282059"/>
                </a:lnTo>
                <a:lnTo>
                  <a:pt x="69317" y="254023"/>
                </a:lnTo>
                <a:lnTo>
                  <a:pt x="41281" y="212480"/>
                </a:lnTo>
                <a:lnTo>
                  <a:pt x="30993" y="161670"/>
                </a:lnTo>
                <a:lnTo>
                  <a:pt x="41281" y="110860"/>
                </a:lnTo>
                <a:lnTo>
                  <a:pt x="69317" y="69317"/>
                </a:lnTo>
                <a:lnTo>
                  <a:pt x="110860" y="41281"/>
                </a:lnTo>
                <a:lnTo>
                  <a:pt x="161670" y="30993"/>
                </a:lnTo>
                <a:lnTo>
                  <a:pt x="254431" y="30993"/>
                </a:lnTo>
                <a:lnTo>
                  <a:pt x="243048" y="22182"/>
                </a:lnTo>
                <a:lnTo>
                  <a:pt x="204477" y="5809"/>
                </a:lnTo>
                <a:lnTo>
                  <a:pt x="161670" y="0"/>
                </a:lnTo>
                <a:close/>
              </a:path>
              <a:path w="429260" h="428625">
                <a:moveTo>
                  <a:pt x="254431" y="30993"/>
                </a:moveTo>
                <a:lnTo>
                  <a:pt x="161670" y="30993"/>
                </a:lnTo>
                <a:lnTo>
                  <a:pt x="212480" y="41281"/>
                </a:lnTo>
                <a:lnTo>
                  <a:pt x="254023" y="69317"/>
                </a:lnTo>
                <a:lnTo>
                  <a:pt x="282059" y="110860"/>
                </a:lnTo>
                <a:lnTo>
                  <a:pt x="292347" y="161670"/>
                </a:lnTo>
                <a:lnTo>
                  <a:pt x="282059" y="212480"/>
                </a:lnTo>
                <a:lnTo>
                  <a:pt x="254023" y="254023"/>
                </a:lnTo>
                <a:lnTo>
                  <a:pt x="212480" y="282059"/>
                </a:lnTo>
                <a:lnTo>
                  <a:pt x="161670" y="292347"/>
                </a:lnTo>
                <a:lnTo>
                  <a:pt x="256600" y="292347"/>
                </a:lnTo>
                <a:lnTo>
                  <a:pt x="260515" y="289834"/>
                </a:lnTo>
                <a:lnTo>
                  <a:pt x="305871" y="289834"/>
                </a:lnTo>
                <a:lnTo>
                  <a:pt x="283132" y="268054"/>
                </a:lnTo>
                <a:lnTo>
                  <a:pt x="300017" y="245188"/>
                </a:lnTo>
                <a:lnTo>
                  <a:pt x="312660" y="219574"/>
                </a:lnTo>
                <a:lnTo>
                  <a:pt x="320592" y="191604"/>
                </a:lnTo>
                <a:lnTo>
                  <a:pt x="323340" y="161670"/>
                </a:lnTo>
                <a:lnTo>
                  <a:pt x="317531" y="118864"/>
                </a:lnTo>
                <a:lnTo>
                  <a:pt x="301158" y="80292"/>
                </a:lnTo>
                <a:lnTo>
                  <a:pt x="275803" y="47537"/>
                </a:lnTo>
                <a:lnTo>
                  <a:pt x="254431" y="30993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 txBox="1"/>
          <p:nvPr/>
        </p:nvSpPr>
        <p:spPr>
          <a:xfrm>
            <a:off x="3357991" y="6202163"/>
            <a:ext cx="5733226" cy="31542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Duncan, O. D. (1984). Notes on social measurement: Historical and critical. Russell Sage</a:t>
            </a:r>
            <a:r>
              <a:rPr sz="1001" spc="146" dirty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Foundation.</a:t>
            </a:r>
            <a:endParaRPr sz="100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67394" y="1840019"/>
            <a:ext cx="9874596" cy="2121429"/>
          </a:xfrm>
          <a:prstGeom prst="rect">
            <a:avLst/>
          </a:prstGeom>
        </p:spPr>
        <p:txBody>
          <a:bodyPr vert="horz" wrap="square" lIns="0" tIns="43512" rIns="0" bIns="0" rtlCol="0">
            <a:spAutoFit/>
          </a:bodyPr>
          <a:lstStyle/>
          <a:p>
            <a:pPr marL="7316" marR="3081" indent="-23489" algn="ctr">
              <a:lnSpc>
                <a:spcPts val="5397"/>
              </a:lnSpc>
              <a:spcBef>
                <a:spcPts val="343"/>
              </a:spcBef>
            </a:pPr>
            <a:r>
              <a:rPr sz="4578" spc="248" dirty="0">
                <a:cs typeface="Calibri" panose="020F0502020204030204" pitchFamily="34" charset="0"/>
              </a:rPr>
              <a:t>En</a:t>
            </a:r>
            <a:r>
              <a:rPr sz="4578" spc="-215" dirty="0">
                <a:cs typeface="Calibri" panose="020F0502020204030204" pitchFamily="34" charset="0"/>
              </a:rPr>
              <a:t> </a:t>
            </a:r>
            <a:r>
              <a:rPr sz="4578" spc="97" dirty="0">
                <a:cs typeface="Calibri" panose="020F0502020204030204" pitchFamily="34" charset="0"/>
              </a:rPr>
              <a:t>ciencias</a:t>
            </a:r>
            <a:r>
              <a:rPr sz="4578" spc="-212" dirty="0">
                <a:cs typeface="Calibri" panose="020F0502020204030204" pitchFamily="34" charset="0"/>
              </a:rPr>
              <a:t> </a:t>
            </a:r>
            <a:r>
              <a:rPr sz="4578" spc="61" dirty="0">
                <a:cs typeface="Calibri" panose="020F0502020204030204" pitchFamily="34" charset="0"/>
              </a:rPr>
              <a:t>sociales,</a:t>
            </a:r>
            <a:r>
              <a:rPr sz="4578" spc="-340" dirty="0">
                <a:cs typeface="Calibri" panose="020F0502020204030204" pitchFamily="34" charset="0"/>
              </a:rPr>
              <a:t> </a:t>
            </a:r>
            <a:r>
              <a:rPr sz="4578" spc="233" dirty="0">
                <a:cs typeface="Calibri" panose="020F0502020204030204" pitchFamily="34" charset="0"/>
              </a:rPr>
              <a:t>y</a:t>
            </a:r>
            <a:r>
              <a:rPr sz="4578" spc="-337" dirty="0">
                <a:cs typeface="Calibri" panose="020F0502020204030204" pitchFamily="34" charset="0"/>
              </a:rPr>
              <a:t> </a:t>
            </a:r>
            <a:r>
              <a:rPr sz="4578" spc="191" dirty="0">
                <a:cs typeface="Calibri" panose="020F0502020204030204" pitchFamily="34" charset="0"/>
              </a:rPr>
              <a:t>en</a:t>
            </a:r>
            <a:r>
              <a:rPr sz="4578" spc="-212" dirty="0">
                <a:cs typeface="Calibri" panose="020F0502020204030204" pitchFamily="34" charset="0"/>
              </a:rPr>
              <a:t> </a:t>
            </a:r>
            <a:r>
              <a:rPr sz="4578" spc="52" dirty="0">
                <a:cs typeface="Calibri" panose="020F0502020204030204" pitchFamily="34" charset="0"/>
              </a:rPr>
              <a:t>el</a:t>
            </a:r>
            <a:r>
              <a:rPr sz="4578" spc="-355" dirty="0">
                <a:cs typeface="Calibri" panose="020F0502020204030204" pitchFamily="34" charset="0"/>
              </a:rPr>
              <a:t> </a:t>
            </a:r>
            <a:r>
              <a:rPr sz="4578" spc="130" dirty="0" err="1">
                <a:cs typeface="Calibri" panose="020F0502020204030204" pitchFamily="34" charset="0"/>
              </a:rPr>
              <a:t>público</a:t>
            </a:r>
            <a:r>
              <a:rPr sz="4578" spc="130" dirty="0">
                <a:cs typeface="Calibri" panose="020F0502020204030204" pitchFamily="34" charset="0"/>
              </a:rPr>
              <a:t> </a:t>
            </a:r>
            <a:r>
              <a:rPr sz="4578" spc="191" dirty="0" err="1">
                <a:cs typeface="Calibri" panose="020F0502020204030204" pitchFamily="34" charset="0"/>
              </a:rPr>
              <a:t>en</a:t>
            </a:r>
            <a:r>
              <a:rPr sz="4578" spc="-221" dirty="0">
                <a:cs typeface="Calibri" panose="020F0502020204030204" pitchFamily="34" charset="0"/>
              </a:rPr>
              <a:t> </a:t>
            </a:r>
            <a:r>
              <a:rPr sz="4578" spc="133" dirty="0">
                <a:cs typeface="Calibri" panose="020F0502020204030204" pitchFamily="34" charset="0"/>
              </a:rPr>
              <a:t>general</a:t>
            </a:r>
            <a:r>
              <a:rPr lang="es-ES" sz="4578" spc="133" dirty="0">
                <a:cs typeface="Calibri" panose="020F0502020204030204" pitchFamily="34" charset="0"/>
              </a:rPr>
              <a:t>,</a:t>
            </a:r>
            <a:r>
              <a:rPr sz="4578" spc="-361" dirty="0">
                <a:cs typeface="Calibri" panose="020F0502020204030204" pitchFamily="34" charset="0"/>
              </a:rPr>
              <a:t> </a:t>
            </a:r>
            <a:r>
              <a:rPr sz="4578" spc="15" dirty="0">
                <a:cs typeface="Calibri" panose="020F0502020204030204" pitchFamily="34" charset="0"/>
              </a:rPr>
              <a:t>existe</a:t>
            </a:r>
            <a:r>
              <a:rPr sz="4578" spc="-221" dirty="0">
                <a:cs typeface="Calibri" panose="020F0502020204030204" pitchFamily="34" charset="0"/>
              </a:rPr>
              <a:t> </a:t>
            </a:r>
            <a:r>
              <a:rPr sz="4578" dirty="0">
                <a:cs typeface="Calibri" panose="020F0502020204030204" pitchFamily="34" charset="0"/>
              </a:rPr>
              <a:t>la</a:t>
            </a:r>
            <a:r>
              <a:rPr sz="4578" spc="-218" dirty="0">
                <a:cs typeface="Calibri" panose="020F0502020204030204" pitchFamily="34" charset="0"/>
              </a:rPr>
              <a:t> </a:t>
            </a:r>
            <a:r>
              <a:rPr sz="4578" spc="-9" dirty="0" err="1">
                <a:cs typeface="Calibri" panose="020F0502020204030204" pitchFamily="34" charset="0"/>
              </a:rPr>
              <a:t>intuición</a:t>
            </a:r>
            <a:r>
              <a:rPr sz="4578" spc="133" dirty="0">
                <a:cs typeface="Calibri" panose="020F0502020204030204" pitchFamily="34" charset="0"/>
              </a:rPr>
              <a:t> </a:t>
            </a:r>
            <a:r>
              <a:rPr sz="4578" spc="240" dirty="0">
                <a:cs typeface="Calibri" panose="020F0502020204030204" pitchFamily="34" charset="0"/>
              </a:rPr>
              <a:t>que </a:t>
            </a:r>
            <a:r>
              <a:rPr sz="4578" spc="52" dirty="0">
                <a:cs typeface="Calibri" panose="020F0502020204030204" pitchFamily="34" charset="0"/>
              </a:rPr>
              <a:t>efectivamente </a:t>
            </a:r>
            <a:r>
              <a:rPr sz="4578" spc="309" dirty="0">
                <a:cs typeface="Calibri" panose="020F0502020204030204" pitchFamily="34" charset="0"/>
              </a:rPr>
              <a:t>podemos</a:t>
            </a:r>
            <a:r>
              <a:rPr sz="4578" spc="-949" dirty="0">
                <a:cs typeface="Calibri" panose="020F0502020204030204" pitchFamily="34" charset="0"/>
              </a:rPr>
              <a:t> </a:t>
            </a:r>
            <a:r>
              <a:rPr sz="4578" spc="-94" dirty="0">
                <a:cs typeface="Calibri" panose="020F0502020204030204" pitchFamily="34" charset="0"/>
              </a:rPr>
              <a:t>medir.</a:t>
            </a:r>
            <a:endParaRPr sz="4578" dirty="0"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19871" y="4309107"/>
            <a:ext cx="6354721" cy="774122"/>
          </a:xfrm>
          <a:prstGeom prst="rect">
            <a:avLst/>
          </a:prstGeom>
        </p:spPr>
        <p:txBody>
          <a:bodyPr vert="horz" wrap="square" lIns="0" tIns="30035" rIns="0" bIns="0" rtlCol="0">
            <a:spAutoFit/>
          </a:bodyPr>
          <a:lstStyle/>
          <a:p>
            <a:pPr marL="7701" marR="3081" indent="539475">
              <a:lnSpc>
                <a:spcPts val="2850"/>
              </a:lnSpc>
              <a:spcBef>
                <a:spcPts val="236"/>
              </a:spcBef>
            </a:pPr>
            <a:r>
              <a:rPr sz="2456" spc="182" dirty="0">
                <a:cs typeface="Calibri" panose="020F0502020204030204" pitchFamily="34" charset="0"/>
              </a:rPr>
              <a:t>O </a:t>
            </a:r>
            <a:r>
              <a:rPr sz="2456" spc="130" dirty="0">
                <a:cs typeface="Calibri" panose="020F0502020204030204" pitchFamily="34" charset="0"/>
              </a:rPr>
              <a:t>cuando </a:t>
            </a:r>
            <a:r>
              <a:rPr sz="2456" spc="164" dirty="0">
                <a:cs typeface="Calibri" panose="020F0502020204030204" pitchFamily="34" charset="0"/>
              </a:rPr>
              <a:t>menos </a:t>
            </a:r>
            <a:r>
              <a:rPr sz="2456" spc="121" dirty="0">
                <a:cs typeface="Calibri" panose="020F0502020204030204" pitchFamily="34" charset="0"/>
              </a:rPr>
              <a:t>parecemos </a:t>
            </a:r>
            <a:r>
              <a:rPr sz="2456" spc="61" dirty="0">
                <a:cs typeface="Calibri" panose="020F0502020204030204" pitchFamily="34" charset="0"/>
              </a:rPr>
              <a:t>operar  </a:t>
            </a:r>
            <a:r>
              <a:rPr sz="2456" spc="109" dirty="0">
                <a:cs typeface="Calibri" panose="020F0502020204030204" pitchFamily="34" charset="0"/>
              </a:rPr>
              <a:t>sobre</a:t>
            </a:r>
            <a:r>
              <a:rPr sz="2456" spc="-121" dirty="0">
                <a:cs typeface="Calibri" panose="020F0502020204030204" pitchFamily="34" charset="0"/>
              </a:rPr>
              <a:t> </a:t>
            </a:r>
            <a:r>
              <a:rPr sz="2456" spc="146" dirty="0">
                <a:cs typeface="Calibri" panose="020F0502020204030204" pitchFamily="34" charset="0"/>
              </a:rPr>
              <a:t>ese</a:t>
            </a:r>
            <a:r>
              <a:rPr sz="2456" spc="-121" dirty="0">
                <a:cs typeface="Calibri" panose="020F0502020204030204" pitchFamily="34" charset="0"/>
              </a:rPr>
              <a:t> </a:t>
            </a:r>
            <a:r>
              <a:rPr sz="2456" spc="124" dirty="0">
                <a:cs typeface="Calibri" panose="020F0502020204030204" pitchFamily="34" charset="0"/>
              </a:rPr>
              <a:t>supuesto</a:t>
            </a:r>
            <a:r>
              <a:rPr sz="2456" spc="-121" dirty="0">
                <a:cs typeface="Calibri" panose="020F0502020204030204" pitchFamily="34" charset="0"/>
              </a:rPr>
              <a:t> </a:t>
            </a:r>
            <a:r>
              <a:rPr sz="2456" spc="109" dirty="0">
                <a:cs typeface="Calibri" panose="020F0502020204030204" pitchFamily="34" charset="0"/>
              </a:rPr>
              <a:t>en</a:t>
            </a:r>
            <a:r>
              <a:rPr sz="2456" spc="-121" dirty="0">
                <a:cs typeface="Calibri" panose="020F0502020204030204" pitchFamily="34" charset="0"/>
              </a:rPr>
              <a:t> </a:t>
            </a:r>
            <a:r>
              <a:rPr sz="2456" spc="64" dirty="0">
                <a:cs typeface="Calibri" panose="020F0502020204030204" pitchFamily="34" charset="0"/>
              </a:rPr>
              <a:t>múltiples</a:t>
            </a:r>
            <a:r>
              <a:rPr sz="2456" spc="-121" dirty="0">
                <a:cs typeface="Calibri" panose="020F0502020204030204" pitchFamily="34" charset="0"/>
              </a:rPr>
              <a:t> </a:t>
            </a:r>
            <a:r>
              <a:rPr sz="2456" spc="15" dirty="0">
                <a:cs typeface="Calibri" panose="020F0502020204030204" pitchFamily="34" charset="0"/>
              </a:rPr>
              <a:t>contextos.</a:t>
            </a:r>
            <a:endParaRPr sz="2456" dirty="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26111" y="2042189"/>
            <a:ext cx="10337829" cy="2760686"/>
          </a:xfrm>
          <a:prstGeom prst="rect">
            <a:avLst/>
          </a:prstGeom>
        </p:spPr>
        <p:txBody>
          <a:bodyPr vert="horz" wrap="square" lIns="0" tIns="41587" rIns="0" bIns="0" rtlCol="0">
            <a:spAutoFit/>
          </a:bodyPr>
          <a:lstStyle/>
          <a:p>
            <a:pPr marL="7316" marR="3081" indent="-1925" algn="ctr">
              <a:lnSpc>
                <a:spcPts val="5300"/>
              </a:lnSpc>
              <a:spcBef>
                <a:spcPts val="327"/>
              </a:spcBef>
            </a:pPr>
            <a:r>
              <a:rPr sz="4487" spc="149" dirty="0">
                <a:latin typeface="Calibri" panose="020F0502020204030204" pitchFamily="34" charset="0"/>
                <a:cs typeface="Calibri" panose="020F0502020204030204" pitchFamily="34" charset="0"/>
              </a:rPr>
              <a:t>Al </a:t>
            </a:r>
            <a:r>
              <a:rPr sz="4487" spc="236" dirty="0">
                <a:latin typeface="Calibri" panose="020F0502020204030204" pitchFamily="34" charset="0"/>
                <a:cs typeface="Calibri" panose="020F0502020204030204" pitchFamily="34" charset="0"/>
              </a:rPr>
              <a:t>mismo </a:t>
            </a:r>
            <a:r>
              <a:rPr sz="4487" spc="-6" dirty="0">
                <a:latin typeface="Calibri" panose="020F0502020204030204" pitchFamily="34" charset="0"/>
                <a:cs typeface="Calibri" panose="020F0502020204030204" pitchFamily="34" charset="0"/>
              </a:rPr>
              <a:t>tiempo, </a:t>
            </a:r>
            <a:r>
              <a:rPr sz="4487" spc="118" dirty="0">
                <a:latin typeface="Calibri" panose="020F0502020204030204" pitchFamily="34" charset="0"/>
                <a:cs typeface="Calibri" panose="020F0502020204030204" pitchFamily="34" charset="0"/>
              </a:rPr>
              <a:t>parece </a:t>
            </a:r>
            <a:r>
              <a:rPr sz="4487" spc="94" dirty="0">
                <a:latin typeface="Calibri" panose="020F0502020204030204" pitchFamily="34" charset="0"/>
                <a:cs typeface="Calibri" panose="020F0502020204030204" pitchFamily="34" charset="0"/>
              </a:rPr>
              <a:t>razonable  </a:t>
            </a:r>
            <a:r>
              <a:rPr sz="4487" spc="100" dirty="0">
                <a:latin typeface="Calibri" panose="020F0502020204030204" pitchFamily="34" charset="0"/>
                <a:cs typeface="Calibri" panose="020F0502020204030204" pitchFamily="34" charset="0"/>
              </a:rPr>
              <a:t>considerar</a:t>
            </a:r>
            <a:r>
              <a:rPr sz="4487" spc="-3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233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487" spc="-2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46" dirty="0">
                <a:latin typeface="Calibri" panose="020F0502020204030204" pitchFamily="34" charset="0"/>
                <a:cs typeface="Calibri" panose="020F0502020204030204" pitchFamily="34" charset="0"/>
              </a:rPr>
              <a:t>hay</a:t>
            </a:r>
            <a:r>
              <a:rPr sz="4487" spc="-32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276" dirty="0">
                <a:latin typeface="Calibri" panose="020F0502020204030204" pitchFamily="34" charset="0"/>
                <a:cs typeface="Calibri" panose="020F0502020204030204" pitchFamily="34" charset="0"/>
              </a:rPr>
              <a:t>casos</a:t>
            </a:r>
            <a:r>
              <a:rPr sz="4487" spc="-2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85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4487" spc="-2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85" dirty="0" err="1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4487" spc="-2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76" dirty="0">
                <a:latin typeface="Calibri" panose="020F0502020204030204" pitchFamily="34" charset="0"/>
                <a:cs typeface="Calibri" panose="020F0502020204030204" pitchFamily="34" charset="0"/>
              </a:rPr>
              <a:t>cu</a:t>
            </a:r>
            <a:r>
              <a:rPr lang="en-CL" sz="4487" spc="176" dirty="0">
                <a:latin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sz="4487" spc="176" dirty="0">
                <a:latin typeface="Calibri" panose="020F0502020204030204" pitchFamily="34" charset="0"/>
                <a:cs typeface="Calibri" panose="020F0502020204030204" pitchFamily="34" charset="0"/>
              </a:rPr>
              <a:t>les </a:t>
            </a:r>
            <a:r>
              <a:rPr sz="4487" spc="224" dirty="0"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sz="4487" spc="288" dirty="0">
                <a:latin typeface="Calibri" panose="020F0502020204030204" pitchFamily="34" charset="0"/>
                <a:cs typeface="Calibri" panose="020F0502020204030204" pitchFamily="34" charset="0"/>
              </a:rPr>
              <a:t>hemos </a:t>
            </a:r>
            <a:r>
              <a:rPr sz="4487" spc="170" dirty="0">
                <a:latin typeface="Calibri" panose="020F0502020204030204" pitchFamily="34" charset="0"/>
                <a:cs typeface="Calibri" panose="020F0502020204030204" pitchFamily="34" charset="0"/>
              </a:rPr>
              <a:t>logrado </a:t>
            </a:r>
            <a:r>
              <a:rPr sz="4487" spc="-127" dirty="0">
                <a:latin typeface="Calibri" panose="020F0502020204030204" pitchFamily="34" charset="0"/>
                <a:cs typeface="Calibri" panose="020F0502020204030204" pitchFamily="34" charset="0"/>
              </a:rPr>
              <a:t>(o </a:t>
            </a:r>
            <a:r>
              <a:rPr sz="4487" spc="224" dirty="0"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sz="4487" spc="288" dirty="0">
                <a:latin typeface="Calibri" panose="020F0502020204030204" pitchFamily="34" charset="0"/>
                <a:cs typeface="Calibri" panose="020F0502020204030204" pitchFamily="34" charset="0"/>
              </a:rPr>
              <a:t>es </a:t>
            </a:r>
            <a:r>
              <a:rPr sz="4487" spc="64" dirty="0">
                <a:latin typeface="Calibri" panose="020F0502020204030204" pitchFamily="34" charset="0"/>
                <a:cs typeface="Calibri" panose="020F0502020204030204" pitchFamily="34" charset="0"/>
              </a:rPr>
              <a:t>posible)  </a:t>
            </a:r>
            <a:r>
              <a:rPr sz="4487" spc="91" dirty="0">
                <a:latin typeface="Calibri" panose="020F0502020204030204" pitchFamily="34" charset="0"/>
                <a:cs typeface="Calibri" panose="020F0502020204030204" pitchFamily="34" charset="0"/>
              </a:rPr>
              <a:t>medir</a:t>
            </a:r>
            <a:r>
              <a:rPr sz="4487" spc="-3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8" dirty="0">
                <a:latin typeface="Calibri" panose="020F0502020204030204" pitchFamily="34" charset="0"/>
                <a:cs typeface="Calibri" panose="020F0502020204030204" pitchFamily="34" charset="0"/>
              </a:rPr>
              <a:t>atributos</a:t>
            </a:r>
            <a:r>
              <a:rPr sz="4487" spc="-2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233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487" spc="-2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276" dirty="0">
                <a:latin typeface="Calibri" panose="020F0502020204030204" pitchFamily="34" charset="0"/>
                <a:cs typeface="Calibri" panose="020F0502020204030204" pitchFamily="34" charset="0"/>
              </a:rPr>
              <a:t>nos</a:t>
            </a:r>
            <a:r>
              <a:rPr sz="4487" spc="-2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-52" dirty="0">
                <a:latin typeface="Calibri" panose="020F0502020204030204" pitchFamily="34" charset="0"/>
                <a:cs typeface="Calibri" panose="020F0502020204030204" pitchFamily="34" charset="0"/>
              </a:rPr>
              <a:t>interesan.</a:t>
            </a:r>
            <a:endParaRPr sz="448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7062" y="1394915"/>
            <a:ext cx="10375565" cy="4133670"/>
          </a:xfrm>
          <a:prstGeom prst="rect">
            <a:avLst/>
          </a:prstGeom>
        </p:spPr>
        <p:txBody>
          <a:bodyPr vert="horz" wrap="square" lIns="0" tIns="39662" rIns="0" bIns="0" rtlCol="0">
            <a:spAutoFit/>
          </a:bodyPr>
          <a:lstStyle/>
          <a:p>
            <a:pPr marL="70851" marR="61610" algn="ctr">
              <a:lnSpc>
                <a:spcPts val="5251"/>
              </a:lnSpc>
              <a:spcBef>
                <a:spcPts val="312"/>
              </a:spcBef>
            </a:pPr>
            <a:r>
              <a:rPr sz="4457" spc="327" dirty="0">
                <a:latin typeface="Calibri" panose="020F0502020204030204" pitchFamily="34" charset="0"/>
                <a:cs typeface="Calibri" panose="020F0502020204030204" pitchFamily="34" charset="0"/>
              </a:rPr>
              <a:t>¿De</a:t>
            </a:r>
            <a:r>
              <a:rPr sz="4457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218" dirty="0">
                <a:latin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sz="4457" spc="-2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221" dirty="0">
                <a:latin typeface="Calibri" panose="020F0502020204030204" pitchFamily="34" charset="0"/>
                <a:cs typeface="Calibri" panose="020F0502020204030204" pitchFamily="34" charset="0"/>
              </a:rPr>
              <a:t>depende</a:t>
            </a:r>
            <a:r>
              <a:rPr sz="4457" spc="-2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218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457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173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4457" spc="-2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152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4457" spc="-2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49" dirty="0">
                <a:latin typeface="Calibri" panose="020F0502020204030204" pitchFamily="34" charset="0"/>
                <a:cs typeface="Calibri" panose="020F0502020204030204" pitchFamily="34" charset="0"/>
              </a:rPr>
              <a:t>situación  </a:t>
            </a:r>
            <a:r>
              <a:rPr sz="4457" spc="-15" dirty="0">
                <a:latin typeface="Calibri" panose="020F0502020204030204" pitchFamily="34" charset="0"/>
                <a:cs typeface="Calibri" panose="020F0502020204030204" pitchFamily="34" charset="0"/>
              </a:rPr>
              <a:t>particular </a:t>
            </a:r>
            <a:r>
              <a:rPr sz="4457" spc="194" dirty="0">
                <a:latin typeface="Calibri" panose="020F0502020204030204" pitchFamily="34" charset="0"/>
                <a:cs typeface="Calibri" panose="020F0502020204030204" pitchFamily="34" charset="0"/>
              </a:rPr>
              <a:t>yo </a:t>
            </a:r>
            <a:r>
              <a:rPr sz="4457" spc="206" dirty="0">
                <a:latin typeface="Calibri" panose="020F0502020204030204" pitchFamily="34" charset="0"/>
                <a:cs typeface="Calibri" panose="020F0502020204030204" pitchFamily="34" charset="0"/>
              </a:rPr>
              <a:t>pueda </a:t>
            </a:r>
            <a:r>
              <a:rPr sz="4457" spc="-21" dirty="0">
                <a:latin typeface="Calibri" panose="020F0502020204030204" pitchFamily="34" charset="0"/>
                <a:cs typeface="Calibri" panose="020F0502020204030204" pitchFamily="34" charset="0"/>
              </a:rPr>
              <a:t>aﬁrmar </a:t>
            </a:r>
            <a:r>
              <a:rPr sz="4457" spc="-133" dirty="0">
                <a:latin typeface="Calibri" panose="020F0502020204030204" pitchFamily="34" charset="0"/>
                <a:cs typeface="Calibri" panose="020F0502020204030204" pitchFamily="34" charset="0"/>
              </a:rPr>
              <a:t>(o </a:t>
            </a:r>
            <a:r>
              <a:rPr sz="4457" spc="-36" dirty="0">
                <a:latin typeface="Calibri" panose="020F0502020204030204" pitchFamily="34" charset="0"/>
                <a:cs typeface="Calibri" panose="020F0502020204030204" pitchFamily="34" charset="0"/>
              </a:rPr>
              <a:t>no) </a:t>
            </a:r>
            <a:r>
              <a:rPr sz="4457" spc="218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4457" spc="2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240" dirty="0" err="1">
                <a:latin typeface="Calibri" panose="020F0502020204030204" pitchFamily="34" charset="0"/>
                <a:cs typeface="Calibri" panose="020F0502020204030204" pitchFamily="34" charset="0"/>
              </a:rPr>
              <a:t>pued</a:t>
            </a:r>
            <a:r>
              <a:rPr lang="en-US" sz="4457" spc="240" dirty="0" err="1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4457" spc="2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79" dirty="0" err="1">
                <a:latin typeface="Calibri" panose="020F0502020204030204" pitchFamily="34" charset="0"/>
                <a:cs typeface="Calibri" panose="020F0502020204030204" pitchFamily="34" charset="0"/>
              </a:rPr>
              <a:t>medir</a:t>
            </a:r>
            <a:r>
              <a:rPr sz="4457" spc="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185" dirty="0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4457" spc="9" dirty="0">
                <a:latin typeface="Calibri" panose="020F0502020204030204" pitchFamily="34" charset="0"/>
                <a:cs typeface="Calibri" panose="020F0502020204030204" pitchFamily="34" charset="0"/>
              </a:rPr>
              <a:t>atributo?</a:t>
            </a:r>
            <a:endParaRPr sz="445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451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16" marR="3081" algn="ctr">
              <a:lnSpc>
                <a:spcPts val="5251"/>
              </a:lnSpc>
            </a:pPr>
            <a:r>
              <a:rPr sz="4457" spc="139" dirty="0">
                <a:latin typeface="Calibri" panose="020F0502020204030204" pitchFamily="34" charset="0"/>
                <a:cs typeface="Calibri" panose="020F0502020204030204" pitchFamily="34" charset="0"/>
              </a:rPr>
              <a:t>¿Cuándo</a:t>
            </a:r>
            <a:r>
              <a:rPr sz="4457" spc="-24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206" dirty="0">
                <a:latin typeface="Calibri" panose="020F0502020204030204" pitchFamily="34" charset="0"/>
                <a:cs typeface="Calibri" panose="020F0502020204030204" pitchFamily="34" charset="0"/>
              </a:rPr>
              <a:t>podemos</a:t>
            </a:r>
            <a:r>
              <a:rPr sz="4457" spc="-2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9" dirty="0">
                <a:latin typeface="Calibri" panose="020F0502020204030204" pitchFamily="34" charset="0"/>
                <a:cs typeface="Calibri" panose="020F0502020204030204" pitchFamily="34" charset="0"/>
              </a:rPr>
              <a:t>decir</a:t>
            </a:r>
            <a:r>
              <a:rPr sz="4457" spc="-3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118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457" spc="-2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170" dirty="0">
                <a:latin typeface="Calibri" panose="020F0502020204030204" pitchFamily="34" charset="0"/>
                <a:cs typeface="Calibri" panose="020F0502020204030204" pitchFamily="34" charset="0"/>
              </a:rPr>
              <a:t>logramos  </a:t>
            </a:r>
            <a:r>
              <a:rPr sz="4457" spc="27" dirty="0">
                <a:latin typeface="Calibri" panose="020F0502020204030204" pitchFamily="34" charset="0"/>
                <a:cs typeface="Calibri" panose="020F0502020204030204" pitchFamily="34" charset="0"/>
              </a:rPr>
              <a:t>medir</a:t>
            </a:r>
            <a:r>
              <a:rPr sz="4457" spc="-3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52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4457" spc="-2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-33" dirty="0"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4457" spc="-2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118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457" spc="-2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158" dirty="0">
                <a:latin typeface="Calibri" panose="020F0502020204030204" pitchFamily="34" charset="0"/>
                <a:cs typeface="Calibri" panose="020F0502020204030204" pitchFamily="34" charset="0"/>
              </a:rPr>
              <a:t>nos</a:t>
            </a:r>
            <a:r>
              <a:rPr sz="4457" spc="-2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57" spc="-12" dirty="0">
                <a:latin typeface="Calibri" panose="020F0502020204030204" pitchFamily="34" charset="0"/>
                <a:cs typeface="Calibri" panose="020F0502020204030204" pitchFamily="34" charset="0"/>
              </a:rPr>
              <a:t>interesa?</a:t>
            </a:r>
            <a:endParaRPr sz="445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C6596B48-849B-4CCE-B667-88E1959B62B0}"/>
              </a:ext>
            </a:extLst>
          </p:cNvPr>
          <p:cNvSpPr txBox="1"/>
          <p:nvPr/>
        </p:nvSpPr>
        <p:spPr>
          <a:xfrm>
            <a:off x="907063" y="1271099"/>
            <a:ext cx="10349380" cy="1323023"/>
          </a:xfrm>
          <a:prstGeom prst="rect">
            <a:avLst/>
          </a:prstGeom>
        </p:spPr>
        <p:txBody>
          <a:bodyPr vert="horz" wrap="square" lIns="0" tIns="33116" rIns="0" bIns="0" rtlCol="0">
            <a:spAutoFit/>
          </a:bodyPr>
          <a:lstStyle>
            <a:defPPr>
              <a:defRPr lang="es-CL"/>
            </a:defPPr>
            <a:lvl1pPr marL="7701" marR="3081">
              <a:lnSpc>
                <a:spcPts val="3347"/>
              </a:lnSpc>
              <a:spcBef>
                <a:spcPts val="261"/>
              </a:spcBef>
              <a:buAutoNum type="arabicPeriod"/>
              <a:tabLst>
                <a:tab pos="326919" algn="l"/>
              </a:tabLst>
              <a:defRPr sz="2880" spc="158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dirty="0"/>
              <a:t>Depende de la calidad del instrumento de medición que se  usó para medir el atributo.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7063" y="1271099"/>
            <a:ext cx="10349380" cy="2169409"/>
          </a:xfrm>
          <a:prstGeom prst="rect">
            <a:avLst/>
          </a:prstGeom>
        </p:spPr>
        <p:txBody>
          <a:bodyPr vert="horz" wrap="square" lIns="0" tIns="33116" rIns="0" bIns="0" rtlCol="0">
            <a:spAutoFit/>
          </a:bodyPr>
          <a:lstStyle>
            <a:defPPr>
              <a:defRPr lang="es-CL"/>
            </a:defPPr>
            <a:lvl1pPr marL="7701" marR="3081">
              <a:lnSpc>
                <a:spcPts val="3347"/>
              </a:lnSpc>
              <a:spcBef>
                <a:spcPts val="261"/>
              </a:spcBef>
              <a:buAutoNum type="arabicPeriod"/>
              <a:tabLst>
                <a:tab pos="326919" algn="l"/>
              </a:tabLst>
              <a:defRPr sz="2880" spc="158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dirty="0"/>
              <a:t>Depende de la calidad del instrumento de medición que se  usó para medir el atributo.</a:t>
            </a:r>
          </a:p>
          <a:p>
            <a:endParaRPr dirty="0"/>
          </a:p>
          <a:p>
            <a:r>
              <a:rPr dirty="0"/>
              <a:t>Depende de lo que pretendo hacer con los resultados de  la medición.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7063" y="1271099"/>
            <a:ext cx="10349380" cy="3027785"/>
          </a:xfrm>
          <a:prstGeom prst="rect">
            <a:avLst/>
          </a:prstGeom>
        </p:spPr>
        <p:txBody>
          <a:bodyPr vert="horz" wrap="square" lIns="0" tIns="33116" rIns="0" bIns="0" rtlCol="0">
            <a:spAutoFit/>
          </a:bodyPr>
          <a:lstStyle>
            <a:defPPr>
              <a:defRPr lang="es-CL"/>
            </a:defPPr>
            <a:lvl1pPr marL="7701" marR="3081">
              <a:lnSpc>
                <a:spcPts val="3347"/>
              </a:lnSpc>
              <a:spcBef>
                <a:spcPts val="261"/>
              </a:spcBef>
              <a:buAutoNum type="arabicPeriod"/>
              <a:tabLst>
                <a:tab pos="326919" algn="l"/>
              </a:tabLst>
              <a:defRPr sz="2880" spc="158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dirty="0"/>
              <a:t>Depende de la calidad del instrumento de medición que se  usó para medir el atributo.</a:t>
            </a:r>
          </a:p>
          <a:p>
            <a:endParaRPr dirty="0"/>
          </a:p>
          <a:p>
            <a:r>
              <a:rPr dirty="0"/>
              <a:t>Depende de lo que pretendo hacer con los resultados de  la medición.</a:t>
            </a:r>
          </a:p>
          <a:p>
            <a:endParaRPr dirty="0"/>
          </a:p>
          <a:p>
            <a:r>
              <a:rPr dirty="0"/>
              <a:t>Depende de lo que pretendo medir.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7063" y="1271099"/>
            <a:ext cx="10349380" cy="3900204"/>
          </a:xfrm>
          <a:prstGeom prst="rect">
            <a:avLst/>
          </a:prstGeom>
        </p:spPr>
        <p:txBody>
          <a:bodyPr vert="horz" wrap="square" lIns="0" tIns="33116" rIns="0" bIns="0" rtlCol="0">
            <a:spAutoFit/>
          </a:bodyPr>
          <a:lstStyle>
            <a:defPPr>
              <a:defRPr lang="es-CL"/>
            </a:defPPr>
            <a:lvl1pPr marL="7701" marR="3081">
              <a:lnSpc>
                <a:spcPts val="3347"/>
              </a:lnSpc>
              <a:spcBef>
                <a:spcPts val="261"/>
              </a:spcBef>
              <a:buAutoNum type="arabicPeriod"/>
              <a:tabLst>
                <a:tab pos="326919" algn="l"/>
              </a:tabLst>
              <a:defRPr sz="2880" spc="158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dirty="0"/>
              <a:t>Depende de la calidad del instrumento de medición que se  usó para medir el atributo.</a:t>
            </a:r>
          </a:p>
          <a:p>
            <a:endParaRPr dirty="0"/>
          </a:p>
          <a:p>
            <a:r>
              <a:rPr dirty="0"/>
              <a:t>Depende de lo que pretendo hacer con los resultados de  la medición.</a:t>
            </a:r>
          </a:p>
          <a:p>
            <a:endParaRPr dirty="0"/>
          </a:p>
          <a:p>
            <a:r>
              <a:rPr dirty="0"/>
              <a:t>Depende de lo que pretendo medir.</a:t>
            </a:r>
          </a:p>
          <a:p>
            <a:endParaRPr dirty="0"/>
          </a:p>
          <a:p>
            <a:r>
              <a:rPr dirty="0"/>
              <a:t>Depende de qué se está entendiendo por “medir”.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8788" y="3471219"/>
            <a:ext cx="10001667" cy="2663455"/>
          </a:xfrm>
          <a:prstGeom prst="rect">
            <a:avLst/>
          </a:prstGeom>
        </p:spPr>
        <p:txBody>
          <a:bodyPr vert="horz" wrap="square" lIns="0" tIns="33116" rIns="0" bIns="0" rtlCol="0">
            <a:spAutoFit/>
          </a:bodyPr>
          <a:lstStyle>
            <a:defPPr>
              <a:defRPr lang="es-CL"/>
            </a:defPPr>
            <a:lvl1pPr marL="7701" marR="3081">
              <a:lnSpc>
                <a:spcPts val="3347"/>
              </a:lnSpc>
              <a:spcBef>
                <a:spcPts val="261"/>
              </a:spcBef>
              <a:buAutoNum type="arabicPeriod"/>
              <a:tabLst>
                <a:tab pos="326919" algn="l"/>
              </a:tabLst>
              <a:defRPr sz="2880" spc="158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sz="2400" dirty="0"/>
              <a:t>Depende de qué se está entendiendo por “</a:t>
            </a:r>
            <a:r>
              <a:rPr sz="2400" dirty="0" err="1"/>
              <a:t>medir</a:t>
            </a:r>
            <a:r>
              <a:rPr sz="2400" dirty="0"/>
              <a:t>”.</a:t>
            </a:r>
          </a:p>
          <a:p>
            <a:r>
              <a:rPr sz="2400" dirty="0"/>
              <a:t>Depende de lo que pretendo </a:t>
            </a:r>
            <a:r>
              <a:rPr sz="2400" dirty="0" err="1"/>
              <a:t>medir</a:t>
            </a:r>
            <a:r>
              <a:rPr sz="2400" dirty="0"/>
              <a:t>.</a:t>
            </a:r>
          </a:p>
          <a:p>
            <a:r>
              <a:rPr sz="2400" dirty="0"/>
              <a:t>Depende de lo que pretendo hacer con los resultados de la </a:t>
            </a:r>
            <a:r>
              <a:rPr sz="2400" dirty="0" err="1"/>
              <a:t>medición</a:t>
            </a:r>
            <a:r>
              <a:rPr sz="2400" dirty="0"/>
              <a:t>.</a:t>
            </a:r>
          </a:p>
          <a:p>
            <a:r>
              <a:rPr sz="2400" dirty="0"/>
              <a:t>Depende de la calidad del instrumento de medición que se usó para medir el  atributo.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9761" y="858658"/>
            <a:ext cx="10356697" cy="2079847"/>
          </a:xfrm>
          <a:prstGeom prst="rect">
            <a:avLst/>
          </a:prstGeom>
        </p:spPr>
        <p:txBody>
          <a:bodyPr vert="horz" wrap="square" lIns="0" tIns="40432" rIns="0" bIns="0" rtlCol="0" anchor="ctr">
            <a:spAutoFit/>
          </a:bodyPr>
          <a:lstStyle/>
          <a:p>
            <a:pPr marL="7701" marR="3081" algn="ctr">
              <a:lnSpc>
                <a:spcPts val="5300"/>
              </a:lnSpc>
              <a:spcBef>
                <a:spcPts val="318"/>
              </a:spcBef>
            </a:pPr>
            <a:r>
              <a:rPr sz="4487" spc="340" dirty="0">
                <a:latin typeface="Calibri" panose="020F0502020204030204" pitchFamily="34" charset="0"/>
                <a:cs typeface="Calibri" panose="020F0502020204030204" pitchFamily="34" charset="0"/>
              </a:rPr>
              <a:t>¿De</a:t>
            </a:r>
            <a:r>
              <a:rPr sz="4487" spc="-2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227" dirty="0">
                <a:latin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sz="4487" spc="-2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230" dirty="0">
                <a:latin typeface="Calibri" panose="020F0502020204030204" pitchFamily="34" charset="0"/>
                <a:cs typeface="Calibri" panose="020F0502020204030204" pitchFamily="34" charset="0"/>
              </a:rPr>
              <a:t>depende</a:t>
            </a:r>
            <a:r>
              <a:rPr sz="4487" spc="-2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22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487" spc="-2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82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4487" spc="-2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61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4487" spc="-2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55" dirty="0">
                <a:latin typeface="Calibri" panose="020F0502020204030204" pitchFamily="34" charset="0"/>
                <a:cs typeface="Calibri" panose="020F0502020204030204" pitchFamily="34" charset="0"/>
              </a:rPr>
              <a:t>situación  </a:t>
            </a:r>
            <a:r>
              <a:rPr sz="4487" spc="-9" dirty="0">
                <a:latin typeface="Calibri" panose="020F0502020204030204" pitchFamily="34" charset="0"/>
                <a:cs typeface="Calibri" panose="020F0502020204030204" pitchFamily="34" charset="0"/>
              </a:rPr>
              <a:t>particular </a:t>
            </a:r>
            <a:r>
              <a:rPr sz="4487" spc="206" dirty="0">
                <a:latin typeface="Calibri" panose="020F0502020204030204" pitchFamily="34" charset="0"/>
                <a:cs typeface="Calibri" panose="020F0502020204030204" pitchFamily="34" charset="0"/>
              </a:rPr>
              <a:t>yo </a:t>
            </a:r>
            <a:r>
              <a:rPr sz="4487" spc="215" dirty="0" err="1">
                <a:latin typeface="Calibri" panose="020F0502020204030204" pitchFamily="34" charset="0"/>
                <a:cs typeface="Calibri" panose="020F0502020204030204" pitchFamily="34" charset="0"/>
              </a:rPr>
              <a:t>pueda</a:t>
            </a:r>
            <a:r>
              <a:rPr sz="4487" spc="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-1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s-MX" sz="4487" spc="-15" dirty="0" err="1">
                <a:latin typeface="Calibri" panose="020F0502020204030204" pitchFamily="34" charset="0"/>
                <a:cs typeface="Calibri" panose="020F0502020204030204" pitchFamily="34" charset="0"/>
              </a:rPr>
              <a:t>fir</a:t>
            </a:r>
            <a:r>
              <a:rPr sz="4487" spc="-15" dirty="0">
                <a:latin typeface="Calibri" panose="020F0502020204030204" pitchFamily="34" charset="0"/>
                <a:cs typeface="Calibri" panose="020F0502020204030204" pitchFamily="34" charset="0"/>
              </a:rPr>
              <a:t>mar </a:t>
            </a:r>
            <a:r>
              <a:rPr sz="4487" spc="-130" dirty="0">
                <a:latin typeface="Calibri" panose="020F0502020204030204" pitchFamily="34" charset="0"/>
                <a:cs typeface="Calibri" panose="020F0502020204030204" pitchFamily="34" charset="0"/>
              </a:rPr>
              <a:t>(o </a:t>
            </a:r>
            <a:r>
              <a:rPr sz="4487" spc="-30" dirty="0">
                <a:latin typeface="Calibri" panose="020F0502020204030204" pitchFamily="34" charset="0"/>
                <a:cs typeface="Calibri" panose="020F0502020204030204" pitchFamily="34" charset="0"/>
              </a:rPr>
              <a:t>no) </a:t>
            </a:r>
            <a:r>
              <a:rPr sz="4487" spc="227" dirty="0">
                <a:latin typeface="Calibri" panose="020F0502020204030204" pitchFamily="34" charset="0"/>
                <a:cs typeface="Calibri" panose="020F0502020204030204" pitchFamily="34" charset="0"/>
              </a:rPr>
              <a:t>que  </a:t>
            </a:r>
            <a:r>
              <a:rPr sz="4487" spc="252" dirty="0">
                <a:latin typeface="Calibri" panose="020F0502020204030204" pitchFamily="34" charset="0"/>
                <a:cs typeface="Calibri" panose="020F0502020204030204" pitchFamily="34" charset="0"/>
              </a:rPr>
              <a:t>puedo</a:t>
            </a:r>
            <a:r>
              <a:rPr sz="4487" spc="-2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88" dirty="0">
                <a:latin typeface="Calibri" panose="020F0502020204030204" pitchFamily="34" charset="0"/>
                <a:cs typeface="Calibri" panose="020F0502020204030204" pitchFamily="34" charset="0"/>
              </a:rPr>
              <a:t>medir</a:t>
            </a:r>
            <a:r>
              <a:rPr sz="4487" spc="-3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94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4487" spc="-2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8" dirty="0">
                <a:latin typeface="Calibri" panose="020F0502020204030204" pitchFamily="34" charset="0"/>
                <a:cs typeface="Calibri" panose="020F0502020204030204" pitchFamily="34" charset="0"/>
              </a:rPr>
              <a:t>atributo?</a:t>
            </a:r>
            <a:endParaRPr sz="448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6388" y="1537027"/>
            <a:ext cx="10940337" cy="2877945"/>
          </a:xfrm>
          <a:prstGeom prst="rect">
            <a:avLst/>
          </a:prstGeom>
        </p:spPr>
        <p:txBody>
          <a:bodyPr vert="horz" wrap="square" lIns="0" tIns="1478512" rIns="0" bIns="0" rtlCol="0" anchor="ctr">
            <a:spAutoFit/>
          </a:bodyPr>
          <a:lstStyle/>
          <a:p>
            <a:pPr marL="2864876" marR="3081" indent="-2349661">
              <a:lnSpc>
                <a:spcPts val="5397"/>
              </a:lnSpc>
              <a:spcBef>
                <a:spcPts val="343"/>
              </a:spcBef>
            </a:pPr>
            <a:r>
              <a:rPr sz="4400" b="1" spc="273" dirty="0">
                <a:solidFill>
                  <a:schemeClr val="tx1"/>
                </a:solidFill>
                <a:latin typeface="Calibri" panose="020F0502020204030204" pitchFamily="34" charset="0"/>
              </a:rPr>
              <a:t>¿Qué</a:t>
            </a:r>
            <a:r>
              <a:rPr sz="4400" b="1" spc="-21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400" b="1" spc="200" dirty="0">
                <a:solidFill>
                  <a:schemeClr val="tx1"/>
                </a:solidFill>
                <a:latin typeface="Calibri" panose="020F0502020204030204" pitchFamily="34" charset="0"/>
              </a:rPr>
              <a:t>entendemos</a:t>
            </a:r>
            <a:r>
              <a:rPr sz="4400" b="1" spc="-215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400" b="1" spc="133" dirty="0">
                <a:solidFill>
                  <a:schemeClr val="tx1"/>
                </a:solidFill>
                <a:latin typeface="Calibri" panose="020F0502020204030204" pitchFamily="34" charset="0"/>
              </a:rPr>
              <a:t>por</a:t>
            </a:r>
            <a:r>
              <a:rPr sz="4400" b="1" spc="-327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400" b="1" spc="130" dirty="0">
                <a:solidFill>
                  <a:schemeClr val="tx1"/>
                </a:solidFill>
                <a:latin typeface="Calibri" panose="020F0502020204030204" pitchFamily="34" charset="0"/>
              </a:rPr>
              <a:t>medición</a:t>
            </a:r>
            <a:r>
              <a:rPr sz="4400" b="1" spc="-215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400" b="1" spc="191" dirty="0">
                <a:solidFill>
                  <a:schemeClr val="tx1"/>
                </a:solidFill>
                <a:latin typeface="Calibri" panose="020F0502020204030204" pitchFamily="34" charset="0"/>
              </a:rPr>
              <a:t>en  </a:t>
            </a:r>
            <a:r>
              <a:rPr sz="4400" b="1" spc="97" dirty="0">
                <a:solidFill>
                  <a:schemeClr val="tx1"/>
                </a:solidFill>
                <a:latin typeface="Calibri" panose="020F0502020204030204" pitchFamily="34" charset="0"/>
              </a:rPr>
              <a:t>ciencias</a:t>
            </a:r>
            <a:r>
              <a:rPr sz="4400" b="1" spc="-212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400" b="1" spc="191" dirty="0">
                <a:solidFill>
                  <a:schemeClr val="tx1"/>
                </a:solidFill>
                <a:latin typeface="Calibri" panose="020F0502020204030204" pitchFamily="34" charset="0"/>
              </a:rPr>
              <a:t>sociales?</a:t>
            </a:r>
            <a:endParaRPr sz="44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85088BE4-966C-AEF8-B59B-C437ED3FC06C}"/>
              </a:ext>
            </a:extLst>
          </p:cNvPr>
          <p:cNvSpPr txBox="1">
            <a:spLocks/>
          </p:cNvSpPr>
          <p:nvPr/>
        </p:nvSpPr>
        <p:spPr>
          <a:xfrm>
            <a:off x="712547" y="1317083"/>
            <a:ext cx="10940337" cy="736434"/>
          </a:xfrm>
          <a:prstGeom prst="rect">
            <a:avLst/>
          </a:prstGeom>
        </p:spPr>
        <p:txBody>
          <a:bodyPr vert="horz" wrap="square" lIns="0" tIns="43512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05" b="0" i="0" kern="1200">
                <a:solidFill>
                  <a:srgbClr val="CE1F1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439358" marR="3081" indent="-432042">
              <a:lnSpc>
                <a:spcPts val="5397"/>
              </a:lnSpc>
              <a:spcBef>
                <a:spcPts val="343"/>
              </a:spcBef>
            </a:pPr>
            <a:r>
              <a:rPr lang="en-US" sz="4578" b="1" spc="191" dirty="0" err="1">
                <a:solidFill>
                  <a:schemeClr val="tx1"/>
                </a:solidFill>
              </a:rPr>
              <a:t>Depende</a:t>
            </a:r>
            <a:r>
              <a:rPr lang="en-US" sz="4578" b="1" spc="-288" dirty="0">
                <a:solidFill>
                  <a:schemeClr val="tx1"/>
                </a:solidFill>
              </a:rPr>
              <a:t> </a:t>
            </a:r>
            <a:r>
              <a:rPr lang="en-US" sz="4578" b="1" spc="215" dirty="0">
                <a:solidFill>
                  <a:schemeClr val="tx1"/>
                </a:solidFill>
              </a:rPr>
              <a:t>de </a:t>
            </a:r>
            <a:r>
              <a:rPr lang="en-US" sz="4578" b="1" spc="215" dirty="0" err="1">
                <a:solidFill>
                  <a:schemeClr val="tx1"/>
                </a:solidFill>
              </a:rPr>
              <a:t>qué</a:t>
            </a:r>
            <a:r>
              <a:rPr lang="en-US" sz="4578" b="1" spc="215" dirty="0">
                <a:solidFill>
                  <a:schemeClr val="tx1"/>
                </a:solidFill>
              </a:rPr>
              <a:t> se </a:t>
            </a:r>
            <a:r>
              <a:rPr lang="en-US" sz="4578" b="1" spc="215" dirty="0" err="1">
                <a:solidFill>
                  <a:schemeClr val="tx1"/>
                </a:solidFill>
              </a:rPr>
              <a:t>entiende</a:t>
            </a:r>
            <a:r>
              <a:rPr lang="en-US" sz="4578" b="1" spc="215" dirty="0">
                <a:solidFill>
                  <a:schemeClr val="tx1"/>
                </a:solidFill>
              </a:rPr>
              <a:t> </a:t>
            </a:r>
            <a:r>
              <a:rPr lang="en-US" sz="4578" b="1" spc="215" dirty="0" err="1">
                <a:solidFill>
                  <a:schemeClr val="tx1"/>
                </a:solidFill>
              </a:rPr>
              <a:t>por</a:t>
            </a:r>
            <a:r>
              <a:rPr lang="en-US" sz="4578" b="1" spc="215" dirty="0">
                <a:solidFill>
                  <a:schemeClr val="tx1"/>
                </a:solidFill>
              </a:rPr>
              <a:t> “</a:t>
            </a:r>
            <a:r>
              <a:rPr lang="en-US" sz="4578" b="1" spc="215" dirty="0" err="1">
                <a:solidFill>
                  <a:schemeClr val="tx1"/>
                </a:solidFill>
              </a:rPr>
              <a:t>medir</a:t>
            </a:r>
            <a:r>
              <a:rPr lang="en-US" sz="4578" b="1" spc="215" dirty="0">
                <a:solidFill>
                  <a:schemeClr val="tx1"/>
                </a:solidFill>
              </a:rPr>
              <a:t>”</a:t>
            </a:r>
            <a:endParaRPr lang="en-US" sz="4578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138" y="1567797"/>
            <a:ext cx="10852275" cy="714987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lang="en-US" sz="4578" spc="261" dirty="0">
                <a:latin typeface="Calibri" panose="020F0502020204030204" pitchFamily="34" charset="0"/>
                <a:cs typeface="Calibri" panose="020F0502020204030204" pitchFamily="34" charset="0"/>
              </a:rPr>
              <a:t>Lo </a:t>
            </a:r>
            <a:r>
              <a:rPr lang="en-US" sz="4578" spc="261" dirty="0" err="1"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sz="4578" spc="261" dirty="0" err="1">
                <a:latin typeface="Calibri" panose="020F0502020204030204" pitchFamily="34" charset="0"/>
                <a:cs typeface="Calibri" panose="020F0502020204030204" pitchFamily="34" charset="0"/>
              </a:rPr>
              <a:t>ué</a:t>
            </a:r>
            <a:r>
              <a:rPr sz="4578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578" spc="200" dirty="0">
                <a:latin typeface="Calibri" panose="020F0502020204030204" pitchFamily="34" charset="0"/>
                <a:cs typeface="Calibri" panose="020F0502020204030204" pitchFamily="34" charset="0"/>
              </a:rPr>
              <a:t>entendemos</a:t>
            </a:r>
            <a:r>
              <a:rPr sz="4578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578" spc="133" dirty="0"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sz="4578" spc="-32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578" spc="130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4578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578" spc="-85" dirty="0">
                <a:latin typeface="Calibri" panose="020F0502020204030204" pitchFamily="34" charset="0"/>
                <a:cs typeface="Calibri" panose="020F0502020204030204" pitchFamily="34" charset="0"/>
              </a:rPr>
              <a:t>delimita:</a:t>
            </a:r>
            <a:endParaRPr sz="457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97592" y="2754355"/>
            <a:ext cx="8466800" cy="1828399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414329" indent="-407013">
              <a:lnSpc>
                <a:spcPts val="3550"/>
              </a:lnSpc>
              <a:spcBef>
                <a:spcPts val="58"/>
              </a:spcBef>
              <a:buAutoNum type="alphaLcParenR"/>
              <a:tabLst>
                <a:tab pos="414714" algn="l"/>
              </a:tabLst>
            </a:pPr>
            <a:r>
              <a:rPr sz="3002" spc="146" dirty="0">
                <a:latin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sz="3002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152" dirty="0">
                <a:latin typeface="Calibri" panose="020F0502020204030204" pitchFamily="34" charset="0"/>
                <a:cs typeface="Calibri" panose="020F0502020204030204" pitchFamily="34" charset="0"/>
              </a:rPr>
              <a:t>puede</a:t>
            </a:r>
            <a:r>
              <a:rPr sz="3002" spc="-22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146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3002" spc="-2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146" dirty="0">
                <a:latin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sz="3002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139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3002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152" dirty="0">
                <a:latin typeface="Calibri" panose="020F0502020204030204" pitchFamily="34" charset="0"/>
                <a:cs typeface="Calibri" panose="020F0502020204030204" pitchFamily="34" charset="0"/>
              </a:rPr>
              <a:t>puede</a:t>
            </a:r>
            <a:r>
              <a:rPr sz="3002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85" dirty="0">
                <a:latin typeface="Calibri" panose="020F0502020204030204" pitchFamily="34" charset="0"/>
                <a:cs typeface="Calibri" panose="020F0502020204030204" pitchFamily="34" charset="0"/>
              </a:rPr>
              <a:t>ser</a:t>
            </a:r>
            <a:r>
              <a:rPr sz="3002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30" dirty="0">
                <a:latin typeface="Calibri" panose="020F0502020204030204" pitchFamily="34" charset="0"/>
                <a:cs typeface="Calibri" panose="020F0502020204030204" pitchFamily="34" charset="0"/>
              </a:rPr>
              <a:t>medido.</a:t>
            </a:r>
            <a:endParaRPr sz="3002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34352" indent="-427036">
              <a:lnSpc>
                <a:spcPts val="3499"/>
              </a:lnSpc>
              <a:buAutoNum type="alphaLcParenR"/>
              <a:tabLst>
                <a:tab pos="434737" algn="l"/>
              </a:tabLst>
            </a:pPr>
            <a:r>
              <a:rPr sz="3002" spc="21" dirty="0"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sz="3002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88" dirty="0">
                <a:latin typeface="Calibri" panose="020F0502020204030204" pitchFamily="34" charset="0"/>
                <a:cs typeface="Calibri" panose="020F0502020204030204" pitchFamily="34" charset="0"/>
              </a:rPr>
              <a:t>hay</a:t>
            </a:r>
            <a:r>
              <a:rPr sz="3002" spc="-2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-158" dirty="0">
                <a:latin typeface="Calibri" panose="020F0502020204030204" pitchFamily="34" charset="0"/>
                <a:cs typeface="Calibri" panose="020F0502020204030204" pitchFamily="34" charset="0"/>
              </a:rPr>
              <a:t>“tipos”</a:t>
            </a:r>
            <a:r>
              <a:rPr sz="3002" spc="-2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15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3002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9" dirty="0">
                <a:latin typeface="Calibri" panose="020F0502020204030204" pitchFamily="34" charset="0"/>
                <a:cs typeface="Calibri" panose="020F0502020204030204" pitchFamily="34" charset="0"/>
              </a:rPr>
              <a:t>medición.</a:t>
            </a:r>
            <a:endParaRPr sz="3002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15869" indent="-408553">
              <a:lnSpc>
                <a:spcPts val="3499"/>
              </a:lnSpc>
              <a:buAutoNum type="alphaLcParenR"/>
              <a:tabLst>
                <a:tab pos="416254" algn="l"/>
              </a:tabLst>
            </a:pPr>
            <a:r>
              <a:rPr sz="3002" spc="21" dirty="0"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sz="3002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197" dirty="0">
                <a:latin typeface="Calibri" panose="020F0502020204030204" pitchFamily="34" charset="0"/>
                <a:cs typeface="Calibri" panose="020F0502020204030204" pitchFamily="34" charset="0"/>
              </a:rPr>
              <a:t>esos</a:t>
            </a:r>
            <a:r>
              <a:rPr sz="3002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39" dirty="0">
                <a:latin typeface="Calibri" panose="020F0502020204030204" pitchFamily="34" charset="0"/>
                <a:cs typeface="Calibri" panose="020F0502020204030204" pitchFamily="34" charset="0"/>
              </a:rPr>
              <a:t>tipos</a:t>
            </a:r>
            <a:r>
              <a:rPr sz="3002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15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3002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76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3002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176" dirty="0">
                <a:latin typeface="Calibri" panose="020F0502020204030204" pitchFamily="34" charset="0"/>
                <a:cs typeface="Calibri" panose="020F0502020204030204" pitchFamily="34" charset="0"/>
              </a:rPr>
              <a:t>son</a:t>
            </a:r>
            <a:r>
              <a:rPr sz="3002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9" dirty="0">
                <a:latin typeface="Calibri" panose="020F0502020204030204" pitchFamily="34" charset="0"/>
                <a:cs typeface="Calibri" panose="020F0502020204030204" pitchFamily="34" charset="0"/>
              </a:rPr>
              <a:t>equivalentes.</a:t>
            </a:r>
            <a:endParaRPr sz="3002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43594" indent="-436278">
              <a:lnSpc>
                <a:spcPts val="3550"/>
              </a:lnSpc>
              <a:buAutoNum type="alphaLcParenR"/>
              <a:tabLst>
                <a:tab pos="443979" algn="l"/>
              </a:tabLst>
            </a:pPr>
            <a:r>
              <a:rPr sz="3002" spc="146" dirty="0">
                <a:latin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sz="3002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182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3002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45" dirty="0">
                <a:latin typeface="Calibri" panose="020F0502020204030204" pitchFamily="34" charset="0"/>
                <a:cs typeface="Calibri" panose="020F0502020204030204" pitchFamily="34" charset="0"/>
              </a:rPr>
              <a:t>entiende</a:t>
            </a:r>
            <a:r>
              <a:rPr sz="3002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79" dirty="0"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sz="3002" spc="-2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55" dirty="0">
                <a:latin typeface="Calibri" panose="020F0502020204030204" pitchFamily="34" charset="0"/>
                <a:cs typeface="Calibri" panose="020F0502020204030204" pitchFamily="34" charset="0"/>
              </a:rPr>
              <a:t>calidad</a:t>
            </a:r>
            <a:r>
              <a:rPr sz="3002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115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3002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100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3002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002" spc="9" dirty="0">
                <a:latin typeface="Calibri" panose="020F0502020204030204" pitchFamily="34" charset="0"/>
                <a:cs typeface="Calibri" panose="020F0502020204030204" pitchFamily="34" charset="0"/>
              </a:rPr>
              <a:t>medición.</a:t>
            </a:r>
            <a:endParaRPr sz="300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4518" y="22206"/>
            <a:ext cx="9178399" cy="1346330"/>
          </a:xfrm>
          <a:prstGeom prst="rect">
            <a:avLst/>
          </a:prstGeom>
        </p:spPr>
        <p:txBody>
          <a:bodyPr vert="horz" wrap="square" lIns="0" tIns="270700" rIns="0" bIns="0" rtlCol="0" anchor="ctr">
            <a:spAutoFit/>
          </a:bodyPr>
          <a:lstStyle/>
          <a:p>
            <a:pPr marL="1194854">
              <a:lnSpc>
                <a:spcPct val="100000"/>
              </a:lnSpc>
              <a:spcBef>
                <a:spcPts val="2131"/>
              </a:spcBef>
            </a:pPr>
            <a:r>
              <a:rPr sz="4578" spc="170" dirty="0">
                <a:latin typeface="Calibri" panose="020F0502020204030204" pitchFamily="34" charset="0"/>
                <a:cs typeface="Calibri" panose="020F0502020204030204" pitchFamily="34" charset="0"/>
              </a:rPr>
              <a:t>Medición </a:t>
            </a:r>
            <a:r>
              <a:rPr sz="4578" spc="191" dirty="0" err="1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4578" spc="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578" spc="97" dirty="0" err="1">
                <a:latin typeface="Calibri" panose="020F0502020204030204" pitchFamily="34" charset="0"/>
                <a:cs typeface="Calibri" panose="020F0502020204030204" pitchFamily="34" charset="0"/>
              </a:rPr>
              <a:t>ciencia</a:t>
            </a:r>
            <a:r>
              <a:rPr lang="es-MX" sz="4578" spc="97" dirty="0">
                <a:latin typeface="Calibri" panose="020F0502020204030204" pitchFamily="34" charset="0"/>
                <a:cs typeface="Calibri" panose="020F0502020204030204" pitchFamily="34" charset="0"/>
              </a:rPr>
              <a:t>s </a:t>
            </a:r>
            <a:r>
              <a:rPr sz="4578" spc="152" dirty="0" err="1">
                <a:latin typeface="Calibri" panose="020F0502020204030204" pitchFamily="34" charset="0"/>
                <a:cs typeface="Calibri" panose="020F0502020204030204" pitchFamily="34" charset="0"/>
              </a:rPr>
              <a:t>sociales</a:t>
            </a:r>
            <a:endParaRPr sz="457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lnSpc>
                <a:spcPct val="100000"/>
              </a:lnSpc>
              <a:spcBef>
                <a:spcPts val="807"/>
              </a:spcBef>
            </a:pPr>
            <a:r>
              <a:rPr sz="1728" spc="24" dirty="0">
                <a:latin typeface="Calibri" panose="020F0502020204030204" pitchFamily="34" charset="0"/>
              </a:rPr>
              <a:t>Deﬁniciones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33" dirty="0">
                <a:latin typeface="Calibri" panose="020F0502020204030204" pitchFamily="34" charset="0"/>
              </a:rPr>
              <a:t>en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39" dirty="0">
                <a:latin typeface="Calibri" panose="020F0502020204030204" pitchFamily="34" charset="0"/>
              </a:rPr>
              <a:t>la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3" dirty="0">
                <a:latin typeface="Calibri" panose="020F0502020204030204" pitchFamily="34" charset="0"/>
              </a:rPr>
              <a:t>tradición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18" dirty="0">
                <a:latin typeface="Calibri" panose="020F0502020204030204" pitchFamily="34" charset="0"/>
              </a:rPr>
              <a:t>representacional</a:t>
            </a:r>
            <a:r>
              <a:rPr sz="1728" spc="-146" dirty="0">
                <a:latin typeface="Calibri" panose="020F0502020204030204" pitchFamily="34" charset="0"/>
              </a:rPr>
              <a:t> </a:t>
            </a:r>
            <a:r>
              <a:rPr sz="1728" spc="79" dirty="0">
                <a:latin typeface="Calibri" panose="020F0502020204030204" pitchFamily="34" charset="0"/>
              </a:rPr>
              <a:t>de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45" dirty="0">
                <a:latin typeface="Calibri" panose="020F0502020204030204" pitchFamily="34" charset="0"/>
              </a:rPr>
              <a:t>Stevens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0713" y="1615372"/>
            <a:ext cx="10217303" cy="4154921"/>
          </a:xfrm>
          <a:prstGeom prst="rect">
            <a:avLst/>
          </a:prstGeom>
        </p:spPr>
        <p:txBody>
          <a:bodyPr vert="horz" wrap="square" lIns="0" tIns="6161" rIns="0" bIns="0" rtlCol="0">
            <a:spAutoFit/>
          </a:bodyPr>
          <a:lstStyle/>
          <a:p>
            <a:pPr marL="1144025" marR="3081" indent="-1136709">
              <a:lnSpc>
                <a:spcPct val="100699"/>
              </a:lnSpc>
              <a:spcBef>
                <a:spcPts val="49"/>
              </a:spcBef>
            </a:pPr>
            <a:r>
              <a:rPr sz="2608" spc="139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608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73" dirty="0">
                <a:latin typeface="Calibri" panose="020F0502020204030204" pitchFamily="34" charset="0"/>
                <a:cs typeface="Calibri" panose="020F0502020204030204" pitchFamily="34" charset="0"/>
              </a:rPr>
              <a:t>general</a:t>
            </a:r>
            <a:r>
              <a:rPr sz="2608" spc="-1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10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608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55" dirty="0">
                <a:latin typeface="Calibri" panose="020F0502020204030204" pitchFamily="34" charset="0"/>
                <a:cs typeface="Calibri" panose="020F0502020204030204" pitchFamily="34" charset="0"/>
              </a:rPr>
              <a:t>ciencias</a:t>
            </a:r>
            <a:r>
              <a:rPr sz="2608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85" dirty="0">
                <a:latin typeface="Calibri" panose="020F0502020204030204" pitchFamily="34" charset="0"/>
                <a:cs typeface="Calibri" panose="020F0502020204030204" pitchFamily="34" charset="0"/>
              </a:rPr>
              <a:t>sociales</a:t>
            </a:r>
            <a:r>
              <a:rPr sz="2608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167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608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21" dirty="0">
                <a:latin typeface="Calibri" panose="020F0502020204030204" pitchFamily="34" charset="0"/>
                <a:cs typeface="Calibri" panose="020F0502020204030204" pitchFamily="34" charset="0"/>
              </a:rPr>
              <a:t>utiliza—para</a:t>
            </a:r>
            <a:r>
              <a:rPr sz="2608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52" dirty="0">
                <a:latin typeface="Calibri" panose="020F0502020204030204" pitchFamily="34" charset="0"/>
                <a:cs typeface="Calibri" panose="020F0502020204030204" pitchFamily="34" charset="0"/>
              </a:rPr>
              <a:t>bien</a:t>
            </a:r>
            <a:r>
              <a:rPr sz="2608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158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608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39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608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103" dirty="0">
                <a:latin typeface="Calibri" panose="020F0502020204030204" pitchFamily="34" charset="0"/>
                <a:cs typeface="Calibri" panose="020F0502020204030204" pitchFamily="34" charset="0"/>
              </a:rPr>
              <a:t>mal—la  </a:t>
            </a:r>
            <a:r>
              <a:rPr sz="2608" spc="9" dirty="0" err="1">
                <a:latin typeface="Calibri" panose="020F0502020204030204" pitchFamily="34" charset="0"/>
                <a:cs typeface="Calibri" panose="020F0502020204030204" pitchFamily="34" charset="0"/>
              </a:rPr>
              <a:t>deﬁnici</a:t>
            </a:r>
            <a:r>
              <a:rPr lang="es-ES" sz="2608" spc="9" dirty="0" err="1">
                <a:latin typeface="Calibri" panose="020F0502020204030204" pitchFamily="34" charset="0"/>
                <a:cs typeface="Calibri" panose="020F0502020204030204" pitchFamily="34" charset="0"/>
              </a:rPr>
              <a:t>ón</a:t>
            </a:r>
            <a:r>
              <a:rPr sz="2608" spc="-1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146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608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100" dirty="0">
                <a:latin typeface="Calibri" panose="020F0502020204030204" pitchFamily="34" charset="0"/>
                <a:cs typeface="Calibri" panose="020F0502020204030204" pitchFamily="34" charset="0"/>
              </a:rPr>
              <a:t>Stevens</a:t>
            </a:r>
            <a:r>
              <a:rPr sz="2608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-55" dirty="0">
                <a:latin typeface="Calibri" panose="020F0502020204030204" pitchFamily="34" charset="0"/>
                <a:cs typeface="Calibri" panose="020F0502020204030204" pitchFamily="34" charset="0"/>
              </a:rPr>
              <a:t>(1946)</a:t>
            </a:r>
            <a:r>
              <a:rPr sz="2608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173" dirty="0"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2608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67" dirty="0">
                <a:latin typeface="Calibri" panose="020F0502020204030204" pitchFamily="34" charset="0"/>
                <a:cs typeface="Calibri" panose="020F0502020204030204" pitchFamily="34" charset="0"/>
              </a:rPr>
              <a:t>punto</a:t>
            </a:r>
            <a:r>
              <a:rPr sz="2608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146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608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8" spc="-55" dirty="0">
                <a:latin typeface="Calibri" panose="020F0502020204030204" pitchFamily="34" charset="0"/>
                <a:cs typeface="Calibri" panose="020F0502020204030204" pitchFamily="34" charset="0"/>
              </a:rPr>
              <a:t>partida:</a:t>
            </a:r>
            <a:endParaRPr sz="260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82146" marR="1338097">
              <a:spcBef>
                <a:spcPts val="1777"/>
              </a:spcBef>
            </a:pPr>
            <a:r>
              <a:rPr sz="2001" i="1" spc="-170" dirty="0">
                <a:latin typeface="Calibri"/>
                <a:cs typeface="Calibri"/>
              </a:rPr>
              <a:t>Podemos</a:t>
            </a:r>
            <a:r>
              <a:rPr sz="2001" i="1" spc="-161" dirty="0">
                <a:latin typeface="Calibri"/>
                <a:cs typeface="Calibri"/>
              </a:rPr>
              <a:t> </a:t>
            </a:r>
            <a:r>
              <a:rPr sz="2001" i="1" spc="-115" dirty="0">
                <a:latin typeface="Calibri"/>
                <a:cs typeface="Calibri"/>
              </a:rPr>
              <a:t>decir</a:t>
            </a:r>
            <a:r>
              <a:rPr sz="2001" i="1" spc="-158" dirty="0">
                <a:latin typeface="Calibri"/>
                <a:cs typeface="Calibri"/>
              </a:rPr>
              <a:t> </a:t>
            </a:r>
            <a:r>
              <a:rPr sz="2001" i="1" spc="-152" dirty="0">
                <a:latin typeface="Calibri"/>
                <a:cs typeface="Calibri"/>
              </a:rPr>
              <a:t>que</a:t>
            </a:r>
            <a:r>
              <a:rPr sz="2001" i="1" spc="-161" dirty="0">
                <a:latin typeface="Calibri"/>
                <a:cs typeface="Calibri"/>
              </a:rPr>
              <a:t> </a:t>
            </a:r>
            <a:r>
              <a:rPr sz="2001" i="1" spc="-118" dirty="0">
                <a:latin typeface="Calibri"/>
                <a:cs typeface="Calibri"/>
              </a:rPr>
              <a:t>medición,</a:t>
            </a:r>
            <a:r>
              <a:rPr sz="2001" i="1" spc="-197" dirty="0">
                <a:latin typeface="Calibri"/>
                <a:cs typeface="Calibri"/>
              </a:rPr>
              <a:t> </a:t>
            </a:r>
            <a:r>
              <a:rPr sz="2001" i="1" spc="-152" dirty="0">
                <a:latin typeface="Calibri"/>
                <a:cs typeface="Calibri"/>
              </a:rPr>
              <a:t>en</a:t>
            </a:r>
            <a:r>
              <a:rPr sz="2001" i="1" spc="-161" dirty="0">
                <a:latin typeface="Calibri"/>
                <a:cs typeface="Calibri"/>
              </a:rPr>
              <a:t> </a:t>
            </a:r>
            <a:r>
              <a:rPr sz="2001" i="1" spc="-112" dirty="0">
                <a:latin typeface="Calibri"/>
                <a:cs typeface="Calibri"/>
              </a:rPr>
              <a:t>el</a:t>
            </a:r>
            <a:r>
              <a:rPr sz="2001" i="1" spc="-158" dirty="0">
                <a:latin typeface="Calibri"/>
                <a:cs typeface="Calibri"/>
              </a:rPr>
              <a:t> </a:t>
            </a:r>
            <a:r>
              <a:rPr sz="2001" i="1" spc="-121" dirty="0">
                <a:latin typeface="Calibri"/>
                <a:cs typeface="Calibri"/>
              </a:rPr>
              <a:t>sentido</a:t>
            </a:r>
            <a:r>
              <a:rPr sz="2001" i="1" spc="-161" dirty="0">
                <a:latin typeface="Calibri"/>
                <a:cs typeface="Calibri"/>
              </a:rPr>
              <a:t> </a:t>
            </a:r>
            <a:r>
              <a:rPr sz="2001" i="1" spc="-149" dirty="0">
                <a:latin typeface="Calibri"/>
                <a:cs typeface="Calibri"/>
              </a:rPr>
              <a:t>más</a:t>
            </a:r>
            <a:r>
              <a:rPr sz="2001" i="1" spc="-158" dirty="0">
                <a:latin typeface="Calibri"/>
                <a:cs typeface="Calibri"/>
              </a:rPr>
              <a:t> </a:t>
            </a:r>
            <a:r>
              <a:rPr sz="2001" i="1" spc="-121" dirty="0">
                <a:latin typeface="Calibri"/>
                <a:cs typeface="Calibri"/>
              </a:rPr>
              <a:t>amplio,</a:t>
            </a:r>
            <a:r>
              <a:rPr sz="2001" i="1" spc="-197" dirty="0">
                <a:latin typeface="Calibri"/>
                <a:cs typeface="Calibri"/>
              </a:rPr>
              <a:t> </a:t>
            </a:r>
            <a:r>
              <a:rPr sz="2001" i="1" spc="-179" dirty="0">
                <a:latin typeface="Calibri"/>
                <a:cs typeface="Calibri"/>
              </a:rPr>
              <a:t>es</a:t>
            </a:r>
            <a:r>
              <a:rPr sz="2001" i="1" spc="-161" dirty="0">
                <a:latin typeface="Calibri"/>
                <a:cs typeface="Calibri"/>
              </a:rPr>
              <a:t> </a:t>
            </a:r>
            <a:r>
              <a:rPr sz="2001" i="1" spc="-106" dirty="0">
                <a:latin typeface="Calibri"/>
                <a:cs typeface="Calibri"/>
              </a:rPr>
              <a:t>definida</a:t>
            </a:r>
            <a:r>
              <a:rPr sz="2001" i="1" spc="-158" dirty="0">
                <a:latin typeface="Calibri"/>
                <a:cs typeface="Calibri"/>
              </a:rPr>
              <a:t> </a:t>
            </a:r>
            <a:r>
              <a:rPr sz="2001" i="1" spc="-182" dirty="0">
                <a:latin typeface="Calibri"/>
                <a:cs typeface="Calibri"/>
              </a:rPr>
              <a:t>como</a:t>
            </a:r>
            <a:r>
              <a:rPr sz="2001" i="1" spc="-161" dirty="0">
                <a:latin typeface="Calibri"/>
                <a:cs typeface="Calibri"/>
              </a:rPr>
              <a:t> </a:t>
            </a:r>
            <a:r>
              <a:rPr sz="2001" i="1" spc="-82" dirty="0">
                <a:latin typeface="Calibri"/>
                <a:cs typeface="Calibri"/>
              </a:rPr>
              <a:t>la</a:t>
            </a:r>
            <a:r>
              <a:rPr sz="2001" i="1" spc="-158" dirty="0">
                <a:latin typeface="Calibri"/>
                <a:cs typeface="Calibri"/>
              </a:rPr>
              <a:t> </a:t>
            </a:r>
            <a:r>
              <a:rPr sz="2001" i="1" spc="-121" dirty="0">
                <a:latin typeface="Calibri"/>
                <a:cs typeface="Calibri"/>
              </a:rPr>
              <a:t>asignación</a:t>
            </a:r>
            <a:r>
              <a:rPr sz="2001" i="1" spc="-161" dirty="0">
                <a:latin typeface="Calibri"/>
                <a:cs typeface="Calibri"/>
              </a:rPr>
              <a:t> </a:t>
            </a:r>
            <a:r>
              <a:rPr sz="2001" i="1" spc="-179" dirty="0">
                <a:latin typeface="Calibri"/>
                <a:cs typeface="Calibri"/>
              </a:rPr>
              <a:t>de  </a:t>
            </a:r>
            <a:r>
              <a:rPr sz="2001" i="1" spc="-124" dirty="0">
                <a:latin typeface="Calibri"/>
                <a:cs typeface="Calibri"/>
              </a:rPr>
              <a:t>numerales </a:t>
            </a:r>
            <a:r>
              <a:rPr sz="2001" i="1" spc="-152" dirty="0">
                <a:latin typeface="Calibri"/>
                <a:cs typeface="Calibri"/>
              </a:rPr>
              <a:t>a </a:t>
            </a:r>
            <a:r>
              <a:rPr sz="2001" i="1" spc="-143" dirty="0">
                <a:latin typeface="Calibri"/>
                <a:cs typeface="Calibri"/>
              </a:rPr>
              <a:t>objetos </a:t>
            </a:r>
            <a:r>
              <a:rPr sz="2001" i="1" spc="-206" dirty="0">
                <a:latin typeface="Calibri"/>
                <a:cs typeface="Calibri"/>
              </a:rPr>
              <a:t>o </a:t>
            </a:r>
            <a:r>
              <a:rPr sz="2001" i="1" spc="-149" dirty="0">
                <a:latin typeface="Calibri"/>
                <a:cs typeface="Calibri"/>
              </a:rPr>
              <a:t>eventos </a:t>
            </a:r>
            <a:r>
              <a:rPr sz="2001" i="1" spc="-179" dirty="0">
                <a:latin typeface="Calibri"/>
                <a:cs typeface="Calibri"/>
              </a:rPr>
              <a:t>de </a:t>
            </a:r>
            <a:r>
              <a:rPr sz="2001" i="1" spc="-146" dirty="0">
                <a:latin typeface="Calibri"/>
                <a:cs typeface="Calibri"/>
              </a:rPr>
              <a:t>acuerdo </a:t>
            </a:r>
            <a:r>
              <a:rPr sz="2001" i="1" spc="-152" dirty="0">
                <a:latin typeface="Calibri"/>
                <a:cs typeface="Calibri"/>
              </a:rPr>
              <a:t>a</a:t>
            </a:r>
            <a:r>
              <a:rPr sz="2001" i="1" spc="-188" dirty="0">
                <a:latin typeface="Calibri"/>
                <a:cs typeface="Calibri"/>
              </a:rPr>
              <a:t> </a:t>
            </a:r>
            <a:r>
              <a:rPr sz="2001" i="1" spc="-115" dirty="0">
                <a:latin typeface="Calibri"/>
                <a:cs typeface="Calibri"/>
              </a:rPr>
              <a:t>reglas.</a:t>
            </a:r>
            <a:endParaRPr sz="2001" dirty="0">
              <a:latin typeface="Calibri"/>
              <a:cs typeface="Calibri"/>
            </a:endParaRPr>
          </a:p>
          <a:p>
            <a:pPr marL="8449459">
              <a:spcBef>
                <a:spcPts val="597"/>
              </a:spcBef>
            </a:pPr>
            <a:r>
              <a:rPr sz="1728" spc="-39" dirty="0">
                <a:latin typeface="Calibri"/>
                <a:cs typeface="Calibri"/>
              </a:rPr>
              <a:t>Stevens</a:t>
            </a:r>
            <a:r>
              <a:rPr sz="1728" spc="-106" dirty="0">
                <a:latin typeface="Calibri"/>
                <a:cs typeface="Calibri"/>
              </a:rPr>
              <a:t> </a:t>
            </a:r>
            <a:r>
              <a:rPr sz="1728" spc="-79" dirty="0">
                <a:latin typeface="Calibri"/>
                <a:cs typeface="Calibri"/>
              </a:rPr>
              <a:t>(1946)</a:t>
            </a:r>
            <a:endParaRPr sz="1728" dirty="0">
              <a:latin typeface="Calibri"/>
              <a:cs typeface="Calibri"/>
            </a:endParaRPr>
          </a:p>
          <a:p>
            <a:pPr>
              <a:spcBef>
                <a:spcPts val="30"/>
              </a:spcBef>
            </a:pPr>
            <a:endParaRPr sz="1759" dirty="0">
              <a:latin typeface="Calibri"/>
              <a:cs typeface="Calibri"/>
            </a:endParaRPr>
          </a:p>
          <a:p>
            <a:pPr marL="7701"/>
            <a:r>
              <a:rPr sz="2001" spc="158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6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versión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4" dirty="0">
                <a:latin typeface="Calibri" panose="020F0502020204030204" pitchFamily="34" charset="0"/>
                <a:cs typeface="Calibri" panose="020F0502020204030204" pitchFamily="34" charset="0"/>
              </a:rPr>
              <a:t>mas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elaborada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misma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9" dirty="0">
                <a:latin typeface="Calibri" panose="020F0502020204030204" pitchFamily="34" charset="0"/>
                <a:cs typeface="Calibri" panose="020F0502020204030204" pitchFamily="34" charset="0"/>
              </a:rPr>
              <a:t>tradición: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9"/>
              </a:spcBef>
            </a:pPr>
            <a:endParaRPr sz="197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82146" marR="740093"/>
            <a:r>
              <a:rPr sz="2001" i="1" spc="-115" dirty="0">
                <a:latin typeface="Calibri"/>
                <a:cs typeface="Calibri"/>
              </a:rPr>
              <a:t>Un </a:t>
            </a:r>
            <a:r>
              <a:rPr sz="2001" i="1" spc="-130" dirty="0">
                <a:latin typeface="Calibri"/>
                <a:cs typeface="Calibri"/>
              </a:rPr>
              <a:t>procedimiento </a:t>
            </a:r>
            <a:r>
              <a:rPr sz="2001" i="1" spc="-127" dirty="0">
                <a:latin typeface="Calibri"/>
                <a:cs typeface="Calibri"/>
              </a:rPr>
              <a:t>para </a:t>
            </a:r>
            <a:r>
              <a:rPr sz="2001" i="1" spc="-82" dirty="0">
                <a:latin typeface="Calibri"/>
                <a:cs typeface="Calibri"/>
              </a:rPr>
              <a:t>la </a:t>
            </a:r>
            <a:r>
              <a:rPr sz="2001" i="1" spc="-121" dirty="0">
                <a:latin typeface="Calibri"/>
                <a:cs typeface="Calibri"/>
              </a:rPr>
              <a:t>asignación </a:t>
            </a:r>
            <a:r>
              <a:rPr sz="2001" i="1" spc="-179" dirty="0">
                <a:latin typeface="Calibri"/>
                <a:cs typeface="Calibri"/>
              </a:rPr>
              <a:t>de </a:t>
            </a:r>
            <a:r>
              <a:rPr sz="2001" i="1" spc="-136" dirty="0">
                <a:latin typeface="Calibri"/>
                <a:cs typeface="Calibri"/>
              </a:rPr>
              <a:t>números </a:t>
            </a:r>
            <a:r>
              <a:rPr sz="2001" i="1" spc="-103" dirty="0">
                <a:latin typeface="Calibri"/>
                <a:cs typeface="Calibri"/>
              </a:rPr>
              <a:t>(puntajes, </a:t>
            </a:r>
            <a:r>
              <a:rPr sz="2001" i="1" spc="-127" dirty="0">
                <a:latin typeface="Calibri"/>
                <a:cs typeface="Calibri"/>
              </a:rPr>
              <a:t>mediciones) </a:t>
            </a:r>
            <a:r>
              <a:rPr sz="2001" i="1" spc="-152" dirty="0">
                <a:latin typeface="Calibri"/>
                <a:cs typeface="Calibri"/>
              </a:rPr>
              <a:t>a </a:t>
            </a:r>
            <a:r>
              <a:rPr sz="2001" i="1" spc="-146" dirty="0">
                <a:latin typeface="Calibri"/>
                <a:cs typeface="Calibri"/>
              </a:rPr>
              <a:t>propiedades  </a:t>
            </a:r>
            <a:r>
              <a:rPr sz="2001" i="1" spc="-136" dirty="0">
                <a:latin typeface="Calibri"/>
                <a:cs typeface="Calibri"/>
              </a:rPr>
              <a:t>especificadas </a:t>
            </a:r>
            <a:r>
              <a:rPr sz="2001" i="1" spc="-179" dirty="0">
                <a:latin typeface="Calibri"/>
                <a:cs typeface="Calibri"/>
              </a:rPr>
              <a:t>de </a:t>
            </a:r>
            <a:r>
              <a:rPr sz="2001" i="1" spc="-127" dirty="0">
                <a:latin typeface="Calibri"/>
                <a:cs typeface="Calibri"/>
              </a:rPr>
              <a:t>unidades </a:t>
            </a:r>
            <a:r>
              <a:rPr sz="2001" i="1" spc="-118" dirty="0">
                <a:latin typeface="Calibri"/>
                <a:cs typeface="Calibri"/>
              </a:rPr>
              <a:t>experimentales </a:t>
            </a:r>
            <a:r>
              <a:rPr sz="2001" i="1" spc="-179" dirty="0">
                <a:latin typeface="Calibri"/>
                <a:cs typeface="Calibri"/>
              </a:rPr>
              <a:t>de </a:t>
            </a:r>
            <a:r>
              <a:rPr sz="2001" i="1" spc="-73" dirty="0">
                <a:latin typeface="Calibri"/>
                <a:cs typeface="Calibri"/>
              </a:rPr>
              <a:t>tal </a:t>
            </a:r>
            <a:r>
              <a:rPr sz="2001" i="1" spc="-127" dirty="0">
                <a:latin typeface="Calibri"/>
                <a:cs typeface="Calibri"/>
              </a:rPr>
              <a:t>forma </a:t>
            </a:r>
            <a:r>
              <a:rPr sz="2001" i="1" spc="-152" dirty="0">
                <a:latin typeface="Calibri"/>
                <a:cs typeface="Calibri"/>
              </a:rPr>
              <a:t>que </a:t>
            </a:r>
            <a:r>
              <a:rPr sz="2001" i="1" spc="-179" dirty="0">
                <a:latin typeface="Calibri"/>
                <a:cs typeface="Calibri"/>
              </a:rPr>
              <a:t>se </a:t>
            </a:r>
            <a:r>
              <a:rPr sz="2001" i="1" spc="-127" dirty="0">
                <a:latin typeface="Calibri"/>
                <a:cs typeface="Calibri"/>
              </a:rPr>
              <a:t>caracterice </a:t>
            </a:r>
            <a:r>
              <a:rPr sz="2001" i="1" spc="-82" dirty="0">
                <a:latin typeface="Calibri"/>
                <a:cs typeface="Calibri"/>
              </a:rPr>
              <a:t>y </a:t>
            </a:r>
            <a:r>
              <a:rPr sz="2001" i="1" spc="-133" dirty="0">
                <a:latin typeface="Calibri"/>
                <a:cs typeface="Calibri"/>
              </a:rPr>
              <a:t>preserven</a:t>
            </a:r>
            <a:r>
              <a:rPr sz="2001" i="1" spc="-349" dirty="0">
                <a:latin typeface="Calibri"/>
                <a:cs typeface="Calibri"/>
              </a:rPr>
              <a:t> </a:t>
            </a:r>
            <a:r>
              <a:rPr sz="2001" i="1" spc="-127" dirty="0">
                <a:latin typeface="Calibri"/>
                <a:cs typeface="Calibri"/>
              </a:rPr>
              <a:t>relaciones  </a:t>
            </a:r>
            <a:r>
              <a:rPr sz="2001" i="1" spc="-136" dirty="0">
                <a:latin typeface="Calibri"/>
                <a:cs typeface="Calibri"/>
              </a:rPr>
              <a:t>especificadas </a:t>
            </a:r>
            <a:r>
              <a:rPr sz="2001" i="1" spc="-152" dirty="0">
                <a:latin typeface="Calibri"/>
                <a:cs typeface="Calibri"/>
              </a:rPr>
              <a:t>en </a:t>
            </a:r>
            <a:r>
              <a:rPr sz="2001" i="1" spc="-112" dirty="0">
                <a:latin typeface="Calibri"/>
                <a:cs typeface="Calibri"/>
              </a:rPr>
              <a:t>el </a:t>
            </a:r>
            <a:r>
              <a:rPr sz="2001" i="1" spc="-121" dirty="0">
                <a:latin typeface="Calibri"/>
                <a:cs typeface="Calibri"/>
              </a:rPr>
              <a:t>dominio</a:t>
            </a:r>
            <a:r>
              <a:rPr sz="2001" i="1" spc="-246" dirty="0">
                <a:latin typeface="Calibri"/>
                <a:cs typeface="Calibri"/>
              </a:rPr>
              <a:t> </a:t>
            </a:r>
            <a:r>
              <a:rPr sz="2001" i="1" spc="-109" dirty="0">
                <a:latin typeface="Calibri"/>
                <a:cs typeface="Calibri"/>
              </a:rPr>
              <a:t>conductual.</a:t>
            </a:r>
            <a:endParaRPr sz="2001" dirty="0">
              <a:latin typeface="Calibri"/>
              <a:cs typeface="Calibri"/>
            </a:endParaRPr>
          </a:p>
          <a:p>
            <a:pPr marL="7969285">
              <a:spcBef>
                <a:spcPts val="615"/>
              </a:spcBef>
            </a:pPr>
            <a:r>
              <a:rPr sz="1728" spc="-36" dirty="0">
                <a:latin typeface="Calibri"/>
                <a:cs typeface="Calibri"/>
              </a:rPr>
              <a:t>Lord </a:t>
            </a:r>
            <a:r>
              <a:rPr sz="1728" spc="-39" dirty="0">
                <a:latin typeface="Calibri"/>
                <a:cs typeface="Calibri"/>
              </a:rPr>
              <a:t>y </a:t>
            </a:r>
            <a:r>
              <a:rPr sz="1728" spc="-12" dirty="0">
                <a:latin typeface="Calibri"/>
                <a:cs typeface="Calibri"/>
              </a:rPr>
              <a:t>Novick</a:t>
            </a:r>
            <a:r>
              <a:rPr sz="1728" spc="-243" dirty="0">
                <a:latin typeface="Calibri"/>
                <a:cs typeface="Calibri"/>
              </a:rPr>
              <a:t> </a:t>
            </a:r>
            <a:r>
              <a:rPr sz="1728" spc="-79" dirty="0">
                <a:latin typeface="Calibri"/>
                <a:cs typeface="Calibri"/>
              </a:rPr>
              <a:t>(1968)</a:t>
            </a:r>
            <a:endParaRPr sz="1728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7990" y="6125968"/>
            <a:ext cx="6718222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lnSpc>
                <a:spcPts val="1201"/>
              </a:lnSpc>
              <a:spcBef>
                <a:spcPts val="58"/>
              </a:spcBef>
            </a:pPr>
            <a:r>
              <a:rPr sz="1001" spc="-9" dirty="0">
                <a:solidFill>
                  <a:srgbClr val="959595"/>
                </a:solidFill>
                <a:latin typeface="Arial"/>
                <a:cs typeface="Arial"/>
              </a:rPr>
              <a:t>Stevens, </a:t>
            </a:r>
            <a:r>
              <a:rPr sz="1001" spc="-30" dirty="0">
                <a:solidFill>
                  <a:srgbClr val="959595"/>
                </a:solidFill>
                <a:latin typeface="Arial"/>
                <a:cs typeface="Arial"/>
              </a:rPr>
              <a:t>S. S.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(1946). On the </a:t>
            </a:r>
            <a:r>
              <a:rPr sz="1001" spc="-9" dirty="0">
                <a:solidFill>
                  <a:srgbClr val="959595"/>
                </a:solidFill>
                <a:latin typeface="Arial"/>
                <a:cs typeface="Arial"/>
              </a:rPr>
              <a:t>Theory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of Scales of Measurement. </a:t>
            </a:r>
            <a:r>
              <a:rPr sz="1001" i="1" spc="6" dirty="0">
                <a:solidFill>
                  <a:srgbClr val="959595"/>
                </a:solidFill>
                <a:latin typeface="Arial"/>
                <a:cs typeface="Arial"/>
              </a:rPr>
              <a:t>Science</a:t>
            </a:r>
            <a:r>
              <a:rPr sz="1001" spc="6" dirty="0">
                <a:solidFill>
                  <a:srgbClr val="959595"/>
                </a:solidFill>
                <a:latin typeface="Arial"/>
                <a:cs typeface="Arial"/>
              </a:rPr>
              <a:t>,</a:t>
            </a:r>
            <a:r>
              <a:rPr sz="1001" spc="112" dirty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001" i="1" spc="-3" dirty="0">
                <a:solidFill>
                  <a:srgbClr val="959595"/>
                </a:solidFill>
                <a:latin typeface="Arial"/>
                <a:cs typeface="Arial"/>
              </a:rPr>
              <a:t>103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(2684).</a:t>
            </a:r>
            <a:endParaRPr sz="1001">
              <a:latin typeface="Arial"/>
              <a:cs typeface="Arial"/>
            </a:endParaRPr>
          </a:p>
          <a:p>
            <a:pPr marL="7701"/>
            <a:r>
              <a:rPr sz="1001" spc="6" dirty="0">
                <a:solidFill>
                  <a:srgbClr val="959595"/>
                </a:solidFill>
                <a:latin typeface="Arial"/>
                <a:cs typeface="Arial"/>
              </a:rPr>
              <a:t>Lord, </a:t>
            </a:r>
            <a:r>
              <a:rPr sz="1001" spc="-94" dirty="0">
                <a:solidFill>
                  <a:srgbClr val="959595"/>
                </a:solidFill>
                <a:latin typeface="Arial"/>
                <a:cs typeface="Arial"/>
              </a:rPr>
              <a:t>F.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M., &amp; </a:t>
            </a:r>
            <a:r>
              <a:rPr sz="1001" spc="6" dirty="0">
                <a:solidFill>
                  <a:srgbClr val="959595"/>
                </a:solidFill>
                <a:latin typeface="Arial"/>
                <a:cs typeface="Arial"/>
              </a:rPr>
              <a:t>Novick,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M. </a:t>
            </a:r>
            <a:r>
              <a:rPr sz="1001" spc="-30" dirty="0">
                <a:solidFill>
                  <a:srgbClr val="959595"/>
                </a:solidFill>
                <a:latin typeface="Arial"/>
                <a:cs typeface="Arial"/>
              </a:rPr>
              <a:t>R.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(1968). Statistical theories of mental test </a:t>
            </a:r>
            <a:r>
              <a:rPr sz="1001" spc="3" dirty="0">
                <a:solidFill>
                  <a:srgbClr val="959595"/>
                </a:solidFill>
                <a:latin typeface="Arial"/>
                <a:cs typeface="Arial"/>
              </a:rPr>
              <a:t>scores. </a:t>
            </a:r>
            <a:r>
              <a:rPr sz="1001" spc="6" dirty="0">
                <a:solidFill>
                  <a:srgbClr val="959595"/>
                </a:solidFill>
                <a:latin typeface="Arial"/>
                <a:cs typeface="Arial"/>
              </a:rPr>
              <a:t>Reading,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Mass: </a:t>
            </a:r>
            <a:r>
              <a:rPr sz="1001" dirty="0">
                <a:solidFill>
                  <a:srgbClr val="959595"/>
                </a:solidFill>
                <a:latin typeface="Arial"/>
                <a:cs typeface="Arial"/>
              </a:rPr>
              <a:t>Addison-Wesley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Pub.</a:t>
            </a:r>
            <a:r>
              <a:rPr sz="1001" spc="109" dirty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Co.</a:t>
            </a:r>
            <a:endParaRPr sz="100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7062" y="2049554"/>
            <a:ext cx="5726295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“Medimos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temperatura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0" dirty="0">
                <a:latin typeface="Calibri" panose="020F0502020204030204" pitchFamily="34" charset="0"/>
                <a:cs typeface="Calibri" panose="020F0502020204030204" pitchFamily="34" charset="0"/>
              </a:rPr>
              <a:t>usando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escala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Celsius”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7062" y="3154377"/>
            <a:ext cx="7022423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“Medimos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utilizando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escala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autoestima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Rosenberg”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7062" y="4259198"/>
            <a:ext cx="6379750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“Medimos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utilizando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escala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Likert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siete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puntos”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7062" y="5364021"/>
            <a:ext cx="4946539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“Medimos</a:t>
            </a:r>
            <a:r>
              <a:rPr sz="2001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utilizando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escala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58" dirty="0">
                <a:latin typeface="Calibri" panose="020F0502020204030204" pitchFamily="34" charset="0"/>
                <a:cs typeface="Calibri" panose="020F0502020204030204" pitchFamily="34" charset="0"/>
              </a:rPr>
              <a:t>intervalar”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18169" y="409182"/>
            <a:ext cx="5367800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263" dirty="0">
                <a:latin typeface="Calibri" panose="020F0502020204030204" pitchFamily="34" charset="0"/>
                <a:cs typeface="Calibri" panose="020F0502020204030204" pitchFamily="34" charset="0"/>
              </a:rPr>
              <a:t>¿Qué</a:t>
            </a:r>
            <a:r>
              <a:rPr sz="4487" spc="-2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282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4487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61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4487" spc="-2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85" dirty="0">
                <a:latin typeface="Calibri" panose="020F0502020204030204" pitchFamily="34" charset="0"/>
                <a:cs typeface="Calibri" panose="020F0502020204030204" pitchFamily="34" charset="0"/>
              </a:rPr>
              <a:t>escala?</a:t>
            </a:r>
            <a:endParaRPr sz="448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36" dirty="0">
                <a:latin typeface="Calibri" panose="020F0502020204030204" pitchFamily="34" charset="0"/>
                <a:cs typeface="Calibri" panose="020F0502020204030204" pitchFamily="34" charset="0"/>
              </a:rPr>
              <a:t>Varios</a:t>
            </a:r>
            <a:r>
              <a:rPr sz="1728" spc="-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27" dirty="0">
                <a:latin typeface="Calibri" panose="020F0502020204030204" pitchFamily="34" charset="0"/>
                <a:cs typeface="Calibri" panose="020F0502020204030204" pitchFamily="34" charset="0"/>
              </a:rPr>
              <a:t>usos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8" dirty="0">
                <a:latin typeface="Calibri" panose="020F0502020204030204" pitchFamily="34" charset="0"/>
                <a:cs typeface="Calibri" panose="020F0502020204030204" pitchFamily="34" charset="0"/>
              </a:rPr>
              <a:t>distintos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85" dirty="0">
                <a:latin typeface="Calibri" panose="020F0502020204030204" pitchFamily="34" charset="0"/>
                <a:cs typeface="Calibri" panose="020F0502020204030204" pitchFamily="34" charset="0"/>
              </a:rPr>
              <a:t>misma</a:t>
            </a:r>
            <a:r>
              <a:rPr sz="1728" spc="-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6" dirty="0">
                <a:latin typeface="Calibri" panose="020F0502020204030204" pitchFamily="34" charset="0"/>
                <a:cs typeface="Calibri" panose="020F0502020204030204" pitchFamily="34" charset="0"/>
              </a:rPr>
              <a:t>palabra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8169" y="409182"/>
            <a:ext cx="5367800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263" dirty="0">
                <a:latin typeface="Calibri" panose="020F0502020204030204" pitchFamily="34" charset="0"/>
                <a:cs typeface="Calibri" panose="020F0502020204030204" pitchFamily="34" charset="0"/>
              </a:rPr>
              <a:t>¿Qué</a:t>
            </a:r>
            <a:r>
              <a:rPr sz="4487" spc="-2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282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4487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61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4487" spc="-2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185" dirty="0">
                <a:latin typeface="Calibri" panose="020F0502020204030204" pitchFamily="34" charset="0"/>
                <a:cs typeface="Calibri" panose="020F0502020204030204" pitchFamily="34" charset="0"/>
              </a:rPr>
              <a:t>escala?</a:t>
            </a:r>
            <a:endParaRPr sz="448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36" dirty="0">
                <a:latin typeface="Calibri" panose="020F0502020204030204" pitchFamily="34" charset="0"/>
                <a:cs typeface="Calibri" panose="020F0502020204030204" pitchFamily="34" charset="0"/>
              </a:rPr>
              <a:t>Varios</a:t>
            </a:r>
            <a:r>
              <a:rPr sz="1728" spc="-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27" dirty="0">
                <a:latin typeface="Calibri" panose="020F0502020204030204" pitchFamily="34" charset="0"/>
                <a:cs typeface="Calibri" panose="020F0502020204030204" pitchFamily="34" charset="0"/>
              </a:rPr>
              <a:t>usos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8" dirty="0">
                <a:latin typeface="Calibri" panose="020F0502020204030204" pitchFamily="34" charset="0"/>
                <a:cs typeface="Calibri" panose="020F0502020204030204" pitchFamily="34" charset="0"/>
              </a:rPr>
              <a:t>distintos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85" dirty="0">
                <a:latin typeface="Calibri" panose="020F0502020204030204" pitchFamily="34" charset="0"/>
                <a:cs typeface="Calibri" panose="020F0502020204030204" pitchFamily="34" charset="0"/>
              </a:rPr>
              <a:t>misma</a:t>
            </a:r>
            <a:r>
              <a:rPr sz="1728" spc="-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6" dirty="0">
                <a:latin typeface="Calibri" panose="020F0502020204030204" pitchFamily="34" charset="0"/>
                <a:cs typeface="Calibri" panose="020F0502020204030204" pitchFamily="34" charset="0"/>
              </a:rPr>
              <a:t>palabra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7062" y="2006921"/>
            <a:ext cx="10404445" cy="4238294"/>
          </a:xfrm>
          <a:prstGeom prst="rect">
            <a:avLst/>
          </a:prstGeom>
        </p:spPr>
        <p:txBody>
          <a:bodyPr vert="horz" wrap="square" lIns="0" tIns="43897" rIns="0" bIns="0" rtlCol="0">
            <a:spAutoFit/>
          </a:bodyPr>
          <a:lstStyle/>
          <a:p>
            <a:pPr marL="7701">
              <a:spcBef>
                <a:spcPts val="346"/>
              </a:spcBef>
            </a:pP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“Medimos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temperatura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0" dirty="0">
                <a:latin typeface="Calibri" panose="020F0502020204030204" pitchFamily="34" charset="0"/>
                <a:cs typeface="Calibri" panose="020F0502020204030204" pitchFamily="34" charset="0"/>
              </a:rPr>
              <a:t>usando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escala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Celsius”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7701" marR="317678">
              <a:lnSpc>
                <a:spcPts val="2049"/>
              </a:lnSpc>
              <a:spcBef>
                <a:spcPts val="358"/>
              </a:spcBef>
            </a:pPr>
            <a:r>
              <a:rPr sz="1728" spc="52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15" dirty="0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3" dirty="0">
                <a:latin typeface="Calibri" panose="020F0502020204030204" pitchFamily="34" charset="0"/>
                <a:cs typeface="Calibri" panose="020F0502020204030204" pitchFamily="34" charset="0"/>
              </a:rPr>
              <a:t>sentido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5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palabra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latin typeface="Calibri" panose="020F0502020204030204" pitchFamily="34" charset="0"/>
                <a:cs typeface="Calibri" panose="020F0502020204030204" pitchFamily="34" charset="0"/>
              </a:rPr>
              <a:t>escala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usa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1" dirty="0"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5" dirty="0">
                <a:latin typeface="Calibri" panose="020F0502020204030204" pitchFamily="34" charset="0"/>
                <a:cs typeface="Calibri" panose="020F0502020204030204" pitchFamily="34" charset="0"/>
              </a:rPr>
              <a:t>sinónimo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latin typeface="Calibri" panose="020F0502020204030204" pitchFamily="34" charset="0"/>
                <a:cs typeface="Calibri" panose="020F0502020204030204" pitchFamily="34" charset="0"/>
              </a:rPr>
              <a:t>unidad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55" dirty="0">
                <a:latin typeface="Calibri" panose="020F0502020204030204" pitchFamily="34" charset="0"/>
                <a:cs typeface="Calibri" panose="020F0502020204030204" pitchFamily="34" charset="0"/>
              </a:rPr>
              <a:t>referencia,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8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82" dirty="0"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36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5" dirty="0">
                <a:latin typeface="Calibri" panose="020F0502020204030204" pitchFamily="34" charset="0"/>
                <a:cs typeface="Calibri" panose="020F0502020204030204" pitchFamily="34" charset="0"/>
              </a:rPr>
              <a:t>la  </a:t>
            </a:r>
            <a:r>
              <a:rPr sz="1728" spc="49" dirty="0">
                <a:latin typeface="Calibri" panose="020F0502020204030204" pitchFamily="34" charset="0"/>
                <a:cs typeface="Calibri" panose="020F0502020204030204" pitchFamily="34" charset="0"/>
              </a:rPr>
              <a:t>cual</a:t>
            </a:r>
            <a:r>
              <a:rPr sz="1728" spc="-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52" dirty="0">
                <a:latin typeface="Calibri" panose="020F0502020204030204" pitchFamily="34" charset="0"/>
                <a:cs typeface="Calibri" panose="020F0502020204030204" pitchFamily="34" charset="0"/>
              </a:rPr>
              <a:t>interpretan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0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" dirty="0">
                <a:latin typeface="Calibri" panose="020F0502020204030204" pitchFamily="34" charset="0"/>
                <a:cs typeface="Calibri" panose="020F0502020204030204" pitchFamily="34" charset="0"/>
              </a:rPr>
              <a:t>valores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9" dirty="0">
                <a:latin typeface="Calibri" panose="020F0502020204030204" pitchFamily="34" charset="0"/>
                <a:cs typeface="Calibri" panose="020F0502020204030204" pitchFamily="34" charset="0"/>
              </a:rPr>
              <a:t>dicha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24" dirty="0">
                <a:latin typeface="Calibri" panose="020F0502020204030204" pitchFamily="34" charset="0"/>
                <a:cs typeface="Calibri" panose="020F0502020204030204" pitchFamily="34" charset="0"/>
              </a:rPr>
              <a:t>medición.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spcBef>
                <a:spcPts val="1840"/>
              </a:spcBef>
            </a:pP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“Medimos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utilizando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escala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autoestima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Rosenberg”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7701" marR="230653">
              <a:lnSpc>
                <a:spcPts val="2049"/>
              </a:lnSpc>
              <a:spcBef>
                <a:spcPts val="358"/>
              </a:spcBef>
            </a:pPr>
            <a:r>
              <a:rPr sz="1728" spc="52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15" dirty="0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sz="1728" spc="-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3" dirty="0">
                <a:latin typeface="Calibri" panose="020F0502020204030204" pitchFamily="34" charset="0"/>
                <a:cs typeface="Calibri" panose="020F0502020204030204" pitchFamily="34" charset="0"/>
              </a:rPr>
              <a:t>sentido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5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728" spc="-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palabra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latin typeface="Calibri" panose="020F0502020204030204" pitchFamily="34" charset="0"/>
                <a:cs typeface="Calibri" panose="020F0502020204030204" pitchFamily="34" charset="0"/>
              </a:rPr>
              <a:t>escala</a:t>
            </a:r>
            <a:r>
              <a:rPr sz="1728" spc="-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728" spc="-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usa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1" dirty="0"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1728" spc="-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5" dirty="0">
                <a:latin typeface="Calibri" panose="020F0502020204030204" pitchFamily="34" charset="0"/>
                <a:cs typeface="Calibri" panose="020F0502020204030204" pitchFamily="34" charset="0"/>
              </a:rPr>
              <a:t>sinónimo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12" dirty="0">
                <a:latin typeface="Calibri" panose="020F0502020204030204" pitchFamily="34" charset="0"/>
                <a:cs typeface="Calibri" panose="020F0502020204030204" pitchFamily="34" charset="0"/>
              </a:rPr>
              <a:t>conjunto</a:t>
            </a:r>
            <a:r>
              <a:rPr sz="1728" spc="-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64" dirty="0">
                <a:latin typeface="Calibri" panose="020F0502020204030204" pitchFamily="34" charset="0"/>
                <a:cs typeface="Calibri" panose="020F0502020204030204" pitchFamily="34" charset="0"/>
              </a:rPr>
              <a:t>ítems,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6" dirty="0">
                <a:latin typeface="Calibri" panose="020F0502020204030204" pitchFamily="34" charset="0"/>
                <a:cs typeface="Calibri" panose="020F0502020204030204" pitchFamily="34" charset="0"/>
              </a:rPr>
              <a:t>presumiblemente  </a:t>
            </a:r>
            <a:r>
              <a:rPr sz="1728" spc="33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24" dirty="0">
                <a:latin typeface="Calibri" panose="020F0502020204030204" pitchFamily="34" charset="0"/>
                <a:cs typeface="Calibri" panose="020F0502020204030204" pitchFamily="34" charset="0"/>
              </a:rPr>
              <a:t>instrumento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2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39" dirty="0"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8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52" dirty="0">
                <a:latin typeface="Calibri" panose="020F0502020204030204" pitchFamily="34" charset="0"/>
                <a:cs typeface="Calibri" panose="020F0502020204030204" pitchFamily="34" charset="0"/>
              </a:rPr>
              <a:t>particular.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spcBef>
                <a:spcPts val="1840"/>
              </a:spcBef>
            </a:pP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“Medimos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utilizando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escala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Likert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siete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puntos”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7701" marR="336546">
              <a:lnSpc>
                <a:spcPts val="2049"/>
              </a:lnSpc>
              <a:spcBef>
                <a:spcPts val="409"/>
              </a:spcBef>
            </a:pPr>
            <a:r>
              <a:rPr sz="1728" spc="52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15" dirty="0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3" dirty="0">
                <a:latin typeface="Calibri" panose="020F0502020204030204" pitchFamily="34" charset="0"/>
                <a:cs typeface="Calibri" panose="020F0502020204030204" pitchFamily="34" charset="0"/>
              </a:rPr>
              <a:t>sentido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5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palabra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latin typeface="Calibri" panose="020F0502020204030204" pitchFamily="34" charset="0"/>
                <a:cs typeface="Calibri" panose="020F0502020204030204" pitchFamily="34" charset="0"/>
              </a:rPr>
              <a:t>escala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usa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1" dirty="0"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5" dirty="0">
                <a:latin typeface="Calibri" panose="020F0502020204030204" pitchFamily="34" charset="0"/>
                <a:cs typeface="Calibri" panose="020F0502020204030204" pitchFamily="34" charset="0"/>
              </a:rPr>
              <a:t>sinónimo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12" dirty="0">
                <a:latin typeface="Calibri" panose="020F0502020204030204" pitchFamily="34" charset="0"/>
                <a:cs typeface="Calibri" panose="020F0502020204030204" pitchFamily="34" charset="0"/>
              </a:rPr>
              <a:t>formato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18" dirty="0">
                <a:latin typeface="Calibri" panose="020F0502020204030204" pitchFamily="34" charset="0"/>
                <a:cs typeface="Calibri" panose="020F0502020204030204" pitchFamily="34" charset="0"/>
              </a:rPr>
              <a:t>respuesta.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2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15" dirty="0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2" dirty="0">
                <a:latin typeface="Calibri" panose="020F0502020204030204" pitchFamily="34" charset="0"/>
                <a:cs typeface="Calibri" panose="020F0502020204030204" pitchFamily="34" charset="0"/>
              </a:rPr>
              <a:t>caso  </a:t>
            </a:r>
            <a:r>
              <a:rPr sz="1728" spc="-45" dirty="0">
                <a:latin typeface="Calibri" panose="020F0502020204030204" pitchFamily="34" charset="0"/>
                <a:cs typeface="Calibri" panose="020F0502020204030204" pitchFamily="34" charset="0"/>
              </a:rPr>
              <a:t>particular,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97" dirty="0">
                <a:latin typeface="Calibri" panose="020F0502020204030204" pitchFamily="34" charset="0"/>
                <a:cs typeface="Calibri" panose="020F0502020204030204" pitchFamily="34" charset="0"/>
              </a:rPr>
              <a:t>reﬁere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1" dirty="0">
                <a:latin typeface="Calibri" panose="020F0502020204030204" pitchFamily="34" charset="0"/>
                <a:cs typeface="Calibri" panose="020F0502020204030204" pitchFamily="34" charset="0"/>
              </a:rPr>
              <a:t>al</a:t>
            </a:r>
            <a:r>
              <a:rPr sz="1728" spc="-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12" dirty="0">
                <a:latin typeface="Calibri" panose="020F0502020204030204" pitchFamily="34" charset="0"/>
                <a:cs typeface="Calibri" panose="020F0502020204030204" pitchFamily="34" charset="0"/>
              </a:rPr>
              <a:t>formato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15" dirty="0">
                <a:latin typeface="Calibri" panose="020F0502020204030204" pitchFamily="34" charset="0"/>
                <a:cs typeface="Calibri" panose="020F0502020204030204" pitchFamily="34" charset="0"/>
              </a:rPr>
              <a:t>introducido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" dirty="0"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sz="1728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109" dirty="0">
                <a:latin typeface="Calibri" panose="020F0502020204030204" pitchFamily="34" charset="0"/>
                <a:cs typeface="Calibri" panose="020F0502020204030204" pitchFamily="34" charset="0"/>
              </a:rPr>
              <a:t>R.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45" dirty="0">
                <a:latin typeface="Calibri" panose="020F0502020204030204" pitchFamily="34" charset="0"/>
                <a:cs typeface="Calibri" panose="020F0502020204030204" pitchFamily="34" charset="0"/>
              </a:rPr>
              <a:t>Likert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8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1932.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spcBef>
                <a:spcPts val="1789"/>
              </a:spcBef>
            </a:pP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“Medimos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utilizando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escala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58" dirty="0">
                <a:latin typeface="Calibri" panose="020F0502020204030204" pitchFamily="34" charset="0"/>
                <a:cs typeface="Calibri" panose="020F0502020204030204" pitchFamily="34" charset="0"/>
              </a:rPr>
              <a:t>intervalar”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7701" marR="3081">
              <a:lnSpc>
                <a:spcPts val="2049"/>
              </a:lnSpc>
              <a:spcBef>
                <a:spcPts val="461"/>
              </a:spcBef>
            </a:pPr>
            <a:r>
              <a:rPr sz="1728" spc="52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15" dirty="0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3" dirty="0">
                <a:latin typeface="Calibri" panose="020F0502020204030204" pitchFamily="34" charset="0"/>
                <a:cs typeface="Calibri" panose="020F0502020204030204" pitchFamily="34" charset="0"/>
              </a:rPr>
              <a:t>sentido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5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palabra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latin typeface="Calibri" panose="020F0502020204030204" pitchFamily="34" charset="0"/>
                <a:cs typeface="Calibri" panose="020F0502020204030204" pitchFamily="34" charset="0"/>
              </a:rPr>
              <a:t>escala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usa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1" dirty="0"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5" dirty="0">
                <a:latin typeface="Calibri" panose="020F0502020204030204" pitchFamily="34" charset="0"/>
                <a:cs typeface="Calibri" panose="020F0502020204030204" pitchFamily="34" charset="0"/>
              </a:rPr>
              <a:t>sinónimo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3" dirty="0"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1728" spc="-1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45" dirty="0">
                <a:latin typeface="Calibri" panose="020F0502020204030204" pitchFamily="34" charset="0"/>
                <a:cs typeface="Calibri" panose="020F0502020204030204" pitchFamily="34" charset="0"/>
              </a:rPr>
              <a:t>tipo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0" dirty="0">
                <a:latin typeface="Calibri" panose="020F0502020204030204" pitchFamily="34" charset="0"/>
                <a:cs typeface="Calibri" panose="020F0502020204030204" pitchFamily="34" charset="0"/>
              </a:rPr>
              <a:t>propiedades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0" dirty="0">
                <a:latin typeface="Calibri" panose="020F0502020204030204" pitchFamily="34" charset="0"/>
                <a:cs typeface="Calibri" panose="020F0502020204030204" pitchFamily="34" charset="0"/>
              </a:rPr>
              <a:t>matemáticas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6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728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latin typeface="Calibri" panose="020F0502020204030204" pitchFamily="34" charset="0"/>
                <a:cs typeface="Calibri" panose="020F0502020204030204" pitchFamily="34" charset="0"/>
              </a:rPr>
              <a:t>se  </a:t>
            </a:r>
            <a:r>
              <a:rPr sz="1728" spc="-49" dirty="0">
                <a:latin typeface="Calibri" panose="020F0502020204030204" pitchFamily="34" charset="0"/>
                <a:cs typeface="Calibri" panose="020F0502020204030204" pitchFamily="34" charset="0"/>
              </a:rPr>
              <a:t>le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latin typeface="Calibri" panose="020F0502020204030204" pitchFamily="34" charset="0"/>
                <a:cs typeface="Calibri" panose="020F0502020204030204" pitchFamily="34" charset="0"/>
              </a:rPr>
              <a:t>adscriben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36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2" dirty="0">
                <a:latin typeface="Calibri" panose="020F0502020204030204" pitchFamily="34" charset="0"/>
                <a:cs typeface="Calibri" panose="020F0502020204030204" pitchFamily="34" charset="0"/>
              </a:rPr>
              <a:t>asignación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18" dirty="0">
                <a:latin typeface="Calibri" panose="020F0502020204030204" pitchFamily="34" charset="0"/>
                <a:cs typeface="Calibri" panose="020F0502020204030204" pitchFamily="34" charset="0"/>
              </a:rPr>
              <a:t>numérica.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68157" y="695554"/>
            <a:ext cx="6649680" cy="298642"/>
          </a:xfrm>
          <a:prstGeom prst="rect">
            <a:avLst/>
          </a:prstGeom>
        </p:spPr>
        <p:txBody>
          <a:bodyPr vert="horz" wrap="square" lIns="0" tIns="9242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73"/>
              </a:spcBef>
            </a:pPr>
            <a:r>
              <a:rPr sz="1880" b="0" spc="-139" dirty="0">
                <a:solidFill>
                  <a:srgbClr val="000000"/>
                </a:solidFill>
                <a:latin typeface="Calibri" panose="020F0502020204030204" pitchFamily="34" charset="0"/>
                <a:cs typeface="Arial Black"/>
              </a:rPr>
              <a:t>Cuadro </a:t>
            </a:r>
            <a:r>
              <a:rPr sz="1880" b="0" spc="-149" dirty="0">
                <a:solidFill>
                  <a:srgbClr val="000000"/>
                </a:solidFill>
                <a:latin typeface="Calibri" panose="020F0502020204030204" pitchFamily="34" charset="0"/>
                <a:cs typeface="Arial Black"/>
              </a:rPr>
              <a:t>1: </a:t>
            </a:r>
            <a:r>
              <a:rPr sz="1880" b="0" spc="-185" dirty="0">
                <a:solidFill>
                  <a:srgbClr val="000000"/>
                </a:solidFill>
                <a:latin typeface="Calibri" panose="020F0502020204030204" pitchFamily="34" charset="0"/>
                <a:cs typeface="Arial Black"/>
              </a:rPr>
              <a:t>Tipos </a:t>
            </a:r>
            <a:r>
              <a:rPr sz="1880" b="0" spc="-143" dirty="0">
                <a:solidFill>
                  <a:srgbClr val="000000"/>
                </a:solidFill>
                <a:latin typeface="Calibri" panose="020F0502020204030204" pitchFamily="34" charset="0"/>
                <a:cs typeface="Arial Black"/>
              </a:rPr>
              <a:t>de </a:t>
            </a:r>
            <a:r>
              <a:rPr sz="1880" b="0" spc="-230" dirty="0">
                <a:solidFill>
                  <a:srgbClr val="000000"/>
                </a:solidFill>
                <a:latin typeface="Calibri" panose="020F0502020204030204" pitchFamily="34" charset="0"/>
                <a:cs typeface="Arial Black"/>
              </a:rPr>
              <a:t>escalas </a:t>
            </a:r>
            <a:r>
              <a:rPr sz="1880" b="0" spc="-176" dirty="0">
                <a:solidFill>
                  <a:srgbClr val="000000"/>
                </a:solidFill>
                <a:latin typeface="Calibri" panose="020F0502020204030204" pitchFamily="34" charset="0"/>
                <a:cs typeface="Arial Black"/>
              </a:rPr>
              <a:t>como </a:t>
            </a:r>
            <a:r>
              <a:rPr sz="1880" b="0" spc="-200" dirty="0">
                <a:solidFill>
                  <a:srgbClr val="000000"/>
                </a:solidFill>
                <a:latin typeface="Calibri" panose="020F0502020204030204" pitchFamily="34" charset="0"/>
                <a:cs typeface="Arial Black"/>
              </a:rPr>
              <a:t>las </a:t>
            </a:r>
            <a:r>
              <a:rPr sz="1880" b="0" spc="-158" dirty="0">
                <a:solidFill>
                  <a:srgbClr val="000000"/>
                </a:solidFill>
                <a:latin typeface="Calibri" panose="020F0502020204030204" pitchFamily="34" charset="0"/>
                <a:cs typeface="Arial Black"/>
              </a:rPr>
              <a:t>presenta </a:t>
            </a:r>
            <a:r>
              <a:rPr sz="1880" b="0" spc="-203" dirty="0">
                <a:solidFill>
                  <a:srgbClr val="000000"/>
                </a:solidFill>
                <a:latin typeface="Calibri" panose="020F0502020204030204" pitchFamily="34" charset="0"/>
                <a:cs typeface="Arial Black"/>
              </a:rPr>
              <a:t>Stevens</a:t>
            </a:r>
            <a:r>
              <a:rPr sz="1880" b="0" spc="188" dirty="0">
                <a:solidFill>
                  <a:srgbClr val="000000"/>
                </a:solidFill>
                <a:latin typeface="Calibri" panose="020F0502020204030204" pitchFamily="34" charset="0"/>
                <a:cs typeface="Arial Black"/>
              </a:rPr>
              <a:t> </a:t>
            </a:r>
            <a:r>
              <a:rPr sz="1880" b="0" spc="-173" dirty="0">
                <a:solidFill>
                  <a:srgbClr val="000000"/>
                </a:solidFill>
                <a:latin typeface="Calibri" panose="020F0502020204030204" pitchFamily="34" charset="0"/>
                <a:cs typeface="Arial Black"/>
              </a:rPr>
              <a:t>1946</a:t>
            </a:r>
            <a:endParaRPr sz="1880" b="0" dirty="0">
              <a:latin typeface="Calibri" panose="020F0502020204030204" pitchFamily="34" charset="0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43441" y="1032501"/>
            <a:ext cx="8298141" cy="0"/>
          </a:xfrm>
          <a:custGeom>
            <a:avLst/>
            <a:gdLst/>
            <a:ahLst/>
            <a:cxnLst/>
            <a:rect l="l" t="t" r="r" b="b"/>
            <a:pathLst>
              <a:path w="13684250">
                <a:moveTo>
                  <a:pt x="0" y="0"/>
                </a:moveTo>
                <a:lnTo>
                  <a:pt x="13683783" y="0"/>
                </a:lnTo>
              </a:path>
            </a:pathLst>
          </a:custGeom>
          <a:ln w="31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 b="1"/>
          </a:p>
        </p:txBody>
      </p:sp>
      <p:sp>
        <p:nvSpPr>
          <p:cNvPr id="5" name="object 5"/>
          <p:cNvSpPr txBox="1"/>
          <p:nvPr/>
        </p:nvSpPr>
        <p:spPr>
          <a:xfrm>
            <a:off x="2412648" y="1069222"/>
            <a:ext cx="609172" cy="24065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1516" b="1" spc="-27" dirty="0">
                <a:cs typeface="Arial"/>
              </a:rPr>
              <a:t>Escala</a:t>
            </a:r>
            <a:endParaRPr sz="1516" b="1" dirty="0"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27260" y="1069222"/>
            <a:ext cx="1517925" cy="46905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lnSpc>
                <a:spcPts val="1810"/>
              </a:lnSpc>
              <a:spcBef>
                <a:spcPts val="58"/>
              </a:spcBef>
            </a:pPr>
            <a:r>
              <a:rPr sz="1516" b="1" spc="36" dirty="0">
                <a:cs typeface="Arial"/>
              </a:rPr>
              <a:t>Operacion</a:t>
            </a:r>
            <a:endParaRPr sz="1516" b="1">
              <a:cs typeface="Arial"/>
            </a:endParaRPr>
          </a:p>
          <a:p>
            <a:pPr marL="7701">
              <a:lnSpc>
                <a:spcPts val="1810"/>
              </a:lnSpc>
            </a:pPr>
            <a:r>
              <a:rPr sz="1516" b="1" spc="52" dirty="0">
                <a:cs typeface="Arial"/>
              </a:rPr>
              <a:t>empirica</a:t>
            </a:r>
            <a:r>
              <a:rPr sz="1516" b="1" spc="-73" dirty="0">
                <a:cs typeface="Arial"/>
              </a:rPr>
              <a:t> </a:t>
            </a:r>
            <a:r>
              <a:rPr sz="1516" b="1" spc="9" dirty="0">
                <a:cs typeface="Arial"/>
              </a:rPr>
              <a:t>básica</a:t>
            </a:r>
            <a:endParaRPr sz="1516" b="1"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38422" y="1069222"/>
            <a:ext cx="1986162" cy="478773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7701" marR="3081">
              <a:lnSpc>
                <a:spcPts val="1801"/>
              </a:lnSpc>
              <a:spcBef>
                <a:spcPts val="133"/>
              </a:spcBef>
            </a:pPr>
            <a:r>
              <a:rPr sz="1516" b="1" spc="36" dirty="0">
                <a:cs typeface="Arial"/>
              </a:rPr>
              <a:t>Estructura </a:t>
            </a:r>
            <a:r>
              <a:rPr sz="1516" b="1" spc="39" dirty="0">
                <a:cs typeface="Arial"/>
              </a:rPr>
              <a:t>del</a:t>
            </a:r>
            <a:r>
              <a:rPr sz="1516" b="1" spc="-136" dirty="0">
                <a:cs typeface="Arial"/>
              </a:rPr>
              <a:t> </a:t>
            </a:r>
            <a:r>
              <a:rPr sz="1516" b="1" spc="27" dirty="0">
                <a:cs typeface="Arial"/>
              </a:rPr>
              <a:t>grupo  </a:t>
            </a:r>
            <a:r>
              <a:rPr sz="1516" b="1" spc="76" dirty="0">
                <a:cs typeface="Arial"/>
              </a:rPr>
              <a:t>matemático</a:t>
            </a:r>
            <a:endParaRPr sz="1516" b="1" dirty="0"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81146" y="1069222"/>
            <a:ext cx="1150573" cy="702992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7701" marR="3081">
              <a:lnSpc>
                <a:spcPct val="98900"/>
              </a:lnSpc>
              <a:spcBef>
                <a:spcPts val="79"/>
              </a:spcBef>
            </a:pPr>
            <a:r>
              <a:rPr sz="1516" b="1" spc="-3" dirty="0" err="1">
                <a:cs typeface="Arial"/>
              </a:rPr>
              <a:t>Estad</a:t>
            </a:r>
            <a:r>
              <a:rPr lang="es-MX" sz="1516" b="1" spc="-3" dirty="0">
                <a:cs typeface="Arial"/>
              </a:rPr>
              <a:t>í</a:t>
            </a:r>
            <a:r>
              <a:rPr sz="1516" b="1" spc="-3" dirty="0" err="1">
                <a:cs typeface="Arial"/>
              </a:rPr>
              <a:t>sticos</a:t>
            </a:r>
            <a:r>
              <a:rPr sz="1516" b="1" spc="-3" dirty="0">
                <a:cs typeface="Arial"/>
              </a:rPr>
              <a:t>  </a:t>
            </a:r>
            <a:r>
              <a:rPr sz="1516" b="1" spc="42" dirty="0">
                <a:cs typeface="Arial"/>
              </a:rPr>
              <a:t>permisible  </a:t>
            </a:r>
            <a:r>
              <a:rPr sz="1516" b="1" spc="58" dirty="0">
                <a:cs typeface="Arial"/>
              </a:rPr>
              <a:t>(invariante)</a:t>
            </a:r>
            <a:endParaRPr sz="1516" b="1" dirty="0"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43441" y="1842225"/>
            <a:ext cx="8298141" cy="0"/>
          </a:xfrm>
          <a:custGeom>
            <a:avLst/>
            <a:gdLst/>
            <a:ahLst/>
            <a:cxnLst/>
            <a:rect l="l" t="t" r="r" b="b"/>
            <a:pathLst>
              <a:path w="13684250">
                <a:moveTo>
                  <a:pt x="0" y="0"/>
                </a:moveTo>
                <a:lnTo>
                  <a:pt x="13683783" y="0"/>
                </a:lnTo>
              </a:path>
            </a:pathLst>
          </a:custGeom>
          <a:ln w="198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 txBox="1"/>
          <p:nvPr/>
        </p:nvSpPr>
        <p:spPr>
          <a:xfrm>
            <a:off x="2341429" y="1875325"/>
            <a:ext cx="751646" cy="24065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1516" spc="-112" dirty="0">
                <a:cs typeface="Arial Black"/>
              </a:rPr>
              <a:t>nominal</a:t>
            </a:r>
            <a:endParaRPr sz="1516"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27338" y="1875325"/>
            <a:ext cx="1621892" cy="478773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7701" marR="3081">
              <a:lnSpc>
                <a:spcPts val="1801"/>
              </a:lnSpc>
              <a:spcBef>
                <a:spcPts val="133"/>
              </a:spcBef>
            </a:pPr>
            <a:r>
              <a:rPr sz="1516" spc="-130" dirty="0">
                <a:cs typeface="Arial Black"/>
              </a:rPr>
              <a:t>Determinacion </a:t>
            </a:r>
            <a:r>
              <a:rPr sz="1516" spc="-124" dirty="0">
                <a:cs typeface="Arial Black"/>
              </a:rPr>
              <a:t>de  </a:t>
            </a:r>
            <a:r>
              <a:rPr sz="1516" spc="-127" dirty="0">
                <a:cs typeface="Arial Black"/>
              </a:rPr>
              <a:t>igualdad</a:t>
            </a:r>
            <a:endParaRPr sz="1516"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23019" y="1875325"/>
            <a:ext cx="2540271" cy="94354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3104">
              <a:lnSpc>
                <a:spcPts val="1810"/>
              </a:lnSpc>
              <a:spcBef>
                <a:spcPts val="58"/>
              </a:spcBef>
            </a:pPr>
            <a:r>
              <a:rPr sz="1516" i="1" spc="82" dirty="0">
                <a:cs typeface="Calibri"/>
              </a:rPr>
              <a:t>Grupo</a:t>
            </a:r>
            <a:r>
              <a:rPr sz="1516" i="1" spc="45" dirty="0">
                <a:cs typeface="Calibri"/>
              </a:rPr>
              <a:t> </a:t>
            </a:r>
            <a:r>
              <a:rPr sz="1516" i="1" spc="49" dirty="0">
                <a:cs typeface="Calibri"/>
              </a:rPr>
              <a:t>permutativo</a:t>
            </a:r>
            <a:endParaRPr sz="1516" dirty="0">
              <a:cs typeface="Calibri"/>
            </a:endParaRPr>
          </a:p>
          <a:p>
            <a:pPr marL="23104">
              <a:lnSpc>
                <a:spcPts val="1798"/>
              </a:lnSpc>
            </a:pPr>
            <a:r>
              <a:rPr sz="1516" spc="173" dirty="0">
                <a:cs typeface="Calibri" panose="020F0502020204030204" pitchFamily="34" charset="0"/>
              </a:rPr>
              <a:t>x</a:t>
            </a:r>
            <a:r>
              <a:rPr sz="1683" i="1" spc="259" baseline="27027" dirty="0">
                <a:cs typeface="Arial"/>
              </a:rPr>
              <a:t>′ </a:t>
            </a:r>
            <a:r>
              <a:rPr sz="1516" spc="9" dirty="0">
                <a:cs typeface="Verdana"/>
              </a:rPr>
              <a:t>= </a:t>
            </a:r>
            <a:r>
              <a:rPr sz="1516" spc="164" dirty="0">
                <a:cs typeface="Calibri" panose="020F0502020204030204" pitchFamily="34" charset="0"/>
              </a:rPr>
              <a:t>f</a:t>
            </a:r>
            <a:r>
              <a:rPr sz="1516" spc="-340" dirty="0">
                <a:cs typeface="Calibri" panose="020F0502020204030204" pitchFamily="34" charset="0"/>
              </a:rPr>
              <a:t> </a:t>
            </a:r>
            <a:r>
              <a:rPr sz="1516" spc="3" dirty="0">
                <a:cs typeface="Verdana"/>
              </a:rPr>
              <a:t>(</a:t>
            </a:r>
            <a:r>
              <a:rPr sz="1516" spc="3" dirty="0">
                <a:cs typeface="Calibri" panose="020F0502020204030204" pitchFamily="34" charset="0"/>
              </a:rPr>
              <a:t>x</a:t>
            </a:r>
            <a:r>
              <a:rPr sz="1516" spc="3" dirty="0">
                <a:cs typeface="Verdana"/>
              </a:rPr>
              <a:t>)</a:t>
            </a:r>
            <a:endParaRPr sz="1516" dirty="0">
              <a:cs typeface="Verdana"/>
            </a:endParaRPr>
          </a:p>
          <a:p>
            <a:pPr marL="23104" marR="18483">
              <a:lnSpc>
                <a:spcPts val="1801"/>
              </a:lnSpc>
              <a:spcBef>
                <a:spcPts val="67"/>
              </a:spcBef>
            </a:pPr>
            <a:r>
              <a:rPr sz="1516" spc="164" dirty="0">
                <a:cs typeface="Calibri" panose="020F0502020204030204" pitchFamily="34" charset="0"/>
              </a:rPr>
              <a:t>f </a:t>
            </a:r>
            <a:r>
              <a:rPr sz="1516" spc="3" dirty="0">
                <a:cs typeface="Verdana"/>
              </a:rPr>
              <a:t>(</a:t>
            </a:r>
            <a:r>
              <a:rPr sz="1516" spc="3" dirty="0">
                <a:cs typeface="Calibri" panose="020F0502020204030204" pitchFamily="34" charset="0"/>
              </a:rPr>
              <a:t>x</a:t>
            </a:r>
            <a:r>
              <a:rPr sz="1516" spc="3" dirty="0">
                <a:cs typeface="Verdana"/>
              </a:rPr>
              <a:t>) </a:t>
            </a:r>
            <a:r>
              <a:rPr sz="1516" spc="-164" dirty="0">
                <a:cs typeface="Arial Black"/>
              </a:rPr>
              <a:t>signiﬁca </a:t>
            </a:r>
            <a:r>
              <a:rPr sz="1516" spc="-133" dirty="0">
                <a:cs typeface="Arial Black"/>
              </a:rPr>
              <a:t>cualquier  </a:t>
            </a:r>
            <a:r>
              <a:rPr sz="1516" spc="-139" dirty="0">
                <a:cs typeface="Arial Black"/>
              </a:rPr>
              <a:t>substitucion </a:t>
            </a:r>
            <a:r>
              <a:rPr sz="1516" spc="-124" dirty="0">
                <a:cs typeface="Arial Black"/>
              </a:rPr>
              <a:t>“uno </a:t>
            </a:r>
            <a:r>
              <a:rPr sz="1516" spc="-185" dirty="0">
                <a:cs typeface="Arial Black"/>
              </a:rPr>
              <a:t>es </a:t>
            </a:r>
            <a:r>
              <a:rPr sz="1516" spc="-170" dirty="0">
                <a:cs typeface="Arial Black"/>
              </a:rPr>
              <a:t>a</a:t>
            </a:r>
            <a:r>
              <a:rPr sz="1516" spc="-55" dirty="0">
                <a:cs typeface="Arial Black"/>
              </a:rPr>
              <a:t> </a:t>
            </a:r>
            <a:r>
              <a:rPr sz="1516" spc="-118" dirty="0">
                <a:cs typeface="Arial Black"/>
              </a:rPr>
              <a:t>uno”.</a:t>
            </a:r>
            <a:endParaRPr sz="1516" dirty="0"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81146" y="1875324"/>
            <a:ext cx="1584541" cy="696782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7701" marR="3081">
              <a:lnSpc>
                <a:spcPts val="1801"/>
              </a:lnSpc>
              <a:spcBef>
                <a:spcPts val="133"/>
              </a:spcBef>
            </a:pPr>
            <a:r>
              <a:rPr sz="1516" spc="-106" dirty="0">
                <a:cs typeface="Arial Black"/>
              </a:rPr>
              <a:t>Numero </a:t>
            </a:r>
            <a:r>
              <a:rPr sz="1516" spc="-124" dirty="0">
                <a:cs typeface="Arial Black"/>
              </a:rPr>
              <a:t>de</a:t>
            </a:r>
            <a:r>
              <a:rPr sz="1516" spc="-152" dirty="0">
                <a:cs typeface="Arial Black"/>
              </a:rPr>
              <a:t> </a:t>
            </a:r>
            <a:r>
              <a:rPr sz="1516" spc="-197" dirty="0">
                <a:cs typeface="Arial Black"/>
              </a:rPr>
              <a:t>casos  </a:t>
            </a:r>
            <a:r>
              <a:rPr sz="1516" spc="-103" dirty="0">
                <a:cs typeface="Arial Black"/>
              </a:rPr>
              <a:t>Moda</a:t>
            </a:r>
            <a:endParaRPr sz="1516">
              <a:cs typeface="Arial Black"/>
            </a:endParaRPr>
          </a:p>
          <a:p>
            <a:pPr marL="7701">
              <a:lnSpc>
                <a:spcPts val="1731"/>
              </a:lnSpc>
            </a:pPr>
            <a:r>
              <a:rPr sz="1516" spc="-136" dirty="0">
                <a:cs typeface="Arial Black"/>
              </a:rPr>
              <a:t>Correlacion</a:t>
            </a:r>
            <a:endParaRPr sz="1516">
              <a:cs typeface="Arial Black"/>
            </a:endParaRPr>
          </a:p>
          <a:p>
            <a:pPr marL="7701">
              <a:lnSpc>
                <a:spcPts val="1810"/>
              </a:lnSpc>
            </a:pPr>
            <a:r>
              <a:rPr sz="1516" spc="-143" dirty="0">
                <a:cs typeface="Arial Black"/>
              </a:rPr>
              <a:t>contingente</a:t>
            </a:r>
            <a:endParaRPr sz="1516">
              <a:cs typeface="Arial Black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43441" y="2876953"/>
            <a:ext cx="8298141" cy="0"/>
          </a:xfrm>
          <a:custGeom>
            <a:avLst/>
            <a:gdLst/>
            <a:ahLst/>
            <a:cxnLst/>
            <a:rect l="l" t="t" r="r" b="b"/>
            <a:pathLst>
              <a:path w="13684250">
                <a:moveTo>
                  <a:pt x="0" y="0"/>
                </a:moveTo>
                <a:lnTo>
                  <a:pt x="13683783" y="0"/>
                </a:lnTo>
              </a:path>
            </a:pathLst>
          </a:custGeom>
          <a:ln w="198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 txBox="1"/>
          <p:nvPr/>
        </p:nvSpPr>
        <p:spPr>
          <a:xfrm>
            <a:off x="2391886" y="2910052"/>
            <a:ext cx="650759" cy="24065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1516" spc="-106" dirty="0">
                <a:cs typeface="Arial Black"/>
              </a:rPr>
              <a:t>ordinal</a:t>
            </a:r>
            <a:endParaRPr sz="1516"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27338" y="2910052"/>
            <a:ext cx="1621507" cy="478773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7701" marR="3081">
              <a:lnSpc>
                <a:spcPts val="1801"/>
              </a:lnSpc>
              <a:spcBef>
                <a:spcPts val="133"/>
              </a:spcBef>
            </a:pPr>
            <a:r>
              <a:rPr sz="1516" spc="-130" dirty="0">
                <a:cs typeface="Arial Black"/>
              </a:rPr>
              <a:t>Determinacion </a:t>
            </a:r>
            <a:r>
              <a:rPr sz="1516" spc="-124" dirty="0">
                <a:cs typeface="Arial Black"/>
              </a:rPr>
              <a:t>de  </a:t>
            </a:r>
            <a:r>
              <a:rPr sz="1516" spc="-164" dirty="0">
                <a:cs typeface="Arial Black"/>
              </a:rPr>
              <a:t>más </a:t>
            </a:r>
            <a:r>
              <a:rPr sz="1516" spc="-97" dirty="0">
                <a:cs typeface="Arial Black"/>
              </a:rPr>
              <a:t>o</a:t>
            </a:r>
            <a:r>
              <a:rPr sz="1516" spc="-73" dirty="0">
                <a:cs typeface="Arial Black"/>
              </a:rPr>
              <a:t> </a:t>
            </a:r>
            <a:r>
              <a:rPr sz="1516" spc="-133" dirty="0">
                <a:cs typeface="Arial Black"/>
              </a:rPr>
              <a:t>menos</a:t>
            </a:r>
            <a:endParaRPr sz="1516"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23019" y="2910052"/>
            <a:ext cx="2431683" cy="94354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3104">
              <a:lnSpc>
                <a:spcPts val="1810"/>
              </a:lnSpc>
              <a:spcBef>
                <a:spcPts val="58"/>
              </a:spcBef>
            </a:pPr>
            <a:r>
              <a:rPr sz="1516" i="1" spc="82" dirty="0">
                <a:cs typeface="Calibri"/>
              </a:rPr>
              <a:t>Grupo</a:t>
            </a:r>
            <a:r>
              <a:rPr sz="1516" i="1" spc="45" dirty="0">
                <a:cs typeface="Calibri"/>
              </a:rPr>
              <a:t> </a:t>
            </a:r>
            <a:r>
              <a:rPr sz="1516" i="1" spc="52" dirty="0">
                <a:cs typeface="Calibri"/>
              </a:rPr>
              <a:t>isotonico</a:t>
            </a:r>
            <a:endParaRPr sz="1516" dirty="0">
              <a:cs typeface="Calibri"/>
            </a:endParaRPr>
          </a:p>
          <a:p>
            <a:pPr marL="23104">
              <a:lnSpc>
                <a:spcPts val="1798"/>
              </a:lnSpc>
            </a:pPr>
            <a:r>
              <a:rPr sz="1516" spc="173" dirty="0">
                <a:cs typeface="Calibri" panose="020F0502020204030204" pitchFamily="34" charset="0"/>
              </a:rPr>
              <a:t>x</a:t>
            </a:r>
            <a:r>
              <a:rPr sz="1683" i="1" spc="259" baseline="27027" dirty="0">
                <a:cs typeface="Arial"/>
              </a:rPr>
              <a:t>′ </a:t>
            </a:r>
            <a:r>
              <a:rPr sz="1516" spc="9" dirty="0">
                <a:cs typeface="Verdana"/>
              </a:rPr>
              <a:t>= </a:t>
            </a:r>
            <a:r>
              <a:rPr sz="1516" spc="164" dirty="0">
                <a:cs typeface="Calibri" panose="020F0502020204030204" pitchFamily="34" charset="0"/>
              </a:rPr>
              <a:t>f</a:t>
            </a:r>
            <a:r>
              <a:rPr sz="1516" spc="-340" dirty="0">
                <a:cs typeface="Calibri" panose="020F0502020204030204" pitchFamily="34" charset="0"/>
              </a:rPr>
              <a:t> </a:t>
            </a:r>
            <a:r>
              <a:rPr sz="1516" spc="3" dirty="0">
                <a:cs typeface="Verdana"/>
              </a:rPr>
              <a:t>(</a:t>
            </a:r>
            <a:r>
              <a:rPr sz="1516" spc="3" dirty="0">
                <a:cs typeface="Calibri" panose="020F0502020204030204" pitchFamily="34" charset="0"/>
              </a:rPr>
              <a:t>x</a:t>
            </a:r>
            <a:r>
              <a:rPr sz="1516" spc="3" dirty="0">
                <a:cs typeface="Verdana"/>
              </a:rPr>
              <a:t>)</a:t>
            </a:r>
            <a:endParaRPr sz="1516" dirty="0">
              <a:cs typeface="Verdana"/>
            </a:endParaRPr>
          </a:p>
          <a:p>
            <a:pPr marL="23104">
              <a:lnSpc>
                <a:spcPts val="1798"/>
              </a:lnSpc>
            </a:pPr>
            <a:r>
              <a:rPr sz="1516" spc="164" dirty="0">
                <a:cs typeface="Calibri" panose="020F0502020204030204" pitchFamily="34" charset="0"/>
              </a:rPr>
              <a:t>f</a:t>
            </a:r>
            <a:r>
              <a:rPr sz="1516" spc="-397" dirty="0">
                <a:cs typeface="Calibri" panose="020F0502020204030204" pitchFamily="34" charset="0"/>
              </a:rPr>
              <a:t> </a:t>
            </a:r>
            <a:r>
              <a:rPr sz="1516" spc="3" dirty="0">
                <a:cs typeface="Verdana"/>
              </a:rPr>
              <a:t>(</a:t>
            </a:r>
            <a:r>
              <a:rPr sz="1516" spc="3" dirty="0">
                <a:cs typeface="Calibri" panose="020F0502020204030204" pitchFamily="34" charset="0"/>
              </a:rPr>
              <a:t>x</a:t>
            </a:r>
            <a:r>
              <a:rPr sz="1516" spc="3" dirty="0">
                <a:cs typeface="Verdana"/>
              </a:rPr>
              <a:t>) </a:t>
            </a:r>
            <a:r>
              <a:rPr sz="1516" spc="-164" dirty="0">
                <a:cs typeface="Arial Black"/>
              </a:rPr>
              <a:t>signiﬁca </a:t>
            </a:r>
            <a:r>
              <a:rPr sz="1516" spc="-133" dirty="0">
                <a:cs typeface="Arial Black"/>
              </a:rPr>
              <a:t>cualquier</a:t>
            </a:r>
            <a:endParaRPr sz="1516" dirty="0">
              <a:cs typeface="Arial Black"/>
            </a:endParaRPr>
          </a:p>
          <a:p>
            <a:pPr marL="23104" marR="18483">
              <a:lnSpc>
                <a:spcPts val="1801"/>
              </a:lnSpc>
              <a:spcBef>
                <a:spcPts val="67"/>
              </a:spcBef>
            </a:pPr>
            <a:r>
              <a:rPr sz="1516" spc="-118" dirty="0">
                <a:cs typeface="Arial Black"/>
              </a:rPr>
              <a:t>funcion </a:t>
            </a:r>
            <a:r>
              <a:rPr sz="1516" spc="-133" dirty="0">
                <a:cs typeface="Arial Black"/>
              </a:rPr>
              <a:t>monotonicamente  </a:t>
            </a:r>
            <a:r>
              <a:rPr sz="1516" spc="-161" dirty="0">
                <a:cs typeface="Arial Black"/>
              </a:rPr>
              <a:t>creciente.</a:t>
            </a:r>
            <a:endParaRPr sz="1516" dirty="0"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81146" y="2910052"/>
            <a:ext cx="1000398" cy="478773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7701" marR="3081">
              <a:lnSpc>
                <a:spcPts val="1801"/>
              </a:lnSpc>
              <a:spcBef>
                <a:spcPts val="133"/>
              </a:spcBef>
            </a:pPr>
            <a:r>
              <a:rPr sz="1516" spc="-121" dirty="0">
                <a:cs typeface="Arial Black"/>
              </a:rPr>
              <a:t>Mediana  </a:t>
            </a:r>
            <a:r>
              <a:rPr sz="1516" spc="-158" dirty="0">
                <a:cs typeface="Arial Black"/>
              </a:rPr>
              <a:t>Percentiles</a:t>
            </a:r>
            <a:endParaRPr sz="1516">
              <a:cs typeface="Arial Black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43441" y="4140305"/>
            <a:ext cx="8298141" cy="0"/>
          </a:xfrm>
          <a:custGeom>
            <a:avLst/>
            <a:gdLst/>
            <a:ahLst/>
            <a:cxnLst/>
            <a:rect l="l" t="t" r="r" b="b"/>
            <a:pathLst>
              <a:path w="13684250">
                <a:moveTo>
                  <a:pt x="0" y="0"/>
                </a:moveTo>
                <a:lnTo>
                  <a:pt x="13683783" y="0"/>
                </a:lnTo>
              </a:path>
            </a:pathLst>
          </a:custGeom>
          <a:ln w="198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 txBox="1"/>
          <p:nvPr/>
        </p:nvSpPr>
        <p:spPr>
          <a:xfrm>
            <a:off x="2280108" y="4173405"/>
            <a:ext cx="874482" cy="24065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1516" spc="-124" dirty="0">
                <a:cs typeface="Arial Black"/>
              </a:rPr>
              <a:t>intervalar</a:t>
            </a:r>
            <a:endParaRPr sz="1516"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27338" y="4173405"/>
            <a:ext cx="1621507" cy="927614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7701" marR="3081">
              <a:lnSpc>
                <a:spcPts val="1801"/>
              </a:lnSpc>
              <a:spcBef>
                <a:spcPts val="133"/>
              </a:spcBef>
            </a:pPr>
            <a:r>
              <a:rPr sz="1516" spc="-130" dirty="0">
                <a:cs typeface="Arial Black"/>
              </a:rPr>
              <a:t>Determinacion </a:t>
            </a:r>
            <a:r>
              <a:rPr sz="1516" spc="-124" dirty="0">
                <a:cs typeface="Arial Black"/>
              </a:rPr>
              <a:t>de  </a:t>
            </a:r>
            <a:r>
              <a:rPr sz="1516" spc="-127" dirty="0">
                <a:cs typeface="Arial Black"/>
              </a:rPr>
              <a:t>igualdad</a:t>
            </a:r>
            <a:r>
              <a:rPr sz="1516" spc="-118" dirty="0">
                <a:cs typeface="Arial Black"/>
              </a:rPr>
              <a:t> </a:t>
            </a:r>
            <a:r>
              <a:rPr sz="1516" spc="-124" dirty="0">
                <a:cs typeface="Arial Black"/>
              </a:rPr>
              <a:t>de</a:t>
            </a:r>
            <a:endParaRPr sz="1516">
              <a:cs typeface="Arial Black"/>
            </a:endParaRPr>
          </a:p>
          <a:p>
            <a:pPr marL="7701">
              <a:lnSpc>
                <a:spcPts val="1731"/>
              </a:lnSpc>
            </a:pPr>
            <a:r>
              <a:rPr sz="1516" spc="-133" dirty="0">
                <a:cs typeface="Arial Black"/>
              </a:rPr>
              <a:t>intervalos</a:t>
            </a:r>
            <a:r>
              <a:rPr sz="1516" spc="-152" dirty="0">
                <a:cs typeface="Arial Black"/>
              </a:rPr>
              <a:t> </a:t>
            </a:r>
            <a:r>
              <a:rPr sz="1516" spc="-97" dirty="0">
                <a:cs typeface="Arial Black"/>
              </a:rPr>
              <a:t>o</a:t>
            </a:r>
            <a:endParaRPr sz="1516">
              <a:cs typeface="Arial Black"/>
            </a:endParaRPr>
          </a:p>
          <a:p>
            <a:pPr marL="7701">
              <a:lnSpc>
                <a:spcPts val="1810"/>
              </a:lnSpc>
            </a:pPr>
            <a:r>
              <a:rPr sz="1516" spc="-139" dirty="0">
                <a:cs typeface="Arial Black"/>
              </a:rPr>
              <a:t>diferencias</a:t>
            </a:r>
            <a:endParaRPr sz="1516"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23019" y="4173404"/>
            <a:ext cx="1775148" cy="46905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3104">
              <a:lnSpc>
                <a:spcPts val="1810"/>
              </a:lnSpc>
              <a:spcBef>
                <a:spcPts val="58"/>
              </a:spcBef>
            </a:pPr>
            <a:r>
              <a:rPr sz="1516" i="1" spc="82" dirty="0">
                <a:cs typeface="Calibri"/>
              </a:rPr>
              <a:t>Grupo </a:t>
            </a:r>
            <a:r>
              <a:rPr sz="1516" i="1" spc="49" dirty="0">
                <a:cs typeface="Calibri"/>
              </a:rPr>
              <a:t>lineal</a:t>
            </a:r>
            <a:r>
              <a:rPr sz="1516" i="1" spc="-9" dirty="0">
                <a:cs typeface="Calibri"/>
              </a:rPr>
              <a:t> </a:t>
            </a:r>
            <a:r>
              <a:rPr sz="1516" i="1" spc="42" dirty="0">
                <a:cs typeface="Calibri"/>
              </a:rPr>
              <a:t>general</a:t>
            </a:r>
            <a:endParaRPr sz="1516" dirty="0">
              <a:cs typeface="Calibri"/>
            </a:endParaRPr>
          </a:p>
          <a:p>
            <a:pPr marL="23104">
              <a:lnSpc>
                <a:spcPts val="1810"/>
              </a:lnSpc>
            </a:pPr>
            <a:r>
              <a:rPr sz="1516" spc="173" dirty="0">
                <a:cs typeface="Calibri" panose="020F0502020204030204" pitchFamily="34" charset="0"/>
              </a:rPr>
              <a:t>x</a:t>
            </a:r>
            <a:r>
              <a:rPr sz="1683" i="1" spc="259" baseline="27027" dirty="0">
                <a:cs typeface="Arial"/>
              </a:rPr>
              <a:t>′ </a:t>
            </a:r>
            <a:r>
              <a:rPr sz="1516" spc="9" dirty="0">
                <a:cs typeface="Verdana"/>
              </a:rPr>
              <a:t>= </a:t>
            </a:r>
            <a:r>
              <a:rPr sz="1516" spc="100" dirty="0">
                <a:cs typeface="Calibri" panose="020F0502020204030204" pitchFamily="34" charset="0"/>
              </a:rPr>
              <a:t>ax</a:t>
            </a:r>
            <a:r>
              <a:rPr sz="1516" spc="-340" dirty="0">
                <a:cs typeface="Calibri" panose="020F0502020204030204" pitchFamily="34" charset="0"/>
              </a:rPr>
              <a:t> </a:t>
            </a:r>
            <a:r>
              <a:rPr sz="1516" spc="9" dirty="0">
                <a:cs typeface="Verdana"/>
              </a:rPr>
              <a:t>+ </a:t>
            </a:r>
            <a:r>
              <a:rPr sz="1516" spc="-158" dirty="0">
                <a:cs typeface="Calibri" panose="020F0502020204030204" pitchFamily="34" charset="0"/>
              </a:rPr>
              <a:t>b</a:t>
            </a:r>
            <a:endParaRPr sz="1516" dirty="0">
              <a:cs typeface="Calibri" panose="020F0502020204030204" pitchFamily="34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81146" y="4173405"/>
            <a:ext cx="2059710" cy="116155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lnSpc>
                <a:spcPts val="1810"/>
              </a:lnSpc>
              <a:spcBef>
                <a:spcPts val="58"/>
              </a:spcBef>
            </a:pPr>
            <a:r>
              <a:rPr sz="1516" spc="-121" dirty="0">
                <a:cs typeface="Arial Black"/>
              </a:rPr>
              <a:t>Media</a:t>
            </a:r>
            <a:endParaRPr sz="1516">
              <a:cs typeface="Arial Black"/>
            </a:endParaRPr>
          </a:p>
          <a:p>
            <a:pPr marL="7701" marR="234504">
              <a:lnSpc>
                <a:spcPts val="1801"/>
              </a:lnSpc>
              <a:spcBef>
                <a:spcPts val="67"/>
              </a:spcBef>
            </a:pPr>
            <a:r>
              <a:rPr sz="1516" spc="-149" dirty="0">
                <a:cs typeface="Arial Black"/>
              </a:rPr>
              <a:t>Desviacion </a:t>
            </a:r>
            <a:r>
              <a:rPr sz="1516" spc="-136" dirty="0">
                <a:cs typeface="Arial Black"/>
              </a:rPr>
              <a:t>estandar  Correlacion</a:t>
            </a:r>
            <a:endParaRPr sz="1516">
              <a:cs typeface="Arial Black"/>
            </a:endParaRPr>
          </a:p>
          <a:p>
            <a:pPr marL="7701">
              <a:lnSpc>
                <a:spcPts val="1731"/>
              </a:lnSpc>
            </a:pPr>
            <a:r>
              <a:rPr sz="1516" spc="-118" dirty="0">
                <a:cs typeface="Arial Black"/>
              </a:rPr>
              <a:t>Producto-momento</a:t>
            </a:r>
            <a:r>
              <a:rPr sz="1516" spc="-143" dirty="0">
                <a:cs typeface="Arial Black"/>
              </a:rPr>
              <a:t> </a:t>
            </a:r>
            <a:r>
              <a:rPr sz="1516" spc="-124" dirty="0">
                <a:cs typeface="Arial Black"/>
              </a:rPr>
              <a:t>de</a:t>
            </a:r>
            <a:endParaRPr sz="1516">
              <a:cs typeface="Arial Black"/>
            </a:endParaRPr>
          </a:p>
          <a:p>
            <a:pPr marL="7701">
              <a:lnSpc>
                <a:spcPts val="1810"/>
              </a:lnSpc>
            </a:pPr>
            <a:r>
              <a:rPr sz="1516" spc="-139" dirty="0">
                <a:cs typeface="Arial Black"/>
              </a:rPr>
              <a:t>Pearson</a:t>
            </a:r>
            <a:endParaRPr sz="1516">
              <a:cs typeface="Arial Black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143441" y="5403417"/>
            <a:ext cx="8298141" cy="0"/>
          </a:xfrm>
          <a:custGeom>
            <a:avLst/>
            <a:gdLst/>
            <a:ahLst/>
            <a:cxnLst/>
            <a:rect l="l" t="t" r="r" b="b"/>
            <a:pathLst>
              <a:path w="13684250">
                <a:moveTo>
                  <a:pt x="0" y="0"/>
                </a:moveTo>
                <a:lnTo>
                  <a:pt x="13683783" y="0"/>
                </a:lnTo>
              </a:path>
            </a:pathLst>
          </a:custGeom>
          <a:ln w="198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 txBox="1"/>
          <p:nvPr/>
        </p:nvSpPr>
        <p:spPr>
          <a:xfrm>
            <a:off x="2454414" y="5436516"/>
            <a:ext cx="525228" cy="24065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1516" spc="-112" dirty="0">
                <a:cs typeface="Arial Black"/>
              </a:rPr>
              <a:t>razón</a:t>
            </a:r>
            <a:endParaRPr sz="1516"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27227" y="5436516"/>
            <a:ext cx="1621507" cy="472031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7701" marR="3081" indent="-385">
              <a:lnSpc>
                <a:spcPct val="98900"/>
              </a:lnSpc>
              <a:spcBef>
                <a:spcPts val="79"/>
              </a:spcBef>
            </a:pPr>
            <a:r>
              <a:rPr sz="1516" spc="-130" dirty="0">
                <a:cs typeface="Arial Black"/>
              </a:rPr>
              <a:t>Determinacion </a:t>
            </a:r>
            <a:r>
              <a:rPr sz="1516" spc="-124" dirty="0">
                <a:cs typeface="Arial Black"/>
              </a:rPr>
              <a:t>de  </a:t>
            </a:r>
            <a:r>
              <a:rPr sz="1516" spc="-127" dirty="0">
                <a:cs typeface="Arial Black"/>
              </a:rPr>
              <a:t>igualdad </a:t>
            </a:r>
            <a:r>
              <a:rPr sz="1516" spc="-124" dirty="0">
                <a:cs typeface="Arial Black"/>
              </a:rPr>
              <a:t>de  </a:t>
            </a:r>
            <a:r>
              <a:rPr sz="1516" spc="-133" dirty="0">
                <a:cs typeface="Arial Black"/>
              </a:rPr>
              <a:t>razones</a:t>
            </a:r>
            <a:endParaRPr sz="1516"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23019" y="5436516"/>
            <a:ext cx="1849850" cy="46905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3104">
              <a:lnSpc>
                <a:spcPts val="1810"/>
              </a:lnSpc>
              <a:spcBef>
                <a:spcPts val="58"/>
              </a:spcBef>
            </a:pPr>
            <a:r>
              <a:rPr sz="1516" i="1" spc="82" dirty="0">
                <a:cs typeface="Calibri"/>
              </a:rPr>
              <a:t>Grupo </a:t>
            </a:r>
            <a:r>
              <a:rPr sz="1516" i="1" spc="55" dirty="0">
                <a:cs typeface="Calibri"/>
              </a:rPr>
              <a:t>de</a:t>
            </a:r>
            <a:r>
              <a:rPr sz="1516" i="1" spc="-15" dirty="0">
                <a:cs typeface="Calibri"/>
              </a:rPr>
              <a:t> </a:t>
            </a:r>
            <a:r>
              <a:rPr sz="1516" i="1" spc="64" dirty="0">
                <a:cs typeface="Calibri"/>
              </a:rPr>
              <a:t>similaridad</a:t>
            </a:r>
            <a:endParaRPr sz="1516" dirty="0">
              <a:cs typeface="Calibri"/>
            </a:endParaRPr>
          </a:p>
          <a:p>
            <a:pPr marL="23104">
              <a:lnSpc>
                <a:spcPts val="1810"/>
              </a:lnSpc>
            </a:pPr>
            <a:r>
              <a:rPr sz="1516" spc="173" dirty="0">
                <a:cs typeface="Calibri" panose="020F0502020204030204" pitchFamily="34" charset="0"/>
              </a:rPr>
              <a:t>x</a:t>
            </a:r>
            <a:r>
              <a:rPr sz="1683" i="1" spc="259" baseline="27027" dirty="0">
                <a:cs typeface="Arial"/>
              </a:rPr>
              <a:t>′ </a:t>
            </a:r>
            <a:r>
              <a:rPr sz="1516" spc="9" dirty="0">
                <a:cs typeface="Verdana"/>
              </a:rPr>
              <a:t>=</a:t>
            </a:r>
            <a:r>
              <a:rPr sz="1516" spc="-39" dirty="0">
                <a:cs typeface="Verdana"/>
              </a:rPr>
              <a:t> </a:t>
            </a:r>
            <a:r>
              <a:rPr sz="1516" spc="100" dirty="0">
                <a:cs typeface="Calibri" panose="020F0502020204030204" pitchFamily="34" charset="0"/>
              </a:rPr>
              <a:t>ax</a:t>
            </a:r>
            <a:endParaRPr sz="1516" dirty="0">
              <a:cs typeface="Calibri" panose="020F0502020204030204" pitchFamily="34" charset="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181146" y="5436516"/>
            <a:ext cx="1293432" cy="478773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7701" marR="3081">
              <a:lnSpc>
                <a:spcPts val="1801"/>
              </a:lnSpc>
              <a:spcBef>
                <a:spcPts val="133"/>
              </a:spcBef>
            </a:pPr>
            <a:r>
              <a:rPr sz="1516" spc="-158" dirty="0">
                <a:cs typeface="Arial Black"/>
              </a:rPr>
              <a:t>Coeﬁciente </a:t>
            </a:r>
            <a:r>
              <a:rPr sz="1516" spc="-124" dirty="0">
                <a:cs typeface="Arial Black"/>
              </a:rPr>
              <a:t>de  </a:t>
            </a:r>
            <a:r>
              <a:rPr sz="1516" spc="-143" dirty="0">
                <a:cs typeface="Arial Black"/>
              </a:rPr>
              <a:t>variacion</a:t>
            </a:r>
            <a:endParaRPr sz="1516">
              <a:cs typeface="Arial Black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143441" y="6213141"/>
            <a:ext cx="8298141" cy="0"/>
          </a:xfrm>
          <a:custGeom>
            <a:avLst/>
            <a:gdLst/>
            <a:ahLst/>
            <a:cxnLst/>
            <a:rect l="l" t="t" r="r" b="b"/>
            <a:pathLst>
              <a:path w="13684250">
                <a:moveTo>
                  <a:pt x="0" y="0"/>
                </a:moveTo>
                <a:lnTo>
                  <a:pt x="13683783" y="0"/>
                </a:lnTo>
              </a:path>
            </a:pathLst>
          </a:custGeom>
          <a:ln w="31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438150" y="1010085"/>
            <a:ext cx="989918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400" dirty="0">
                <a:latin typeface="Century Gothic" panose="020B0502020202020204" pitchFamily="34" charset="0"/>
              </a:rPr>
              <a:t>     </a:t>
            </a:r>
          </a:p>
          <a:p>
            <a:r>
              <a:rPr lang="es-CL" sz="2400" b="1" dirty="0">
                <a:latin typeface="Century Gothic" panose="020B0502020202020204" pitchFamily="34" charset="0"/>
              </a:rPr>
              <a:t>NOMINAL </a:t>
            </a:r>
          </a:p>
          <a:p>
            <a:r>
              <a:rPr lang="es-CL" sz="2400" dirty="0">
                <a:latin typeface="Century Gothic" panose="020B0502020202020204" pitchFamily="34" charset="0"/>
              </a:rPr>
              <a:t>Nacionalidad </a:t>
            </a:r>
          </a:p>
          <a:p>
            <a:r>
              <a:rPr lang="es-CL" sz="2400" dirty="0">
                <a:latin typeface="Century Gothic" panose="020B0502020202020204" pitchFamily="34" charset="0"/>
              </a:rPr>
              <a:t>Número de camiseta en un equipo de fútbol </a:t>
            </a:r>
          </a:p>
          <a:p>
            <a:r>
              <a:rPr lang="es-CL" sz="2400" dirty="0">
                <a:latin typeface="Century Gothic" panose="020B0502020202020204" pitchFamily="34" charset="0"/>
              </a:rPr>
              <a:t>Número de RUT</a:t>
            </a:r>
          </a:p>
          <a:p>
            <a:endParaRPr lang="es-CL" sz="2400" dirty="0">
              <a:latin typeface="Century Gothic" panose="020B0502020202020204" pitchFamily="34" charset="0"/>
            </a:endParaRPr>
          </a:p>
          <a:p>
            <a:endParaRPr lang="es-CL" sz="2400" dirty="0">
              <a:latin typeface="Century Gothic" panose="020B0502020202020204" pitchFamily="34" charset="0"/>
            </a:endParaRPr>
          </a:p>
          <a:p>
            <a:r>
              <a:rPr lang="es-CL" sz="2400" b="1" dirty="0">
                <a:latin typeface="Century Gothic" panose="020B0502020202020204" pitchFamily="34" charset="0"/>
              </a:rPr>
              <a:t>ORDINAL </a:t>
            </a:r>
          </a:p>
          <a:p>
            <a:r>
              <a:rPr lang="es-CL" sz="2400" dirty="0">
                <a:latin typeface="Century Gothic" panose="020B0502020202020204" pitchFamily="34" charset="0"/>
              </a:rPr>
              <a:t>Etapa de desarrollo de un ser vivo</a:t>
            </a:r>
          </a:p>
          <a:p>
            <a:r>
              <a:rPr lang="es-CL" sz="2400" dirty="0">
                <a:latin typeface="Century Gothic" panose="020B0502020202020204" pitchFamily="34" charset="0"/>
              </a:rPr>
              <a:t>Clase social </a:t>
            </a:r>
          </a:p>
          <a:p>
            <a:r>
              <a:rPr lang="es-CL" sz="2400" dirty="0">
                <a:latin typeface="Century Gothic" panose="020B0502020202020204" pitchFamily="34" charset="0"/>
              </a:rPr>
              <a:t>Rango académico 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9394273" y="452569"/>
            <a:ext cx="2340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000" dirty="0">
                <a:latin typeface="Impact" panose="020B0806030902050204" pitchFamily="34" charset="0"/>
              </a:rPr>
              <a:t>EJEMPLOS</a:t>
            </a:r>
            <a:r>
              <a:rPr lang="es-CL" sz="3200" dirty="0">
                <a:latin typeface="Impact" panose="020B080603090205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7014EC9-8071-4082-97AF-ED8588BB5B07}"/>
              </a:ext>
            </a:extLst>
          </p:cNvPr>
          <p:cNvSpPr txBox="1"/>
          <p:nvPr/>
        </p:nvSpPr>
        <p:spPr>
          <a:xfrm>
            <a:off x="438150" y="371475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latin typeface="Century Gothic" panose="020B0502020202020204" pitchFamily="34" charset="0"/>
              </a:rPr>
              <a:t>TIPOS DE PROPIEDADES MATEMÁTICAS DE UNA ESCALA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B3B17A4-5B70-465E-9B20-2B7445FBA74A}"/>
              </a:ext>
            </a:extLst>
          </p:cNvPr>
          <p:cNvSpPr/>
          <p:nvPr/>
        </p:nvSpPr>
        <p:spPr>
          <a:xfrm>
            <a:off x="8142735" y="1905688"/>
            <a:ext cx="40113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Open Sans"/>
              </a:rPr>
              <a:t>Comprende los datos que no tienen un orden; equivalencia.  </a:t>
            </a:r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3CEA9B-42E6-4A08-99D7-DC50C9D2DF49}"/>
              </a:ext>
            </a:extLst>
          </p:cNvPr>
          <p:cNvSpPr/>
          <p:nvPr/>
        </p:nvSpPr>
        <p:spPr>
          <a:xfrm>
            <a:off x="8188789" y="3887575"/>
            <a:ext cx="4154218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Open Sans"/>
              </a:rPr>
              <a:t>Incorpora la relación de “mayor que” (</a:t>
            </a:r>
            <a:r>
              <a:rPr lang="es-ES" sz="4000" b="1" dirty="0">
                <a:solidFill>
                  <a:srgbClr val="558BB8"/>
                </a:solidFill>
                <a:latin typeface="Open Sans"/>
              </a:rPr>
              <a:t>&gt;</a:t>
            </a:r>
            <a:r>
              <a:rPr lang="es-ES" dirty="0">
                <a:solidFill>
                  <a:srgbClr val="000000"/>
                </a:solidFill>
                <a:latin typeface="Open Sans"/>
              </a:rPr>
              <a:t>) o “menor que” (</a:t>
            </a:r>
            <a:r>
              <a:rPr lang="es-ES" sz="4000" b="1" dirty="0">
                <a:solidFill>
                  <a:srgbClr val="558BB8"/>
                </a:solidFill>
                <a:latin typeface="Open Sans"/>
              </a:rPr>
              <a:t>&lt;</a:t>
            </a:r>
            <a:r>
              <a:rPr lang="es-ES" dirty="0">
                <a:solidFill>
                  <a:srgbClr val="000000"/>
                </a:solidFill>
                <a:latin typeface="Open Sans"/>
              </a:rPr>
              <a:t>) </a:t>
            </a:r>
            <a:endParaRPr lang="es-CL" dirty="0"/>
          </a:p>
        </p:txBody>
      </p:sp>
      <p:sp>
        <p:nvSpPr>
          <p:cNvPr id="7" name="Es igual a 6">
            <a:extLst>
              <a:ext uri="{FF2B5EF4-FFF2-40B4-BE49-F238E27FC236}">
                <a16:creationId xmlns:a16="http://schemas.microsoft.com/office/drawing/2014/main" id="{05D4A215-3D1C-4640-945F-B8080EA95FA2}"/>
              </a:ext>
            </a:extLst>
          </p:cNvPr>
          <p:cNvSpPr/>
          <p:nvPr/>
        </p:nvSpPr>
        <p:spPr>
          <a:xfrm>
            <a:off x="9698022" y="2717285"/>
            <a:ext cx="450385" cy="269277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8" name="Distinto de 7">
            <a:extLst>
              <a:ext uri="{FF2B5EF4-FFF2-40B4-BE49-F238E27FC236}">
                <a16:creationId xmlns:a16="http://schemas.microsoft.com/office/drawing/2014/main" id="{C52D1E3A-52D2-483E-9BEF-D8632A404D81}"/>
              </a:ext>
            </a:extLst>
          </p:cNvPr>
          <p:cNvSpPr/>
          <p:nvPr/>
        </p:nvSpPr>
        <p:spPr>
          <a:xfrm>
            <a:off x="10187291" y="2731191"/>
            <a:ext cx="450386" cy="242956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6D77D7F8-5DF9-41CB-92E4-DBE850012519}"/>
              </a:ext>
            </a:extLst>
          </p:cNvPr>
          <p:cNvSpPr/>
          <p:nvPr/>
        </p:nvSpPr>
        <p:spPr>
          <a:xfrm>
            <a:off x="7310739" y="4114001"/>
            <a:ext cx="458704" cy="5320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11" name="Flecha: a la derecha 9">
            <a:extLst>
              <a:ext uri="{FF2B5EF4-FFF2-40B4-BE49-F238E27FC236}">
                <a16:creationId xmlns:a16="http://schemas.microsoft.com/office/drawing/2014/main" id="{6D77D7F8-5DF9-41CB-92E4-DBE850012519}"/>
              </a:ext>
            </a:extLst>
          </p:cNvPr>
          <p:cNvSpPr/>
          <p:nvPr/>
        </p:nvSpPr>
        <p:spPr>
          <a:xfrm>
            <a:off x="7383689" y="2030012"/>
            <a:ext cx="458704" cy="5320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53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696529" y="452569"/>
            <a:ext cx="699135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400" dirty="0">
                <a:latin typeface="Century Gothic" panose="020B0502020202020204" pitchFamily="34" charset="0"/>
              </a:rPr>
              <a:t> </a:t>
            </a:r>
            <a:r>
              <a:rPr lang="es-CL" sz="2200" dirty="0">
                <a:latin typeface="Century Gothic" panose="020B0502020202020204" pitchFamily="34" charset="0"/>
              </a:rPr>
              <a:t>    </a:t>
            </a:r>
          </a:p>
          <a:p>
            <a:r>
              <a:rPr lang="es-CL" sz="2200" b="1" dirty="0">
                <a:latin typeface="Century Gothic" panose="020B0502020202020204" pitchFamily="34" charset="0"/>
              </a:rPr>
              <a:t>INTERVALAR</a:t>
            </a:r>
            <a:r>
              <a:rPr lang="es-CL" sz="2200" dirty="0">
                <a:latin typeface="Century Gothic" panose="020B0502020202020204" pitchFamily="34" charset="0"/>
              </a:rPr>
              <a:t> (0 arbitrario)</a:t>
            </a:r>
          </a:p>
          <a:p>
            <a:r>
              <a:rPr lang="es-CL" sz="2200" dirty="0">
                <a:latin typeface="Century Gothic" panose="020B0502020202020204" pitchFamily="34" charset="0"/>
              </a:rPr>
              <a:t>Temperatura</a:t>
            </a:r>
          </a:p>
          <a:p>
            <a:r>
              <a:rPr lang="es-CL" sz="2200" dirty="0">
                <a:latin typeface="Century Gothic" panose="020B0502020202020204" pitchFamily="34" charset="0"/>
              </a:rPr>
              <a:t>Ubicación en una carretera respecto de un punto de referencia (Kilómetro 85 Ruta 5). </a:t>
            </a:r>
          </a:p>
          <a:p>
            <a:endParaRPr lang="es-ES" sz="2200" dirty="0">
              <a:latin typeface="Century Gothic" panose="020B0502020202020204" pitchFamily="34" charset="0"/>
            </a:endParaRPr>
          </a:p>
          <a:p>
            <a:r>
              <a:rPr lang="es-ES" sz="2200" b="1" dirty="0">
                <a:latin typeface="Century Gothic" panose="020B0502020202020204" pitchFamily="34" charset="0"/>
              </a:rPr>
              <a:t>No podemos afirmar que una persona con 100 puntos en un test de inteligencia, es el doble de inteligente que una persona con 50 puntos</a:t>
            </a:r>
            <a:endParaRPr lang="es-CL" sz="2200" b="1" dirty="0">
              <a:latin typeface="Century Gothic" panose="020B0502020202020204" pitchFamily="34" charset="0"/>
            </a:endParaRPr>
          </a:p>
          <a:p>
            <a:endParaRPr lang="es-CL" sz="2200" dirty="0">
              <a:latin typeface="Century Gothic" panose="020B0502020202020204" pitchFamily="34" charset="0"/>
            </a:endParaRPr>
          </a:p>
          <a:p>
            <a:endParaRPr lang="es-CL" sz="2200" dirty="0">
              <a:latin typeface="Century Gothic" panose="020B0502020202020204" pitchFamily="34" charset="0"/>
            </a:endParaRPr>
          </a:p>
          <a:p>
            <a:r>
              <a:rPr lang="es-CL" sz="2200" b="1" dirty="0">
                <a:latin typeface="Century Gothic" panose="020B0502020202020204" pitchFamily="34" charset="0"/>
              </a:rPr>
              <a:t>DE RAZÓN </a:t>
            </a:r>
            <a:r>
              <a:rPr lang="es-CL" sz="2200" dirty="0">
                <a:latin typeface="Century Gothic" panose="020B0502020202020204" pitchFamily="34" charset="0"/>
              </a:rPr>
              <a:t>(0 absoluto, representa ausencia del atributo)</a:t>
            </a:r>
          </a:p>
          <a:p>
            <a:r>
              <a:rPr lang="es-CL" sz="2200" dirty="0">
                <a:latin typeface="Century Gothic" panose="020B0502020202020204" pitchFamily="34" charset="0"/>
              </a:rPr>
              <a:t>Peso </a:t>
            </a:r>
          </a:p>
          <a:p>
            <a:r>
              <a:rPr lang="es-CL" sz="2200" dirty="0">
                <a:latin typeface="Century Gothic" panose="020B0502020202020204" pitchFamily="34" charset="0"/>
              </a:rPr>
              <a:t>Sueldo </a:t>
            </a:r>
          </a:p>
          <a:p>
            <a:endParaRPr lang="es-ES" sz="2400" dirty="0">
              <a:latin typeface="Century Gothic" panose="020B0502020202020204" pitchFamily="34" charset="0"/>
            </a:endParaRPr>
          </a:p>
          <a:p>
            <a:r>
              <a:rPr lang="es-ES" dirty="0">
                <a:latin typeface="Century Gothic" panose="020B0502020202020204" pitchFamily="34" charset="0"/>
              </a:rPr>
              <a:t>(en Psicología, no solemos tener escalas de razón)</a:t>
            </a:r>
            <a:endParaRPr lang="es-CL" dirty="0">
              <a:latin typeface="Century Gothic" panose="020B0502020202020204" pitchFamily="34" charset="0"/>
            </a:endParaRPr>
          </a:p>
        </p:txBody>
      </p:sp>
      <p:sp>
        <p:nvSpPr>
          <p:cNvPr id="4" name="2 CuadroTexto">
            <a:extLst>
              <a:ext uri="{FF2B5EF4-FFF2-40B4-BE49-F238E27FC236}">
                <a16:creationId xmlns:a16="http://schemas.microsoft.com/office/drawing/2014/main" id="{0D9AB3B0-6883-4BB5-88AE-93431132B176}"/>
              </a:ext>
            </a:extLst>
          </p:cNvPr>
          <p:cNvSpPr txBox="1"/>
          <p:nvPr/>
        </p:nvSpPr>
        <p:spPr>
          <a:xfrm>
            <a:off x="9394273" y="452569"/>
            <a:ext cx="2340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000" dirty="0">
                <a:latin typeface="Impact" panose="020B0806030902050204" pitchFamily="34" charset="0"/>
              </a:rPr>
              <a:t>EJEMPLOS</a:t>
            </a:r>
            <a:r>
              <a:rPr lang="es-CL" sz="3200" dirty="0">
                <a:latin typeface="Impact" panose="020B0806030902050204" pitchFamily="34" charset="0"/>
              </a:rPr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4A4D3-738C-4BBA-8B93-077984CC5689}"/>
              </a:ext>
            </a:extLst>
          </p:cNvPr>
          <p:cNvSpPr txBox="1"/>
          <p:nvPr/>
        </p:nvSpPr>
        <p:spPr>
          <a:xfrm>
            <a:off x="8848725" y="3219447"/>
            <a:ext cx="2886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latin typeface="Century Gothic" panose="020B0502020202020204" pitchFamily="34" charset="0"/>
              </a:rPr>
              <a:t>ESCALAR </a:t>
            </a:r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55BE7D1B-721B-4387-A372-228E96F4284B}"/>
              </a:ext>
            </a:extLst>
          </p:cNvPr>
          <p:cNvSpPr/>
          <p:nvPr/>
        </p:nvSpPr>
        <p:spPr>
          <a:xfrm>
            <a:off x="7913672" y="2235843"/>
            <a:ext cx="581024" cy="24288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8348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94607" y="4772023"/>
            <a:ext cx="1935335" cy="40397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2577" spc="170" dirty="0">
                <a:cs typeface="Calibri" panose="020F0502020204030204" pitchFamily="34" charset="0"/>
              </a:rPr>
              <a:t>INFERENCIA</a:t>
            </a:r>
            <a:endParaRPr sz="2577" dirty="0">
              <a:cs typeface="Calibri" panose="020F050202020403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91737" y="3594024"/>
            <a:ext cx="3464426" cy="0"/>
          </a:xfrm>
          <a:custGeom>
            <a:avLst/>
            <a:gdLst/>
            <a:ahLst/>
            <a:cxnLst/>
            <a:rect l="l" t="t" r="r" b="b"/>
            <a:pathLst>
              <a:path w="5713095">
                <a:moveTo>
                  <a:pt x="0" y="0"/>
                </a:moveTo>
                <a:lnTo>
                  <a:pt x="5712483" y="0"/>
                </a:lnTo>
              </a:path>
            </a:pathLst>
          </a:custGeom>
          <a:ln w="53939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/>
          <p:nvPr/>
        </p:nvSpPr>
        <p:spPr>
          <a:xfrm>
            <a:off x="6255792" y="3535148"/>
            <a:ext cx="157106" cy="117830"/>
          </a:xfrm>
          <a:custGeom>
            <a:avLst/>
            <a:gdLst/>
            <a:ahLst/>
            <a:cxnLst/>
            <a:rect l="l" t="t" r="r" b="b"/>
            <a:pathLst>
              <a:path w="259079" h="194310">
                <a:moveTo>
                  <a:pt x="258909" y="97091"/>
                </a:moveTo>
                <a:lnTo>
                  <a:pt x="0" y="0"/>
                </a:lnTo>
                <a:lnTo>
                  <a:pt x="0" y="194182"/>
                </a:lnTo>
                <a:lnTo>
                  <a:pt x="258909" y="97091"/>
                </a:lnTo>
                <a:close/>
              </a:path>
            </a:pathLst>
          </a:custGeom>
          <a:ln w="53939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" name="object 5"/>
          <p:cNvSpPr/>
          <p:nvPr/>
        </p:nvSpPr>
        <p:spPr>
          <a:xfrm>
            <a:off x="759052" y="3594024"/>
            <a:ext cx="3124029" cy="1406641"/>
          </a:xfrm>
          <a:custGeom>
            <a:avLst/>
            <a:gdLst/>
            <a:ahLst/>
            <a:cxnLst/>
            <a:rect l="l" t="t" r="r" b="b"/>
            <a:pathLst>
              <a:path w="5151755" h="2319654">
                <a:moveTo>
                  <a:pt x="83606" y="0"/>
                </a:moveTo>
                <a:lnTo>
                  <a:pt x="0" y="0"/>
                </a:lnTo>
                <a:lnTo>
                  <a:pt x="0" y="2319398"/>
                </a:lnTo>
                <a:lnTo>
                  <a:pt x="4722402" y="2319398"/>
                </a:lnTo>
                <a:lnTo>
                  <a:pt x="5151221" y="2319398"/>
                </a:lnTo>
              </a:path>
            </a:pathLst>
          </a:custGeom>
          <a:ln w="53939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6"/>
          <p:cNvSpPr/>
          <p:nvPr/>
        </p:nvSpPr>
        <p:spPr>
          <a:xfrm>
            <a:off x="809751" y="3535148"/>
            <a:ext cx="157106" cy="117830"/>
          </a:xfrm>
          <a:custGeom>
            <a:avLst/>
            <a:gdLst/>
            <a:ahLst/>
            <a:cxnLst/>
            <a:rect l="l" t="t" r="r" b="b"/>
            <a:pathLst>
              <a:path w="259080" h="194310">
                <a:moveTo>
                  <a:pt x="258909" y="97091"/>
                </a:moveTo>
                <a:lnTo>
                  <a:pt x="0" y="0"/>
                </a:lnTo>
                <a:lnTo>
                  <a:pt x="0" y="194182"/>
                </a:lnTo>
                <a:lnTo>
                  <a:pt x="258909" y="97091"/>
                </a:lnTo>
                <a:close/>
              </a:path>
            </a:pathLst>
          </a:custGeom>
          <a:ln w="53939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6252521" y="3594024"/>
            <a:ext cx="5104416" cy="1406641"/>
          </a:xfrm>
          <a:custGeom>
            <a:avLst/>
            <a:gdLst/>
            <a:ahLst/>
            <a:cxnLst/>
            <a:rect l="l" t="t" r="r" b="b"/>
            <a:pathLst>
              <a:path w="8417560" h="2319654">
                <a:moveTo>
                  <a:pt x="0" y="2319398"/>
                </a:moveTo>
                <a:lnTo>
                  <a:pt x="80909" y="2319398"/>
                </a:lnTo>
                <a:lnTo>
                  <a:pt x="8417257" y="2319398"/>
                </a:lnTo>
                <a:lnTo>
                  <a:pt x="8417257" y="0"/>
                </a:lnTo>
                <a:lnTo>
                  <a:pt x="7985741" y="0"/>
                </a:lnTo>
              </a:path>
            </a:pathLst>
          </a:custGeom>
          <a:ln w="53939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6095518" y="4941633"/>
            <a:ext cx="157106" cy="117830"/>
          </a:xfrm>
          <a:custGeom>
            <a:avLst/>
            <a:gdLst/>
            <a:ahLst/>
            <a:cxnLst/>
            <a:rect l="l" t="t" r="r" b="b"/>
            <a:pathLst>
              <a:path w="259079" h="194309">
                <a:moveTo>
                  <a:pt x="0" y="97091"/>
                </a:moveTo>
                <a:lnTo>
                  <a:pt x="258909" y="194182"/>
                </a:lnTo>
                <a:lnTo>
                  <a:pt x="258909" y="0"/>
                </a:lnTo>
                <a:lnTo>
                  <a:pt x="0" y="97091"/>
                </a:lnTo>
                <a:close/>
              </a:path>
            </a:pathLst>
          </a:custGeom>
          <a:ln w="53939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 txBox="1"/>
          <p:nvPr/>
        </p:nvSpPr>
        <p:spPr>
          <a:xfrm>
            <a:off x="1299226" y="3831641"/>
            <a:ext cx="2982325" cy="386291"/>
          </a:xfrm>
          <a:prstGeom prst="rect">
            <a:avLst/>
          </a:prstGeom>
        </p:spPr>
        <p:txBody>
          <a:bodyPr vert="horz" wrap="square" lIns="0" tIns="26955" rIns="0" bIns="0" rtlCol="0">
            <a:spAutoFit/>
          </a:bodyPr>
          <a:lstStyle/>
          <a:p>
            <a:pPr marL="7701" marR="3081">
              <a:lnSpc>
                <a:spcPts val="1419"/>
              </a:lnSpc>
              <a:spcBef>
                <a:spcPts val="212"/>
              </a:spcBef>
            </a:pPr>
            <a:r>
              <a:rPr sz="1273" spc="91" dirty="0">
                <a:cs typeface="Cambria"/>
              </a:rPr>
              <a:t>Asume </a:t>
            </a:r>
            <a:r>
              <a:rPr sz="1273" spc="97" dirty="0">
                <a:cs typeface="Cambria"/>
              </a:rPr>
              <a:t>que </a:t>
            </a:r>
            <a:r>
              <a:rPr sz="1273" spc="55" dirty="0">
                <a:cs typeface="Cambria"/>
              </a:rPr>
              <a:t>hay </a:t>
            </a:r>
            <a:r>
              <a:rPr sz="1273" spc="49" dirty="0">
                <a:cs typeface="Cambria"/>
              </a:rPr>
              <a:t>un </a:t>
            </a:r>
            <a:r>
              <a:rPr sz="1273" spc="18" dirty="0">
                <a:cs typeface="Cambria"/>
              </a:rPr>
              <a:t>atributo</a:t>
            </a:r>
            <a:r>
              <a:rPr sz="1273" spc="-109" dirty="0">
                <a:cs typeface="Cambria"/>
              </a:rPr>
              <a:t> </a:t>
            </a:r>
            <a:r>
              <a:rPr sz="1273" spc="33" dirty="0">
                <a:cs typeface="Cambria"/>
              </a:rPr>
              <a:t>(constructo,  </a:t>
            </a:r>
            <a:r>
              <a:rPr sz="1273" spc="49" dirty="0">
                <a:cs typeface="Cambria"/>
              </a:rPr>
              <a:t>propiedad, </a:t>
            </a:r>
            <a:r>
              <a:rPr sz="1273" spc="18" dirty="0">
                <a:cs typeface="Cambria"/>
              </a:rPr>
              <a:t>etc.) </a:t>
            </a:r>
            <a:r>
              <a:rPr sz="1273" spc="97" dirty="0">
                <a:cs typeface="Cambria"/>
              </a:rPr>
              <a:t>que </a:t>
            </a:r>
            <a:r>
              <a:rPr sz="1273" spc="69" dirty="0">
                <a:cs typeface="Cambria"/>
              </a:rPr>
              <a:t>nos</a:t>
            </a:r>
            <a:r>
              <a:rPr sz="1273" spc="15" dirty="0">
                <a:cs typeface="Cambria"/>
              </a:rPr>
              <a:t> </a:t>
            </a:r>
            <a:r>
              <a:rPr sz="1273" spc="30" dirty="0">
                <a:cs typeface="Cambria"/>
              </a:rPr>
              <a:t>interesa</a:t>
            </a:r>
            <a:endParaRPr sz="1273" dirty="0"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71673" y="3831641"/>
            <a:ext cx="4390506" cy="565827"/>
          </a:xfrm>
          <a:prstGeom prst="rect">
            <a:avLst/>
          </a:prstGeom>
        </p:spPr>
        <p:txBody>
          <a:bodyPr vert="horz" wrap="square" lIns="0" tIns="26955" rIns="0" bIns="0" rtlCol="0">
            <a:spAutoFit/>
          </a:bodyPr>
          <a:lstStyle/>
          <a:p>
            <a:pPr marL="7701" marR="3081">
              <a:lnSpc>
                <a:spcPts val="1419"/>
              </a:lnSpc>
              <a:spcBef>
                <a:spcPts val="212"/>
              </a:spcBef>
            </a:pPr>
            <a:r>
              <a:rPr sz="1273" spc="82" dirty="0">
                <a:cs typeface="Cambria"/>
              </a:rPr>
              <a:t>Asume, </a:t>
            </a:r>
            <a:r>
              <a:rPr sz="1273" spc="85" dirty="0">
                <a:cs typeface="Cambria"/>
              </a:rPr>
              <a:t>en </a:t>
            </a:r>
            <a:r>
              <a:rPr sz="1273" spc="49" dirty="0">
                <a:cs typeface="Cambria"/>
              </a:rPr>
              <a:t>un </a:t>
            </a:r>
            <a:r>
              <a:rPr sz="1273" spc="18" dirty="0">
                <a:cs typeface="Cambria"/>
              </a:rPr>
              <a:t>principio, </a:t>
            </a:r>
            <a:r>
              <a:rPr sz="1273" spc="97" dirty="0">
                <a:cs typeface="Cambria"/>
              </a:rPr>
              <a:t>que </a:t>
            </a:r>
            <a:r>
              <a:rPr sz="1273" spc="64" dirty="0">
                <a:cs typeface="Cambria"/>
              </a:rPr>
              <a:t>hacer </a:t>
            </a:r>
            <a:r>
              <a:rPr sz="1273" spc="58" dirty="0">
                <a:cs typeface="Cambria"/>
              </a:rPr>
              <a:t>una asignación </a:t>
            </a:r>
            <a:r>
              <a:rPr sz="1273" spc="112" dirty="0">
                <a:cs typeface="Cambria"/>
              </a:rPr>
              <a:t>de  </a:t>
            </a:r>
            <a:r>
              <a:rPr sz="1273" spc="42" dirty="0">
                <a:cs typeface="Cambria"/>
              </a:rPr>
              <a:t>valores </a:t>
            </a:r>
            <a:r>
              <a:rPr sz="1273" spc="79" dirty="0">
                <a:cs typeface="Cambria"/>
              </a:rPr>
              <a:t>a </a:t>
            </a:r>
            <a:r>
              <a:rPr sz="1273" spc="39" dirty="0">
                <a:cs typeface="Cambria"/>
              </a:rPr>
              <a:t>instancias </a:t>
            </a:r>
            <a:r>
              <a:rPr sz="1273" spc="112" dirty="0">
                <a:cs typeface="Cambria"/>
              </a:rPr>
              <a:t>de </a:t>
            </a:r>
            <a:r>
              <a:rPr sz="1273" spc="61" dirty="0">
                <a:cs typeface="Cambria"/>
              </a:rPr>
              <a:t>dicho </a:t>
            </a:r>
            <a:r>
              <a:rPr sz="1273" spc="18" dirty="0">
                <a:cs typeface="Cambria"/>
              </a:rPr>
              <a:t>atributo </a:t>
            </a:r>
            <a:r>
              <a:rPr sz="1273" spc="112" dirty="0">
                <a:cs typeface="Cambria"/>
              </a:rPr>
              <a:t>de </a:t>
            </a:r>
            <a:r>
              <a:rPr sz="1273" spc="69" dirty="0">
                <a:cs typeface="Cambria"/>
              </a:rPr>
              <a:t>acuerdo </a:t>
            </a:r>
            <a:r>
              <a:rPr sz="1273" spc="79" dirty="0">
                <a:cs typeface="Cambria"/>
              </a:rPr>
              <a:t>a</a:t>
            </a:r>
            <a:r>
              <a:rPr sz="1273" spc="-127" dirty="0">
                <a:cs typeface="Cambria"/>
              </a:rPr>
              <a:t> </a:t>
            </a:r>
            <a:r>
              <a:rPr sz="1273" spc="39" dirty="0">
                <a:cs typeface="Cambria"/>
              </a:rPr>
              <a:t>ciertos  </a:t>
            </a:r>
            <a:r>
              <a:rPr sz="1273" spc="52" dirty="0">
                <a:cs typeface="Cambria"/>
              </a:rPr>
              <a:t>procedimientos </a:t>
            </a:r>
            <a:r>
              <a:rPr sz="1273" spc="-18" dirty="0">
                <a:cs typeface="Cambria"/>
              </a:rPr>
              <a:t>(e </a:t>
            </a:r>
            <a:r>
              <a:rPr sz="1273" spc="64" dirty="0">
                <a:cs typeface="Cambria"/>
              </a:rPr>
              <a:t>idealmente </a:t>
            </a:r>
            <a:r>
              <a:rPr sz="1273" spc="61" dirty="0">
                <a:cs typeface="Cambria"/>
              </a:rPr>
              <a:t>evalúa </a:t>
            </a:r>
            <a:r>
              <a:rPr sz="1273" spc="82" dirty="0">
                <a:cs typeface="Cambria"/>
              </a:rPr>
              <a:t>este</a:t>
            </a:r>
            <a:r>
              <a:rPr sz="1273" spc="67" dirty="0">
                <a:cs typeface="Cambria"/>
              </a:rPr>
              <a:t> </a:t>
            </a:r>
            <a:r>
              <a:rPr sz="1273" spc="42" dirty="0">
                <a:cs typeface="Cambria"/>
              </a:rPr>
              <a:t>supuesto)</a:t>
            </a:r>
            <a:endParaRPr sz="1273"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56829" y="5238126"/>
            <a:ext cx="4191812" cy="565827"/>
          </a:xfrm>
          <a:prstGeom prst="rect">
            <a:avLst/>
          </a:prstGeom>
        </p:spPr>
        <p:txBody>
          <a:bodyPr vert="horz" wrap="square" lIns="0" tIns="26955" rIns="0" bIns="0" rtlCol="0">
            <a:spAutoFit/>
          </a:bodyPr>
          <a:lstStyle/>
          <a:p>
            <a:pPr marL="7701" marR="3081">
              <a:lnSpc>
                <a:spcPts val="1419"/>
              </a:lnSpc>
              <a:spcBef>
                <a:spcPts val="212"/>
              </a:spcBef>
            </a:pPr>
            <a:r>
              <a:rPr sz="1273" spc="24" dirty="0">
                <a:cs typeface="Cambria"/>
              </a:rPr>
              <a:t>Aspira </a:t>
            </a:r>
            <a:r>
              <a:rPr sz="1273" spc="79" dirty="0">
                <a:cs typeface="Cambria"/>
              </a:rPr>
              <a:t>a </a:t>
            </a:r>
            <a:r>
              <a:rPr sz="1273" spc="97" dirty="0">
                <a:cs typeface="Cambria"/>
              </a:rPr>
              <a:t>que </a:t>
            </a:r>
            <a:r>
              <a:rPr sz="1273" spc="58" dirty="0">
                <a:cs typeface="Cambria"/>
              </a:rPr>
              <a:t>dicha asignación produzca </a:t>
            </a:r>
            <a:r>
              <a:rPr sz="1273" spc="33" dirty="0">
                <a:cs typeface="Cambria"/>
              </a:rPr>
              <a:t>información </a:t>
            </a:r>
            <a:r>
              <a:rPr sz="1273" spc="112" dirty="0">
                <a:cs typeface="Cambria"/>
              </a:rPr>
              <a:t>de  </a:t>
            </a:r>
            <a:r>
              <a:rPr sz="1273" spc="55" dirty="0">
                <a:cs typeface="Cambria"/>
              </a:rPr>
              <a:t>calidad/valiosa </a:t>
            </a:r>
            <a:r>
              <a:rPr sz="1273" spc="58" dirty="0">
                <a:cs typeface="Cambria"/>
              </a:rPr>
              <a:t>sobre </a:t>
            </a:r>
            <a:r>
              <a:rPr sz="1273" spc="67" dirty="0">
                <a:cs typeface="Cambria"/>
              </a:rPr>
              <a:t>el </a:t>
            </a:r>
            <a:r>
              <a:rPr sz="1273" spc="18" dirty="0">
                <a:cs typeface="Cambria"/>
              </a:rPr>
              <a:t>atributo </a:t>
            </a:r>
            <a:r>
              <a:rPr sz="1273" spc="39" dirty="0">
                <a:cs typeface="Cambria"/>
              </a:rPr>
              <a:t>para ciertos </a:t>
            </a:r>
            <a:r>
              <a:rPr sz="1273" spc="76" dirty="0">
                <a:cs typeface="Cambria"/>
              </a:rPr>
              <a:t>usos </a:t>
            </a:r>
            <a:r>
              <a:rPr sz="1273" spc="-18" dirty="0">
                <a:cs typeface="Cambria"/>
              </a:rPr>
              <a:t>(e  </a:t>
            </a:r>
            <a:r>
              <a:rPr sz="1273" spc="64" dirty="0">
                <a:cs typeface="Cambria"/>
              </a:rPr>
              <a:t>idealmente </a:t>
            </a:r>
            <a:r>
              <a:rPr sz="1273" spc="55" dirty="0">
                <a:cs typeface="Cambria"/>
              </a:rPr>
              <a:t>respalda </a:t>
            </a:r>
            <a:r>
              <a:rPr sz="1273" spc="88" dirty="0">
                <a:cs typeface="Cambria"/>
              </a:rPr>
              <a:t>con </a:t>
            </a:r>
            <a:r>
              <a:rPr sz="1273" spc="55" dirty="0">
                <a:cs typeface="Cambria"/>
              </a:rPr>
              <a:t>evidencia </a:t>
            </a:r>
            <a:r>
              <a:rPr sz="1273" spc="97" dirty="0">
                <a:cs typeface="Cambria"/>
              </a:rPr>
              <a:t>que </a:t>
            </a:r>
            <a:r>
              <a:rPr sz="1273" spc="82" dirty="0">
                <a:cs typeface="Cambria"/>
              </a:rPr>
              <a:t>este </a:t>
            </a:r>
            <a:r>
              <a:rPr sz="1273" spc="106" dirty="0">
                <a:cs typeface="Cambria"/>
              </a:rPr>
              <a:t>es</a:t>
            </a:r>
            <a:r>
              <a:rPr sz="1273" spc="-182" dirty="0">
                <a:cs typeface="Cambria"/>
              </a:rPr>
              <a:t> </a:t>
            </a:r>
            <a:r>
              <a:rPr sz="1273" spc="67" dirty="0">
                <a:cs typeface="Cambria"/>
              </a:rPr>
              <a:t>el </a:t>
            </a:r>
            <a:r>
              <a:rPr sz="1273" spc="45" dirty="0">
                <a:cs typeface="Cambria"/>
              </a:rPr>
              <a:t>caso)</a:t>
            </a:r>
            <a:endParaRPr sz="1273"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7817581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164" dirty="0">
                <a:latin typeface="Calibri" panose="020F0502020204030204" pitchFamily="34" charset="0"/>
                <a:cs typeface="Calibri" panose="020F0502020204030204" pitchFamily="34" charset="0"/>
              </a:rPr>
              <a:t>Medición </a:t>
            </a:r>
            <a:r>
              <a:rPr sz="4487" spc="182" dirty="0" err="1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4487" spc="1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91" dirty="0" err="1">
                <a:latin typeface="Calibri" panose="020F0502020204030204" pitchFamily="34" charset="0"/>
                <a:cs typeface="Calibri" panose="020F0502020204030204" pitchFamily="34" charset="0"/>
              </a:rPr>
              <a:t>ciencia</a:t>
            </a:r>
            <a:r>
              <a:rPr lang="es-MX" sz="4487" spc="91" dirty="0">
                <a:latin typeface="Calibri" panose="020F0502020204030204" pitchFamily="34" charset="0"/>
                <a:cs typeface="Calibri" panose="020F0502020204030204" pitchFamily="34" charset="0"/>
              </a:rPr>
              <a:t>s </a:t>
            </a:r>
            <a:r>
              <a:rPr sz="4487" spc="143" dirty="0" err="1">
                <a:latin typeface="Calibri" panose="020F0502020204030204" pitchFamily="34" charset="0"/>
                <a:cs typeface="Calibri" panose="020F0502020204030204" pitchFamily="34" charset="0"/>
              </a:rPr>
              <a:t>sociales</a:t>
            </a:r>
            <a:endParaRPr sz="448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73" dirty="0">
                <a:latin typeface="Calibri" panose="020F0502020204030204" pitchFamily="34" charset="0"/>
                <a:cs typeface="Calibri" panose="020F0502020204030204" pitchFamily="34" charset="0"/>
              </a:rPr>
              <a:t>Elementos</a:t>
            </a:r>
            <a:r>
              <a:rPr sz="1728" spc="-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generales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8" dirty="0"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1728" spc="-1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82" dirty="0">
                <a:latin typeface="Calibri" panose="020F0502020204030204" pitchFamily="34" charset="0"/>
                <a:cs typeface="Calibri" panose="020F0502020204030204" pitchFamily="34" charset="0"/>
              </a:rPr>
              <a:t>proceso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8013" y="1903515"/>
            <a:ext cx="10327432" cy="1915058"/>
          </a:xfrm>
          <a:prstGeom prst="rect">
            <a:avLst/>
          </a:prstGeom>
        </p:spPr>
        <p:txBody>
          <a:bodyPr vert="horz" wrap="square" lIns="0" tIns="22334" rIns="0" bIns="0" rtlCol="0">
            <a:spAutoFit/>
          </a:bodyPr>
          <a:lstStyle/>
          <a:p>
            <a:pPr marL="7701" marR="3081" algn="just">
              <a:lnSpc>
                <a:spcPts val="2352"/>
              </a:lnSpc>
              <a:spcBef>
                <a:spcPts val="176"/>
              </a:spcBef>
            </a:pPr>
            <a:r>
              <a:rPr sz="2001" spc="173" dirty="0">
                <a:latin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allá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deﬁniciones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particulares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adopten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dentro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24" dirty="0">
                <a:latin typeface="Calibri" panose="020F0502020204030204" pitchFamily="34" charset="0"/>
                <a:cs typeface="Calibri" panose="020F0502020204030204" pitchFamily="34" charset="0"/>
              </a:rPr>
              <a:t>familia 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deﬁniciones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00" dirty="0">
                <a:latin typeface="Calibri" panose="020F0502020204030204" pitchFamily="34" charset="0"/>
                <a:cs typeface="Calibri" panose="020F0502020204030204" pitchFamily="34" charset="0"/>
              </a:rPr>
              <a:t>“medir</a:t>
            </a:r>
            <a:r>
              <a:rPr sz="200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8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7" dirty="0">
                <a:latin typeface="Calibri" panose="020F0502020204030204" pitchFamily="34" charset="0"/>
                <a:cs typeface="Calibri" panose="020F0502020204030204" pitchFamily="34" charset="0"/>
              </a:rPr>
              <a:t>asignar”,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7" dirty="0">
                <a:latin typeface="Calibri" panose="020F0502020204030204" pitchFamily="34" charset="0"/>
                <a:cs typeface="Calibri" panose="020F0502020204030204" pitchFamily="34" charset="0"/>
              </a:rPr>
              <a:t>podemos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entender</a:t>
            </a:r>
            <a:r>
              <a:rPr sz="2001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efectos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9" dirty="0">
                <a:latin typeface="Calibri" panose="020F0502020204030204" pitchFamily="34" charset="0"/>
                <a:cs typeface="Calibri" panose="020F0502020204030204" pitchFamily="34" charset="0"/>
              </a:rPr>
              <a:t>curso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 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ciencias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sociales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involucra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siguientes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elementos: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30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15251">
              <a:spcBef>
                <a:spcPts val="1725"/>
              </a:spcBef>
              <a:tabLst>
                <a:tab pos="5832179" algn="l"/>
              </a:tabLst>
            </a:pPr>
            <a:r>
              <a:rPr sz="2577" spc="130" dirty="0">
                <a:latin typeface="Calibri" panose="020F0502020204030204" pitchFamily="34" charset="0"/>
                <a:cs typeface="Calibri" panose="020F0502020204030204" pitchFamily="34" charset="0"/>
              </a:rPr>
              <a:t>ATRIBUTO	</a:t>
            </a:r>
            <a:r>
              <a:rPr sz="2577" spc="206" dirty="0">
                <a:latin typeface="Calibri" panose="020F0502020204030204" pitchFamily="34" charset="0"/>
                <a:cs typeface="Calibri" panose="020F0502020204030204" pitchFamily="34" charset="0"/>
              </a:rPr>
              <a:t>PROCESO </a:t>
            </a:r>
            <a:r>
              <a:rPr sz="2577" spc="21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577" spc="-5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577" spc="176" dirty="0">
                <a:latin typeface="Calibri" panose="020F0502020204030204" pitchFamily="34" charset="0"/>
                <a:cs typeface="Calibri" panose="020F0502020204030204" pitchFamily="34" charset="0"/>
              </a:rPr>
              <a:t>ASIGNACIÓN</a:t>
            </a:r>
            <a:endParaRPr sz="257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3987" y="3314345"/>
            <a:ext cx="1616116" cy="40246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2547" spc="61" dirty="0">
                <a:cs typeface="Calibri" panose="020F0502020204030204" pitchFamily="34" charset="0"/>
              </a:rPr>
              <a:t>A</a:t>
            </a:r>
            <a:r>
              <a:rPr sz="2547" spc="152" dirty="0">
                <a:cs typeface="Calibri" panose="020F0502020204030204" pitchFamily="34" charset="0"/>
              </a:rPr>
              <a:t>TRIBU</a:t>
            </a:r>
            <a:r>
              <a:rPr sz="2547" spc="109" dirty="0">
                <a:cs typeface="Calibri" panose="020F0502020204030204" pitchFamily="34" charset="0"/>
              </a:rPr>
              <a:t>T</a:t>
            </a:r>
            <a:r>
              <a:rPr sz="2547" spc="203" dirty="0">
                <a:cs typeface="Calibri" panose="020F0502020204030204" pitchFamily="34" charset="0"/>
              </a:rPr>
              <a:t>O</a:t>
            </a:r>
            <a:endParaRPr sz="2547" dirty="0">
              <a:cs typeface="Calibri" panose="020F050202020403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07142" y="5295636"/>
            <a:ext cx="1929559" cy="40246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2547" spc="182" dirty="0">
                <a:cs typeface="Calibri" panose="020F0502020204030204" pitchFamily="34" charset="0"/>
              </a:rPr>
              <a:t>INFERENCIA</a:t>
            </a:r>
            <a:endParaRPr sz="2547" dirty="0">
              <a:cs typeface="Calibri" panose="020F050202020403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84964" y="3532628"/>
            <a:ext cx="1353887" cy="1540"/>
          </a:xfrm>
          <a:custGeom>
            <a:avLst/>
            <a:gdLst/>
            <a:ahLst/>
            <a:cxnLst/>
            <a:rect l="l" t="t" r="r" b="b"/>
            <a:pathLst>
              <a:path w="2232659" h="2539">
                <a:moveTo>
                  <a:pt x="0" y="2328"/>
                </a:moveTo>
                <a:lnTo>
                  <a:pt x="2232269" y="0"/>
                </a:lnTo>
              </a:path>
            </a:pathLst>
          </a:custGeom>
          <a:ln w="53782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" name="object 5"/>
          <p:cNvSpPr/>
          <p:nvPr/>
        </p:nvSpPr>
        <p:spPr>
          <a:xfrm>
            <a:off x="4138555" y="3473925"/>
            <a:ext cx="156721" cy="117445"/>
          </a:xfrm>
          <a:custGeom>
            <a:avLst/>
            <a:gdLst/>
            <a:ahLst/>
            <a:cxnLst/>
            <a:rect l="l" t="t" r="r" b="b"/>
            <a:pathLst>
              <a:path w="258445" h="193675">
                <a:moveTo>
                  <a:pt x="258256" y="96537"/>
                </a:moveTo>
                <a:lnTo>
                  <a:pt x="0" y="0"/>
                </a:lnTo>
                <a:lnTo>
                  <a:pt x="201" y="193614"/>
                </a:lnTo>
                <a:lnTo>
                  <a:pt x="258256" y="96537"/>
                </a:lnTo>
                <a:close/>
              </a:path>
            </a:pathLst>
          </a:custGeom>
          <a:ln w="53782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6"/>
          <p:cNvSpPr/>
          <p:nvPr/>
        </p:nvSpPr>
        <p:spPr>
          <a:xfrm>
            <a:off x="758190" y="3542193"/>
            <a:ext cx="3137506" cy="1973456"/>
          </a:xfrm>
          <a:custGeom>
            <a:avLst/>
            <a:gdLst/>
            <a:ahLst/>
            <a:cxnLst/>
            <a:rect l="l" t="t" r="r" b="b"/>
            <a:pathLst>
              <a:path w="5173980" h="3254375">
                <a:moveTo>
                  <a:pt x="83363" y="0"/>
                </a:moveTo>
                <a:lnTo>
                  <a:pt x="0" y="0"/>
                </a:lnTo>
                <a:lnTo>
                  <a:pt x="0" y="3253849"/>
                </a:lnTo>
                <a:lnTo>
                  <a:pt x="4746317" y="3253849"/>
                </a:lnTo>
                <a:lnTo>
                  <a:pt x="5173889" y="3253849"/>
                </a:lnTo>
              </a:path>
            </a:pathLst>
          </a:custGeom>
          <a:ln w="53782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808742" y="3483489"/>
            <a:ext cx="156721" cy="117445"/>
          </a:xfrm>
          <a:custGeom>
            <a:avLst/>
            <a:gdLst/>
            <a:ahLst/>
            <a:cxnLst/>
            <a:rect l="l" t="t" r="r" b="b"/>
            <a:pathLst>
              <a:path w="258444" h="193675">
                <a:moveTo>
                  <a:pt x="258156" y="96808"/>
                </a:moveTo>
                <a:lnTo>
                  <a:pt x="0" y="0"/>
                </a:lnTo>
                <a:lnTo>
                  <a:pt x="0" y="193617"/>
                </a:lnTo>
                <a:lnTo>
                  <a:pt x="258156" y="96808"/>
                </a:lnTo>
                <a:close/>
              </a:path>
            </a:pathLst>
          </a:custGeom>
          <a:ln w="53782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6258514" y="3542193"/>
            <a:ext cx="5066680" cy="1973456"/>
          </a:xfrm>
          <a:custGeom>
            <a:avLst/>
            <a:gdLst/>
            <a:ahLst/>
            <a:cxnLst/>
            <a:rect l="l" t="t" r="r" b="b"/>
            <a:pathLst>
              <a:path w="8355330" h="3254375">
                <a:moveTo>
                  <a:pt x="0" y="3253849"/>
                </a:moveTo>
                <a:lnTo>
                  <a:pt x="80673" y="3253849"/>
                </a:lnTo>
                <a:lnTo>
                  <a:pt x="8355132" y="3253849"/>
                </a:lnTo>
                <a:lnTo>
                  <a:pt x="8355132" y="0"/>
                </a:lnTo>
                <a:lnTo>
                  <a:pt x="7924871" y="0"/>
                </a:lnTo>
              </a:path>
            </a:pathLst>
          </a:custGeom>
          <a:ln w="53782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6101968" y="5456626"/>
            <a:ext cx="156721" cy="117445"/>
          </a:xfrm>
          <a:custGeom>
            <a:avLst/>
            <a:gdLst/>
            <a:ahLst/>
            <a:cxnLst/>
            <a:rect l="l" t="t" r="r" b="b"/>
            <a:pathLst>
              <a:path w="258445" h="193675">
                <a:moveTo>
                  <a:pt x="0" y="96808"/>
                </a:moveTo>
                <a:lnTo>
                  <a:pt x="258156" y="193617"/>
                </a:lnTo>
                <a:lnTo>
                  <a:pt x="258156" y="0"/>
                </a:lnTo>
                <a:lnTo>
                  <a:pt x="0" y="96808"/>
                </a:lnTo>
                <a:close/>
              </a:path>
            </a:pathLst>
          </a:custGeom>
          <a:ln w="53782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4419094" y="3256822"/>
            <a:ext cx="6653531" cy="1745113"/>
          </a:xfrm>
          <a:custGeom>
            <a:avLst/>
            <a:gdLst/>
            <a:ahLst/>
            <a:cxnLst/>
            <a:rect l="l" t="t" r="r" b="b"/>
            <a:pathLst>
              <a:path w="10972165" h="2877820">
                <a:moveTo>
                  <a:pt x="0" y="0"/>
                </a:moveTo>
                <a:lnTo>
                  <a:pt x="10971657" y="0"/>
                </a:lnTo>
                <a:lnTo>
                  <a:pt x="10971657" y="2877371"/>
                </a:lnTo>
                <a:lnTo>
                  <a:pt x="0" y="2877371"/>
                </a:lnTo>
                <a:lnTo>
                  <a:pt x="0" y="0"/>
                </a:lnTo>
                <a:close/>
              </a:path>
            </a:pathLst>
          </a:custGeom>
          <a:ln w="26891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 txBox="1"/>
          <p:nvPr/>
        </p:nvSpPr>
        <p:spPr>
          <a:xfrm>
            <a:off x="4667414" y="3395880"/>
            <a:ext cx="2250702" cy="244884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>
              <a:spcBef>
                <a:spcPts val="55"/>
              </a:spcBef>
            </a:pPr>
            <a:r>
              <a:rPr sz="1546" spc="24" dirty="0">
                <a:cs typeface="Cambria"/>
              </a:rPr>
              <a:t>De</a:t>
            </a:r>
            <a:r>
              <a:rPr sz="1546" spc="24" dirty="0">
                <a:cs typeface="Calibri" panose="020F0502020204030204" pitchFamily="34" charset="0"/>
              </a:rPr>
              <a:t>ﬁ</a:t>
            </a:r>
            <a:r>
              <a:rPr sz="1546" spc="24" dirty="0">
                <a:cs typeface="Cambria"/>
              </a:rPr>
              <a:t>nición </a:t>
            </a:r>
            <a:r>
              <a:rPr sz="1546" spc="82" dirty="0">
                <a:cs typeface="Cambria"/>
              </a:rPr>
              <a:t>del</a:t>
            </a:r>
            <a:r>
              <a:rPr sz="1546" spc="12" dirty="0">
                <a:cs typeface="Cambria"/>
              </a:rPr>
              <a:t> </a:t>
            </a:r>
            <a:r>
              <a:rPr sz="1546" spc="55" dirty="0">
                <a:cs typeface="Cambria"/>
              </a:rPr>
              <a:t>constructo</a:t>
            </a:r>
            <a:endParaRPr sz="1546" dirty="0"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64574" y="3415321"/>
            <a:ext cx="1455544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59"/>
              </a:lnSpc>
            </a:pPr>
            <a:r>
              <a:rPr sz="1546" spc="58" dirty="0">
                <a:cs typeface="Cambria"/>
              </a:rPr>
              <a:t>Diseño </a:t>
            </a:r>
            <a:r>
              <a:rPr sz="1546" spc="124" dirty="0">
                <a:cs typeface="Cambria"/>
              </a:rPr>
              <a:t>de</a:t>
            </a:r>
            <a:r>
              <a:rPr sz="1546" spc="-6" dirty="0">
                <a:cs typeface="Cambria"/>
              </a:rPr>
              <a:t> </a:t>
            </a:r>
            <a:r>
              <a:rPr sz="1546" spc="49" dirty="0">
                <a:cs typeface="Cambria"/>
              </a:rPr>
              <a:t>items</a:t>
            </a:r>
            <a:endParaRPr sz="1546"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03533" y="4341681"/>
            <a:ext cx="1985393" cy="482661"/>
          </a:xfrm>
          <a:prstGeom prst="rect">
            <a:avLst/>
          </a:prstGeom>
        </p:spPr>
        <p:txBody>
          <a:bodyPr vert="horz" wrap="square" lIns="0" tIns="20793" rIns="0" bIns="0" rtlCol="0">
            <a:spAutoFit/>
          </a:bodyPr>
          <a:lstStyle/>
          <a:p>
            <a:pPr marL="351178" marR="3081" indent="-351563">
              <a:lnSpc>
                <a:spcPts val="1795"/>
              </a:lnSpc>
              <a:spcBef>
                <a:spcPts val="164"/>
              </a:spcBef>
            </a:pPr>
            <a:r>
              <a:rPr sz="1546" spc="24" dirty="0">
                <a:cs typeface="Cambria"/>
              </a:rPr>
              <a:t>De</a:t>
            </a:r>
            <a:r>
              <a:rPr sz="1546" spc="24" dirty="0">
                <a:cs typeface="Calibri" panose="020F0502020204030204" pitchFamily="34" charset="0"/>
              </a:rPr>
              <a:t>ﬁ</a:t>
            </a:r>
            <a:r>
              <a:rPr sz="1546" spc="24" dirty="0">
                <a:cs typeface="Cambria"/>
              </a:rPr>
              <a:t>nición </a:t>
            </a:r>
            <a:r>
              <a:rPr sz="1546" spc="82" dirty="0">
                <a:cs typeface="Cambria"/>
              </a:rPr>
              <a:t>del</a:t>
            </a:r>
            <a:r>
              <a:rPr sz="1546" spc="3" dirty="0">
                <a:cs typeface="Cambria"/>
              </a:rPr>
              <a:t> </a:t>
            </a:r>
            <a:r>
              <a:rPr sz="1546" spc="82" dirty="0">
                <a:cs typeface="Cambria"/>
              </a:rPr>
              <a:t>espacio  </a:t>
            </a:r>
            <a:r>
              <a:rPr sz="1546" spc="124" dirty="0">
                <a:cs typeface="Cambria"/>
              </a:rPr>
              <a:t>de</a:t>
            </a:r>
            <a:r>
              <a:rPr sz="1546" spc="45" dirty="0">
                <a:cs typeface="Cambria"/>
              </a:rPr>
              <a:t> </a:t>
            </a:r>
            <a:r>
              <a:rPr sz="1546" spc="64" dirty="0">
                <a:cs typeface="Cambria"/>
              </a:rPr>
              <a:t>respuestas</a:t>
            </a:r>
            <a:endParaRPr sz="1546" dirty="0"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45969" y="4341681"/>
            <a:ext cx="1693514" cy="482661"/>
          </a:xfrm>
          <a:prstGeom prst="rect">
            <a:avLst/>
          </a:prstGeom>
        </p:spPr>
        <p:txBody>
          <a:bodyPr vert="horz" wrap="square" lIns="0" tIns="20793" rIns="0" bIns="0" rtlCol="0">
            <a:spAutoFit/>
          </a:bodyPr>
          <a:lstStyle/>
          <a:p>
            <a:pPr marL="205239" marR="3081" indent="-205624">
              <a:lnSpc>
                <a:spcPts val="1795"/>
              </a:lnSpc>
              <a:spcBef>
                <a:spcPts val="164"/>
              </a:spcBef>
            </a:pPr>
            <a:r>
              <a:rPr sz="1546" spc="85" dirty="0">
                <a:cs typeface="Cambria"/>
              </a:rPr>
              <a:t>Modelo </a:t>
            </a:r>
            <a:r>
              <a:rPr sz="1546" spc="124" dirty="0">
                <a:cs typeface="Cambria"/>
              </a:rPr>
              <a:t>de</a:t>
            </a:r>
            <a:r>
              <a:rPr sz="1546" spc="-12" dirty="0">
                <a:cs typeface="Cambria"/>
              </a:rPr>
              <a:t> </a:t>
            </a:r>
            <a:r>
              <a:rPr sz="1546" spc="21" dirty="0">
                <a:cs typeface="Cambria"/>
              </a:rPr>
              <a:t>análisis  </a:t>
            </a:r>
            <a:r>
              <a:rPr sz="1546" spc="124" dirty="0">
                <a:cs typeface="Cambria"/>
              </a:rPr>
              <a:t>de</a:t>
            </a:r>
            <a:r>
              <a:rPr sz="1546" spc="39" dirty="0">
                <a:cs typeface="Cambria"/>
              </a:rPr>
              <a:t> </a:t>
            </a:r>
            <a:r>
              <a:rPr sz="1546" spc="64" dirty="0">
                <a:cs typeface="Cambria"/>
              </a:rPr>
              <a:t>respuestas</a:t>
            </a:r>
            <a:endParaRPr sz="1546">
              <a:cs typeface="Cambr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007817" y="3534040"/>
            <a:ext cx="1803642" cy="0"/>
          </a:xfrm>
          <a:custGeom>
            <a:avLst/>
            <a:gdLst/>
            <a:ahLst/>
            <a:cxnLst/>
            <a:rect l="l" t="t" r="r" b="b"/>
            <a:pathLst>
              <a:path w="2974340">
                <a:moveTo>
                  <a:pt x="0" y="0"/>
                </a:moveTo>
                <a:lnTo>
                  <a:pt x="2974179" y="0"/>
                </a:lnTo>
              </a:path>
            </a:pathLst>
          </a:custGeom>
          <a:ln w="26891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8811362" y="3485120"/>
            <a:ext cx="130537" cy="98191"/>
          </a:xfrm>
          <a:custGeom>
            <a:avLst/>
            <a:gdLst/>
            <a:ahLst/>
            <a:cxnLst/>
            <a:rect l="l" t="t" r="r" b="b"/>
            <a:pathLst>
              <a:path w="215265" h="161925">
                <a:moveTo>
                  <a:pt x="215130" y="80673"/>
                </a:moveTo>
                <a:lnTo>
                  <a:pt x="0" y="0"/>
                </a:lnTo>
                <a:lnTo>
                  <a:pt x="0" y="161347"/>
                </a:lnTo>
                <a:lnTo>
                  <a:pt x="215130" y="80673"/>
                </a:lnTo>
                <a:close/>
              </a:path>
            </a:pathLst>
          </a:custGeom>
          <a:ln w="26891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9800378" y="3737876"/>
            <a:ext cx="0" cy="385065"/>
          </a:xfrm>
          <a:custGeom>
            <a:avLst/>
            <a:gdLst/>
            <a:ahLst/>
            <a:cxnLst/>
            <a:rect l="l" t="t" r="r" b="b"/>
            <a:pathLst>
              <a:path h="635000">
                <a:moveTo>
                  <a:pt x="0" y="0"/>
                </a:moveTo>
                <a:lnTo>
                  <a:pt x="0" y="634635"/>
                </a:lnTo>
              </a:path>
            </a:pathLst>
          </a:custGeom>
          <a:ln w="26891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9751457" y="4122720"/>
            <a:ext cx="98191" cy="130537"/>
          </a:xfrm>
          <a:custGeom>
            <a:avLst/>
            <a:gdLst/>
            <a:ahLst/>
            <a:cxnLst/>
            <a:rect l="l" t="t" r="r" b="b"/>
            <a:pathLst>
              <a:path w="161925" h="215265">
                <a:moveTo>
                  <a:pt x="80673" y="215130"/>
                </a:moveTo>
                <a:lnTo>
                  <a:pt x="161347" y="0"/>
                </a:lnTo>
                <a:lnTo>
                  <a:pt x="0" y="0"/>
                </a:lnTo>
                <a:lnTo>
                  <a:pt x="80673" y="215130"/>
                </a:lnTo>
                <a:close/>
              </a:path>
            </a:pathLst>
          </a:custGeom>
          <a:ln w="26891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6892038" y="4593990"/>
            <a:ext cx="1824051" cy="0"/>
          </a:xfrm>
          <a:custGeom>
            <a:avLst/>
            <a:gdLst/>
            <a:ahLst/>
            <a:cxnLst/>
            <a:rect l="l" t="t" r="r" b="b"/>
            <a:pathLst>
              <a:path w="3007994">
                <a:moveTo>
                  <a:pt x="3007793" y="0"/>
                </a:moveTo>
                <a:lnTo>
                  <a:pt x="0" y="0"/>
                </a:lnTo>
              </a:path>
            </a:pathLst>
          </a:custGeom>
          <a:ln w="26891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6761583" y="4545069"/>
            <a:ext cx="130537" cy="98191"/>
          </a:xfrm>
          <a:custGeom>
            <a:avLst/>
            <a:gdLst/>
            <a:ahLst/>
            <a:cxnLst/>
            <a:rect l="l" t="t" r="r" b="b"/>
            <a:pathLst>
              <a:path w="215265" h="161925">
                <a:moveTo>
                  <a:pt x="0" y="80673"/>
                </a:moveTo>
                <a:lnTo>
                  <a:pt x="215130" y="161347"/>
                </a:lnTo>
                <a:lnTo>
                  <a:pt x="215130" y="0"/>
                </a:lnTo>
                <a:lnTo>
                  <a:pt x="0" y="80673"/>
                </a:lnTo>
                <a:close/>
              </a:path>
            </a:pathLst>
          </a:custGeom>
          <a:ln w="26891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5788874" y="3899315"/>
            <a:ext cx="0" cy="385065"/>
          </a:xfrm>
          <a:custGeom>
            <a:avLst/>
            <a:gdLst/>
            <a:ahLst/>
            <a:cxnLst/>
            <a:rect l="l" t="t" r="r" b="b"/>
            <a:pathLst>
              <a:path h="635000">
                <a:moveTo>
                  <a:pt x="0" y="634635"/>
                </a:moveTo>
                <a:lnTo>
                  <a:pt x="0" y="0"/>
                </a:lnTo>
              </a:path>
            </a:pathLst>
          </a:custGeom>
          <a:ln w="26891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5739955" y="3768860"/>
            <a:ext cx="98191" cy="130537"/>
          </a:xfrm>
          <a:custGeom>
            <a:avLst/>
            <a:gdLst/>
            <a:ahLst/>
            <a:cxnLst/>
            <a:rect l="l" t="t" r="r" b="b"/>
            <a:pathLst>
              <a:path w="161925" h="215264">
                <a:moveTo>
                  <a:pt x="80673" y="0"/>
                </a:moveTo>
                <a:lnTo>
                  <a:pt x="0" y="215130"/>
                </a:lnTo>
                <a:lnTo>
                  <a:pt x="161347" y="215130"/>
                </a:lnTo>
                <a:lnTo>
                  <a:pt x="80673" y="0"/>
                </a:lnTo>
                <a:close/>
              </a:path>
            </a:pathLst>
          </a:custGeom>
          <a:ln w="26891">
            <a:solidFill>
              <a:srgbClr val="5F76B1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7817581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164" dirty="0">
                <a:latin typeface="Calibri" panose="020F0502020204030204" pitchFamily="34" charset="0"/>
                <a:cs typeface="Calibri" panose="020F0502020204030204" pitchFamily="34" charset="0"/>
              </a:rPr>
              <a:t>Medición </a:t>
            </a:r>
            <a:r>
              <a:rPr sz="4487" spc="182" dirty="0" err="1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4487" spc="1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487" spc="91" dirty="0" err="1">
                <a:latin typeface="Calibri" panose="020F0502020204030204" pitchFamily="34" charset="0"/>
                <a:cs typeface="Calibri" panose="020F0502020204030204" pitchFamily="34" charset="0"/>
              </a:rPr>
              <a:t>ciencia</a:t>
            </a:r>
            <a:r>
              <a:rPr lang="es-MX" sz="4487" spc="91" dirty="0">
                <a:latin typeface="Calibri" panose="020F0502020204030204" pitchFamily="34" charset="0"/>
                <a:cs typeface="Calibri" panose="020F0502020204030204" pitchFamily="34" charset="0"/>
              </a:rPr>
              <a:t>s </a:t>
            </a:r>
            <a:r>
              <a:rPr sz="4487" spc="143" dirty="0" err="1">
                <a:latin typeface="Calibri" panose="020F0502020204030204" pitchFamily="34" charset="0"/>
                <a:cs typeface="Calibri" panose="020F0502020204030204" pitchFamily="34" charset="0"/>
              </a:rPr>
              <a:t>sociales</a:t>
            </a:r>
            <a:endParaRPr sz="448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Asignación</a:t>
            </a:r>
            <a:r>
              <a:rPr sz="1728" spc="-12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construcción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instrumentos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8014" y="1941612"/>
            <a:ext cx="10018995" cy="1267958"/>
          </a:xfrm>
          <a:prstGeom prst="rect">
            <a:avLst/>
          </a:prstGeom>
        </p:spPr>
        <p:txBody>
          <a:bodyPr vert="horz" wrap="square" lIns="0" tIns="22334" rIns="0" bIns="0" rtlCol="0">
            <a:spAutoFit/>
          </a:bodyPr>
          <a:lstStyle/>
          <a:p>
            <a:pPr marL="7701" marR="383524">
              <a:lnSpc>
                <a:spcPts val="2352"/>
              </a:lnSpc>
              <a:spcBef>
                <a:spcPts val="176"/>
              </a:spcBef>
            </a:pP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Veremos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9" dirty="0">
                <a:latin typeface="Calibri" panose="020F0502020204030204" pitchFamily="34" charset="0"/>
                <a:cs typeface="Calibri" panose="020F0502020204030204" pitchFamily="34" charset="0"/>
              </a:rPr>
              <a:t>proceso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asignación,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entendido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forma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5" dirty="0">
                <a:latin typeface="Calibri" panose="020F0502020204030204" pitchFamily="34" charset="0"/>
                <a:cs typeface="Calibri" panose="020F0502020204030204" pitchFamily="34" charset="0"/>
              </a:rPr>
              <a:t>amplia,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comprende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el 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diseño,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construcción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análisis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instrumentos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medición.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5"/>
              </a:spcBef>
            </a:pPr>
            <a:endParaRPr sz="248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12285">
              <a:spcBef>
                <a:spcPts val="3"/>
              </a:spcBef>
            </a:pPr>
            <a:r>
              <a:rPr sz="1607" spc="127" dirty="0">
                <a:latin typeface="Calibri" panose="020F0502020204030204" pitchFamily="34" charset="0"/>
                <a:cs typeface="Calibri" panose="020F0502020204030204" pitchFamily="34" charset="0"/>
              </a:rPr>
              <a:t>PROCESO</a:t>
            </a:r>
            <a:r>
              <a:rPr sz="1607" spc="-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7" spc="136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607" spc="-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7" spc="109" dirty="0">
                <a:latin typeface="Calibri" panose="020F0502020204030204" pitchFamily="34" charset="0"/>
                <a:cs typeface="Calibri" panose="020F0502020204030204" pitchFamily="34" charset="0"/>
              </a:rPr>
              <a:t>ASIGNACIÓN</a:t>
            </a:r>
            <a:r>
              <a:rPr sz="1607" spc="-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7" spc="173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sz="1607" spc="-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7" spc="127" dirty="0">
                <a:latin typeface="Calibri" panose="020F0502020204030204" pitchFamily="34" charset="0"/>
                <a:cs typeface="Calibri" panose="020F0502020204030204" pitchFamily="34" charset="0"/>
              </a:rPr>
              <a:t>CONSTRUCCIÓN</a:t>
            </a:r>
            <a:r>
              <a:rPr sz="1607" spc="-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7" spc="136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607" spc="-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7" spc="136" dirty="0">
                <a:latin typeface="Calibri" panose="020F0502020204030204" pitchFamily="34" charset="0"/>
                <a:cs typeface="Calibri" panose="020F0502020204030204" pitchFamily="34" charset="0"/>
              </a:rPr>
              <a:t>INSTRUMENTOS</a:t>
            </a:r>
            <a:endParaRPr sz="160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071102" y="3409662"/>
            <a:ext cx="1525626" cy="292264"/>
          </a:xfrm>
          <a:custGeom>
            <a:avLst/>
            <a:gdLst/>
            <a:ahLst/>
            <a:cxnLst/>
            <a:rect l="l" t="t" r="r" b="b"/>
            <a:pathLst>
              <a:path w="2515869" h="481964">
                <a:moveTo>
                  <a:pt x="0" y="0"/>
                </a:moveTo>
                <a:lnTo>
                  <a:pt x="2515305" y="0"/>
                </a:lnTo>
                <a:lnTo>
                  <a:pt x="2515305" y="481660"/>
                </a:lnTo>
                <a:lnTo>
                  <a:pt x="0" y="4816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 txBox="1"/>
          <p:nvPr/>
        </p:nvSpPr>
        <p:spPr>
          <a:xfrm>
            <a:off x="9099339" y="3421058"/>
            <a:ext cx="1475952" cy="25319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>
              <a:spcBef>
                <a:spcPts val="82"/>
              </a:spcBef>
            </a:pPr>
            <a:r>
              <a:rPr sz="1577" spc="9" dirty="0">
                <a:cs typeface="Arial"/>
              </a:rPr>
              <a:t>Diseño </a:t>
            </a:r>
            <a:r>
              <a:rPr sz="1577" spc="12" dirty="0">
                <a:cs typeface="Arial"/>
              </a:rPr>
              <a:t>de</a:t>
            </a:r>
            <a:r>
              <a:rPr sz="1577" spc="-33" dirty="0">
                <a:cs typeface="Arial"/>
              </a:rPr>
              <a:t> </a:t>
            </a:r>
            <a:r>
              <a:rPr sz="1577" spc="9" dirty="0">
                <a:cs typeface="Arial"/>
              </a:rPr>
              <a:t>ítems</a:t>
            </a:r>
            <a:endParaRPr sz="1577"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1110" y="2672876"/>
            <a:ext cx="1253770" cy="28349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789" spc="-146" dirty="0">
                <a:solidFill>
                  <a:srgbClr val="4E4F52"/>
                </a:solidFill>
                <a:latin typeface="+mj-lt"/>
                <a:cs typeface="Arial Black"/>
              </a:rPr>
              <a:t>del</a:t>
            </a:r>
            <a:r>
              <a:rPr sz="1789" spc="-173" dirty="0">
                <a:solidFill>
                  <a:srgbClr val="4E4F52"/>
                </a:solidFill>
                <a:latin typeface="+mj-lt"/>
                <a:cs typeface="Arial Black"/>
              </a:rPr>
              <a:t> </a:t>
            </a:r>
            <a:r>
              <a:rPr sz="1789" spc="-130" dirty="0">
                <a:solidFill>
                  <a:srgbClr val="4E4F52"/>
                </a:solidFill>
                <a:latin typeface="+mj-lt"/>
                <a:cs typeface="Arial Black"/>
              </a:rPr>
              <a:t>atributo</a:t>
            </a:r>
            <a:endParaRPr sz="1789">
              <a:latin typeface="+mj-lt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68117" y="2578472"/>
            <a:ext cx="100796" cy="104640"/>
          </a:xfrm>
          <a:custGeom>
            <a:avLst/>
            <a:gdLst/>
            <a:ahLst/>
            <a:cxnLst/>
            <a:rect l="l" t="t" r="r" b="b"/>
            <a:pathLst>
              <a:path w="187959" h="140970">
                <a:moveTo>
                  <a:pt x="187659" y="70372"/>
                </a:moveTo>
                <a:lnTo>
                  <a:pt x="0" y="0"/>
                </a:lnTo>
                <a:lnTo>
                  <a:pt x="0" y="140744"/>
                </a:lnTo>
                <a:lnTo>
                  <a:pt x="187659" y="70372"/>
                </a:lnTo>
                <a:close/>
              </a:path>
            </a:pathLst>
          </a:custGeom>
          <a:ln w="23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>
              <a:latin typeface="+mj-l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6188" y="2359935"/>
            <a:ext cx="5439807" cy="28349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  <a:tabLst>
                <a:tab pos="1760513" algn="l"/>
                <a:tab pos="3189870" algn="l"/>
                <a:tab pos="5431713" algn="l"/>
              </a:tabLst>
            </a:pPr>
            <a:r>
              <a:rPr sz="1789" spc="-182" dirty="0" err="1">
                <a:solidFill>
                  <a:srgbClr val="4E4F52"/>
                </a:solidFill>
                <a:latin typeface="+mj-lt"/>
                <a:cs typeface="Arial Black"/>
              </a:rPr>
              <a:t>Caracterizació</a:t>
            </a:r>
            <a:r>
              <a:rPr lang="es-CL" sz="1789" spc="-182" dirty="0">
                <a:solidFill>
                  <a:srgbClr val="4E4F52"/>
                </a:solidFill>
                <a:latin typeface="+mj-lt"/>
                <a:cs typeface="Arial Black"/>
              </a:rPr>
              <a:t>n</a:t>
            </a:r>
            <a:r>
              <a:rPr sz="1789" spc="-182" dirty="0">
                <a:solidFill>
                  <a:srgbClr val="4E4F52"/>
                </a:solidFill>
                <a:latin typeface="+mj-lt"/>
                <a:cs typeface="Arial Black"/>
              </a:rPr>
              <a:t>	</a:t>
            </a:r>
            <a:r>
              <a:rPr sz="2683" u="heavy" spc="-273" baseline="-2824" dirty="0">
                <a:solidFill>
                  <a:srgbClr val="4E4F52"/>
                </a:solidFill>
                <a:uFill>
                  <a:solidFill>
                    <a:srgbClr val="000000"/>
                  </a:solidFill>
                </a:uFill>
                <a:latin typeface="+mj-lt"/>
                <a:cs typeface="Arial Black"/>
              </a:rPr>
              <a:t> 	</a:t>
            </a:r>
            <a:r>
              <a:rPr sz="2183" u="heavy" spc="-191" baseline="-3472" dirty="0">
                <a:solidFill>
                  <a:srgbClr val="4E4F52"/>
                </a:solidFill>
                <a:uFill>
                  <a:solidFill>
                    <a:srgbClr val="000000"/>
                  </a:solidFill>
                </a:uFill>
                <a:latin typeface="+mj-lt"/>
                <a:cs typeface="Arial Black"/>
              </a:rPr>
              <a:t>motiva</a:t>
            </a:r>
            <a:r>
              <a:rPr sz="2183" u="heavy" spc="-250" baseline="-3472" dirty="0">
                <a:solidFill>
                  <a:srgbClr val="4E4F52"/>
                </a:solidFill>
                <a:uFill>
                  <a:solidFill>
                    <a:srgbClr val="000000"/>
                  </a:solidFill>
                </a:uFill>
                <a:latin typeface="+mj-lt"/>
                <a:cs typeface="Arial Black"/>
              </a:rPr>
              <a:t> </a:t>
            </a:r>
            <a:r>
              <a:rPr sz="2183" u="heavy" spc="-213" baseline="-3472" dirty="0">
                <a:solidFill>
                  <a:srgbClr val="4E4F52"/>
                </a:solidFill>
                <a:uFill>
                  <a:solidFill>
                    <a:srgbClr val="000000"/>
                  </a:solidFill>
                </a:uFill>
                <a:latin typeface="+mj-lt"/>
                <a:cs typeface="Arial Black"/>
              </a:rPr>
              <a:t>la	</a:t>
            </a:r>
            <a:endParaRPr sz="2183" baseline="-3472" dirty="0">
              <a:latin typeface="+mj-lt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7434" y="2669168"/>
            <a:ext cx="1006944" cy="231684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455" spc="-158" dirty="0">
                <a:solidFill>
                  <a:srgbClr val="4E4F52"/>
                </a:solidFill>
                <a:latin typeface="+mj-lt"/>
                <a:cs typeface="Arial Black"/>
              </a:rPr>
              <a:t>creación</a:t>
            </a:r>
            <a:r>
              <a:rPr sz="1455" spc="-143" dirty="0">
                <a:solidFill>
                  <a:srgbClr val="4E4F52"/>
                </a:solidFill>
                <a:latin typeface="+mj-lt"/>
                <a:cs typeface="Arial Black"/>
              </a:rPr>
              <a:t> </a:t>
            </a:r>
            <a:r>
              <a:rPr sz="1455" spc="-118" dirty="0">
                <a:solidFill>
                  <a:srgbClr val="4E4F52"/>
                </a:solidFill>
                <a:latin typeface="+mj-lt"/>
                <a:cs typeface="Arial Black"/>
              </a:rPr>
              <a:t>de</a:t>
            </a:r>
            <a:endParaRPr sz="1455" dirty="0">
              <a:latin typeface="+mj-lt"/>
              <a:cs typeface="Arial Bl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904309" y="2583684"/>
            <a:ext cx="113979" cy="85484"/>
          </a:xfrm>
          <a:custGeom>
            <a:avLst/>
            <a:gdLst/>
            <a:ahLst/>
            <a:cxnLst/>
            <a:rect l="l" t="t" r="r" b="b"/>
            <a:pathLst>
              <a:path w="187959" h="140970">
                <a:moveTo>
                  <a:pt x="187659" y="70372"/>
                </a:moveTo>
                <a:lnTo>
                  <a:pt x="0" y="0"/>
                </a:lnTo>
                <a:lnTo>
                  <a:pt x="0" y="140744"/>
                </a:lnTo>
                <a:lnTo>
                  <a:pt x="187659" y="70372"/>
                </a:lnTo>
                <a:close/>
              </a:path>
            </a:pathLst>
          </a:custGeom>
          <a:ln w="23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>
              <a:latin typeface="+mj-l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09580" y="2358045"/>
            <a:ext cx="3394729" cy="28349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23104">
              <a:spcBef>
                <a:spcPts val="64"/>
              </a:spcBef>
              <a:tabLst>
                <a:tab pos="738553" algn="l"/>
                <a:tab pos="1624585" algn="l"/>
                <a:tab pos="3371235" algn="l"/>
              </a:tabLst>
            </a:pPr>
            <a:r>
              <a:rPr sz="2683" spc="-277" baseline="-38606" dirty="0">
                <a:solidFill>
                  <a:srgbClr val="4E4F52"/>
                </a:solidFill>
                <a:latin typeface="+mj-lt"/>
                <a:cs typeface="Arial Black"/>
              </a:rPr>
              <a:t>Items	</a:t>
            </a:r>
            <a:r>
              <a:rPr sz="1789" u="heavy" spc="-185" dirty="0">
                <a:solidFill>
                  <a:srgbClr val="4E4F52"/>
                </a:solidFill>
                <a:uFill>
                  <a:solidFill>
                    <a:srgbClr val="000000"/>
                  </a:solidFill>
                </a:uFill>
                <a:latin typeface="+mj-lt"/>
                <a:cs typeface="Arial Black"/>
              </a:rPr>
              <a:t> 	</a:t>
            </a:r>
            <a:r>
              <a:rPr sz="1455" u="heavy" spc="-136" dirty="0">
                <a:solidFill>
                  <a:srgbClr val="4E4F52"/>
                </a:solidFill>
                <a:uFill>
                  <a:solidFill>
                    <a:srgbClr val="000000"/>
                  </a:solidFill>
                </a:uFill>
                <a:latin typeface="+mj-lt"/>
                <a:cs typeface="Arial Black"/>
              </a:rPr>
              <a:t>genera	</a:t>
            </a:r>
            <a:endParaRPr sz="1455">
              <a:latin typeface="+mj-lt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35818" y="2516406"/>
            <a:ext cx="1223350" cy="28349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789" spc="-285" dirty="0">
                <a:solidFill>
                  <a:srgbClr val="4E4F52"/>
                </a:solidFill>
                <a:latin typeface="+mj-lt"/>
                <a:cs typeface="Arial Black"/>
              </a:rPr>
              <a:t>R</a:t>
            </a:r>
            <a:r>
              <a:rPr sz="1789" spc="-227" dirty="0">
                <a:solidFill>
                  <a:srgbClr val="4E4F52"/>
                </a:solidFill>
                <a:latin typeface="+mj-lt"/>
                <a:cs typeface="Arial Black"/>
              </a:rPr>
              <a:t>e</a:t>
            </a:r>
            <a:r>
              <a:rPr sz="1789" spc="-206" dirty="0">
                <a:solidFill>
                  <a:srgbClr val="4E4F52"/>
                </a:solidFill>
                <a:latin typeface="+mj-lt"/>
                <a:cs typeface="Arial Black"/>
              </a:rPr>
              <a:t>s</a:t>
            </a:r>
            <a:r>
              <a:rPr sz="1789" spc="-97" dirty="0">
                <a:solidFill>
                  <a:srgbClr val="4E4F52"/>
                </a:solidFill>
                <a:latin typeface="+mj-lt"/>
                <a:cs typeface="Arial Black"/>
              </a:rPr>
              <a:t>p</a:t>
            </a:r>
            <a:r>
              <a:rPr sz="1789" spc="-94" dirty="0">
                <a:solidFill>
                  <a:srgbClr val="4E4F52"/>
                </a:solidFill>
                <a:latin typeface="+mj-lt"/>
                <a:cs typeface="Arial Black"/>
              </a:rPr>
              <a:t>u</a:t>
            </a:r>
            <a:r>
              <a:rPr sz="1789" spc="-227" dirty="0">
                <a:solidFill>
                  <a:srgbClr val="4E4F52"/>
                </a:solidFill>
                <a:latin typeface="+mj-lt"/>
                <a:cs typeface="Arial Black"/>
              </a:rPr>
              <a:t>e</a:t>
            </a:r>
            <a:r>
              <a:rPr sz="1789" spc="-206" dirty="0">
                <a:solidFill>
                  <a:srgbClr val="4E4F52"/>
                </a:solidFill>
                <a:latin typeface="+mj-lt"/>
                <a:cs typeface="Arial Black"/>
              </a:rPr>
              <a:t>s</a:t>
            </a:r>
            <a:r>
              <a:rPr sz="1789" spc="-149" dirty="0">
                <a:solidFill>
                  <a:srgbClr val="4E4F52"/>
                </a:solidFill>
                <a:latin typeface="+mj-lt"/>
                <a:cs typeface="Arial Black"/>
              </a:rPr>
              <a:t>t</a:t>
            </a:r>
            <a:r>
              <a:rPr sz="1789" spc="-215" dirty="0">
                <a:solidFill>
                  <a:srgbClr val="4E4F52"/>
                </a:solidFill>
                <a:latin typeface="+mj-lt"/>
                <a:cs typeface="Arial Black"/>
              </a:rPr>
              <a:t>a</a:t>
            </a:r>
            <a:r>
              <a:rPr sz="1789" spc="-240" dirty="0">
                <a:solidFill>
                  <a:srgbClr val="4E4F52"/>
                </a:solidFill>
                <a:latin typeface="+mj-lt"/>
                <a:cs typeface="Arial Black"/>
              </a:rPr>
              <a:t>s</a:t>
            </a:r>
            <a:endParaRPr sz="1789">
              <a:latin typeface="+mj-lt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4306" y="4112409"/>
            <a:ext cx="1467866" cy="621979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10245" marR="3081" indent="-202929">
              <a:lnSpc>
                <a:spcPct val="114799"/>
              </a:lnSpc>
              <a:spcBef>
                <a:spcPts val="58"/>
              </a:spcBef>
            </a:pPr>
            <a:r>
              <a:rPr sz="1789" spc="-179" dirty="0">
                <a:solidFill>
                  <a:srgbClr val="4E4F52"/>
                </a:solidFill>
                <a:latin typeface="+mj-lt"/>
                <a:cs typeface="Arial Black"/>
              </a:rPr>
              <a:t>Categorías </a:t>
            </a:r>
            <a:r>
              <a:rPr sz="1789" spc="-143" dirty="0">
                <a:solidFill>
                  <a:srgbClr val="4E4F52"/>
                </a:solidFill>
                <a:latin typeface="+mj-lt"/>
                <a:cs typeface="Arial Black"/>
              </a:rPr>
              <a:t>de  </a:t>
            </a:r>
            <a:r>
              <a:rPr sz="1789" spc="-170" dirty="0">
                <a:solidFill>
                  <a:srgbClr val="4E4F52"/>
                </a:solidFill>
                <a:latin typeface="+mj-lt"/>
                <a:cs typeface="Arial Black"/>
              </a:rPr>
              <a:t>respuesta</a:t>
            </a:r>
            <a:endParaRPr sz="1789">
              <a:latin typeface="+mj-lt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01018" y="2901059"/>
            <a:ext cx="9153754" cy="1032743"/>
          </a:xfrm>
          <a:custGeom>
            <a:avLst/>
            <a:gdLst/>
            <a:ahLst/>
            <a:cxnLst/>
            <a:rect l="l" t="t" r="r" b="b"/>
            <a:pathLst>
              <a:path w="15095219" h="1703070">
                <a:moveTo>
                  <a:pt x="15094877" y="0"/>
                </a:moveTo>
                <a:lnTo>
                  <a:pt x="15094877" y="1008670"/>
                </a:lnTo>
                <a:lnTo>
                  <a:pt x="0" y="1008670"/>
                </a:lnTo>
                <a:lnTo>
                  <a:pt x="8827" y="1703030"/>
                </a:lnTo>
              </a:path>
            </a:pathLst>
          </a:custGeom>
          <a:ln w="23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>
              <a:latin typeface="+mj-l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63699" y="3933245"/>
            <a:ext cx="85484" cy="114364"/>
          </a:xfrm>
          <a:custGeom>
            <a:avLst/>
            <a:gdLst/>
            <a:ahLst/>
            <a:cxnLst/>
            <a:rect l="l" t="t" r="r" b="b"/>
            <a:pathLst>
              <a:path w="140969" h="188595">
                <a:moveTo>
                  <a:pt x="72713" y="188522"/>
                </a:moveTo>
                <a:lnTo>
                  <a:pt x="140733" y="0"/>
                </a:lnTo>
                <a:lnTo>
                  <a:pt x="0" y="1759"/>
                </a:lnTo>
                <a:lnTo>
                  <a:pt x="72713" y="188522"/>
                </a:lnTo>
                <a:close/>
              </a:path>
            </a:pathLst>
          </a:custGeom>
          <a:ln w="23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>
              <a:latin typeface="+mj-l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95311" y="3239972"/>
            <a:ext cx="1619582" cy="231684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455" spc="-121" dirty="0">
                <a:solidFill>
                  <a:srgbClr val="4E4F52"/>
                </a:solidFill>
                <a:latin typeface="+mj-lt"/>
                <a:cs typeface="Arial Black"/>
              </a:rPr>
              <a:t>son </a:t>
            </a:r>
            <a:r>
              <a:rPr sz="1455" spc="-161" dirty="0">
                <a:solidFill>
                  <a:srgbClr val="4E4F52"/>
                </a:solidFill>
                <a:latin typeface="+mj-lt"/>
                <a:cs typeface="Arial Black"/>
              </a:rPr>
              <a:t>clasi</a:t>
            </a:r>
            <a:r>
              <a:rPr sz="1455" spc="-161" dirty="0">
                <a:solidFill>
                  <a:srgbClr val="4E4F52"/>
                </a:solidFill>
                <a:latin typeface="+mj-lt"/>
                <a:cs typeface="Courier New"/>
              </a:rPr>
              <a:t>ﬁ</a:t>
            </a:r>
            <a:r>
              <a:rPr sz="1455" spc="-161" dirty="0">
                <a:solidFill>
                  <a:srgbClr val="4E4F52"/>
                </a:solidFill>
                <a:latin typeface="+mj-lt"/>
                <a:cs typeface="Arial Black"/>
              </a:rPr>
              <a:t>cadas</a:t>
            </a:r>
            <a:r>
              <a:rPr sz="1455" spc="-133" dirty="0">
                <a:solidFill>
                  <a:srgbClr val="4E4F52"/>
                </a:solidFill>
                <a:latin typeface="+mj-lt"/>
                <a:cs typeface="Arial Black"/>
              </a:rPr>
              <a:t> </a:t>
            </a:r>
            <a:r>
              <a:rPr sz="1455" spc="-121" dirty="0">
                <a:solidFill>
                  <a:srgbClr val="4E4F52"/>
                </a:solidFill>
                <a:latin typeface="+mj-lt"/>
                <a:cs typeface="Arial Black"/>
              </a:rPr>
              <a:t>en</a:t>
            </a:r>
            <a:endParaRPr sz="1455">
              <a:latin typeface="+mj-lt"/>
              <a:cs typeface="Arial Black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45034" y="4359906"/>
            <a:ext cx="113979" cy="85484"/>
          </a:xfrm>
          <a:custGeom>
            <a:avLst/>
            <a:gdLst/>
            <a:ahLst/>
            <a:cxnLst/>
            <a:rect l="l" t="t" r="r" b="b"/>
            <a:pathLst>
              <a:path w="187959" h="140970">
                <a:moveTo>
                  <a:pt x="187659" y="70372"/>
                </a:moveTo>
                <a:lnTo>
                  <a:pt x="0" y="0"/>
                </a:lnTo>
                <a:lnTo>
                  <a:pt x="0" y="140744"/>
                </a:lnTo>
                <a:lnTo>
                  <a:pt x="187659" y="70372"/>
                </a:lnTo>
                <a:close/>
              </a:path>
            </a:pathLst>
          </a:custGeom>
          <a:ln w="23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>
              <a:latin typeface="+mj-l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89468" y="4193023"/>
            <a:ext cx="2250317" cy="231684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  <a:tabLst>
                <a:tab pos="408168" algn="l"/>
                <a:tab pos="2242227" algn="l"/>
              </a:tabLst>
            </a:pPr>
            <a:r>
              <a:rPr sz="1455" u="heavy" spc="-109" dirty="0">
                <a:solidFill>
                  <a:srgbClr val="4E4F52"/>
                </a:solidFill>
                <a:uFill>
                  <a:solidFill>
                    <a:srgbClr val="000000"/>
                  </a:solidFill>
                </a:uFill>
                <a:latin typeface="+mj-lt"/>
                <a:cs typeface="Arial Black"/>
              </a:rPr>
              <a:t> 	</a:t>
            </a:r>
            <a:r>
              <a:rPr sz="1455" u="heavy" spc="-176" dirty="0">
                <a:solidFill>
                  <a:srgbClr val="4E4F52"/>
                </a:solidFill>
                <a:uFill>
                  <a:solidFill>
                    <a:srgbClr val="000000"/>
                  </a:solidFill>
                </a:uFill>
                <a:latin typeface="+mj-lt"/>
                <a:cs typeface="Arial Black"/>
              </a:rPr>
              <a:t>se </a:t>
            </a:r>
            <a:r>
              <a:rPr sz="1455" u="heavy" spc="-158" dirty="0">
                <a:solidFill>
                  <a:srgbClr val="4E4F52"/>
                </a:solidFill>
                <a:uFill>
                  <a:solidFill>
                    <a:srgbClr val="000000"/>
                  </a:solidFill>
                </a:uFill>
                <a:latin typeface="+mj-lt"/>
                <a:cs typeface="Arial Black"/>
              </a:rPr>
              <a:t>les </a:t>
            </a:r>
            <a:r>
              <a:rPr sz="1455" u="heavy" spc="-149" dirty="0">
                <a:solidFill>
                  <a:srgbClr val="4E4F52"/>
                </a:solidFill>
                <a:uFill>
                  <a:solidFill>
                    <a:srgbClr val="000000"/>
                  </a:solidFill>
                </a:uFill>
                <a:latin typeface="+mj-lt"/>
                <a:cs typeface="Arial Black"/>
              </a:rPr>
              <a:t>asigna</a:t>
            </a:r>
            <a:r>
              <a:rPr sz="1455" u="heavy" spc="-39" dirty="0">
                <a:solidFill>
                  <a:srgbClr val="4E4F52"/>
                </a:solidFill>
                <a:uFill>
                  <a:solidFill>
                    <a:srgbClr val="000000"/>
                  </a:solidFill>
                </a:uFill>
                <a:latin typeface="+mj-lt"/>
                <a:cs typeface="Arial Black"/>
              </a:rPr>
              <a:t> </a:t>
            </a:r>
            <a:r>
              <a:rPr sz="1455" u="heavy" spc="-79" dirty="0">
                <a:solidFill>
                  <a:srgbClr val="4E4F52"/>
                </a:solidFill>
                <a:uFill>
                  <a:solidFill>
                    <a:srgbClr val="000000"/>
                  </a:solidFill>
                </a:uFill>
                <a:latin typeface="+mj-lt"/>
                <a:cs typeface="Arial Black"/>
              </a:rPr>
              <a:t>un	</a:t>
            </a:r>
            <a:endParaRPr sz="1455">
              <a:latin typeface="+mj-lt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31451" y="4308709"/>
            <a:ext cx="824038" cy="28349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789" spc="-215" dirty="0">
                <a:solidFill>
                  <a:srgbClr val="4E4F52"/>
                </a:solidFill>
                <a:latin typeface="+mj-lt"/>
                <a:cs typeface="Arial Black"/>
              </a:rPr>
              <a:t>P</a:t>
            </a:r>
            <a:r>
              <a:rPr sz="1789" spc="-94" dirty="0">
                <a:solidFill>
                  <a:srgbClr val="4E4F52"/>
                </a:solidFill>
                <a:latin typeface="+mj-lt"/>
                <a:cs typeface="Arial Black"/>
              </a:rPr>
              <a:t>un</a:t>
            </a:r>
            <a:r>
              <a:rPr sz="1789" spc="-149" dirty="0">
                <a:solidFill>
                  <a:srgbClr val="4E4F52"/>
                </a:solidFill>
                <a:latin typeface="+mj-lt"/>
                <a:cs typeface="Arial Black"/>
              </a:rPr>
              <a:t>t</a:t>
            </a:r>
            <a:r>
              <a:rPr sz="1789" spc="-215" dirty="0">
                <a:solidFill>
                  <a:srgbClr val="4E4F52"/>
                </a:solidFill>
                <a:latin typeface="+mj-lt"/>
                <a:cs typeface="Arial Black"/>
              </a:rPr>
              <a:t>a</a:t>
            </a:r>
            <a:r>
              <a:rPr sz="1789" spc="-146" dirty="0">
                <a:solidFill>
                  <a:srgbClr val="4E4F52"/>
                </a:solidFill>
                <a:latin typeface="+mj-lt"/>
                <a:cs typeface="Arial Black"/>
              </a:rPr>
              <a:t>j</a:t>
            </a:r>
            <a:r>
              <a:rPr sz="1789" spc="-188" dirty="0">
                <a:solidFill>
                  <a:srgbClr val="4E4F52"/>
                </a:solidFill>
                <a:latin typeface="+mj-lt"/>
                <a:cs typeface="Arial Black"/>
              </a:rPr>
              <a:t>e</a:t>
            </a:r>
            <a:endParaRPr sz="1789">
              <a:latin typeface="+mj-lt"/>
              <a:cs typeface="Arial Black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14206" y="4465768"/>
            <a:ext cx="4021999" cy="0"/>
          </a:xfrm>
          <a:custGeom>
            <a:avLst/>
            <a:gdLst/>
            <a:ahLst/>
            <a:cxnLst/>
            <a:rect l="l" t="t" r="r" b="b"/>
            <a:pathLst>
              <a:path w="6632575">
                <a:moveTo>
                  <a:pt x="0" y="0"/>
                </a:moveTo>
                <a:lnTo>
                  <a:pt x="6632018" y="0"/>
                </a:lnTo>
              </a:path>
            </a:pathLst>
          </a:custGeom>
          <a:ln w="23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>
              <a:latin typeface="+mj-l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035867" y="4423094"/>
            <a:ext cx="113979" cy="85484"/>
          </a:xfrm>
          <a:custGeom>
            <a:avLst/>
            <a:gdLst/>
            <a:ahLst/>
            <a:cxnLst/>
            <a:rect l="l" t="t" r="r" b="b"/>
            <a:pathLst>
              <a:path w="187959" h="140970">
                <a:moveTo>
                  <a:pt x="187659" y="70372"/>
                </a:moveTo>
                <a:lnTo>
                  <a:pt x="0" y="0"/>
                </a:lnTo>
                <a:lnTo>
                  <a:pt x="0" y="140744"/>
                </a:lnTo>
                <a:lnTo>
                  <a:pt x="187659" y="70372"/>
                </a:lnTo>
                <a:close/>
              </a:path>
            </a:pathLst>
          </a:custGeom>
          <a:ln w="23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>
              <a:latin typeface="+mj-l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41124" y="4137662"/>
            <a:ext cx="3329653" cy="25015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919918" marR="3081" indent="-912602">
              <a:lnSpc>
                <a:spcPct val="115399"/>
              </a:lnSpc>
              <a:spcBef>
                <a:spcPts val="61"/>
              </a:spcBef>
            </a:pPr>
            <a:r>
              <a:rPr sz="1455" spc="-176" dirty="0">
                <a:solidFill>
                  <a:srgbClr val="4E4F52"/>
                </a:solidFill>
                <a:latin typeface="+mj-lt"/>
                <a:cs typeface="Arial Black"/>
              </a:rPr>
              <a:t>se </a:t>
            </a:r>
            <a:r>
              <a:rPr sz="1455" spc="-152" dirty="0">
                <a:solidFill>
                  <a:srgbClr val="4E4F52"/>
                </a:solidFill>
                <a:latin typeface="+mj-lt"/>
                <a:cs typeface="Arial Black"/>
              </a:rPr>
              <a:t>procesa (agrega con </a:t>
            </a:r>
            <a:r>
              <a:rPr sz="1455" spc="-118" dirty="0">
                <a:solidFill>
                  <a:srgbClr val="4E4F52"/>
                </a:solidFill>
                <a:latin typeface="+mj-lt"/>
                <a:cs typeface="Arial Black"/>
              </a:rPr>
              <a:t>otros </a:t>
            </a:r>
            <a:r>
              <a:rPr sz="1455" spc="-127" dirty="0">
                <a:solidFill>
                  <a:srgbClr val="4E4F52"/>
                </a:solidFill>
                <a:latin typeface="+mj-lt"/>
                <a:cs typeface="Arial Black"/>
              </a:rPr>
              <a:t>puntajes)  </a:t>
            </a:r>
            <a:r>
              <a:rPr sz="1455" spc="-121" dirty="0">
                <a:solidFill>
                  <a:srgbClr val="4E4F52"/>
                </a:solidFill>
                <a:latin typeface="+mj-lt"/>
                <a:cs typeface="Arial Black"/>
              </a:rPr>
              <a:t>para </a:t>
            </a:r>
            <a:r>
              <a:rPr sz="1455" spc="-124" dirty="0">
                <a:solidFill>
                  <a:srgbClr val="4E4F52"/>
                </a:solidFill>
                <a:latin typeface="+mj-lt"/>
                <a:cs typeface="Arial Black"/>
              </a:rPr>
              <a:t>generar</a:t>
            </a:r>
            <a:r>
              <a:rPr sz="1455" spc="-103" dirty="0">
                <a:solidFill>
                  <a:srgbClr val="4E4F52"/>
                </a:solidFill>
                <a:latin typeface="+mj-lt"/>
                <a:cs typeface="Arial Black"/>
              </a:rPr>
              <a:t> </a:t>
            </a:r>
            <a:r>
              <a:rPr sz="1455" spc="-106" dirty="0">
                <a:solidFill>
                  <a:srgbClr val="4E4F52"/>
                </a:solidFill>
                <a:latin typeface="+mj-lt"/>
                <a:cs typeface="Arial Black"/>
              </a:rPr>
              <a:t>una</a:t>
            </a:r>
            <a:endParaRPr sz="1455">
              <a:latin typeface="+mj-lt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253116" y="4308709"/>
            <a:ext cx="988846" cy="28349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1789" spc="-152" dirty="0">
                <a:solidFill>
                  <a:srgbClr val="4E4F52"/>
                </a:solidFill>
                <a:latin typeface="+mj-lt"/>
                <a:cs typeface="Arial Black"/>
              </a:rPr>
              <a:t>Medición</a:t>
            </a:r>
            <a:endParaRPr sz="1789">
              <a:latin typeface="+mj-lt"/>
              <a:cs typeface="Arial Black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35624" y="712139"/>
            <a:ext cx="10408295" cy="644382"/>
          </a:xfrm>
          <a:prstGeom prst="rect">
            <a:avLst/>
          </a:prstGeom>
        </p:spPr>
        <p:txBody>
          <a:bodyPr vert="horz" wrap="square" lIns="0" tIns="962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76"/>
              </a:spcBef>
            </a:pPr>
            <a:r>
              <a:rPr sz="4124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Multiples</a:t>
            </a:r>
            <a:r>
              <a:rPr sz="4124" spc="-1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2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pasos</a:t>
            </a:r>
            <a:r>
              <a:rPr sz="4124" spc="-1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1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4124" spc="-1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4124" spc="-3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1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</a:t>
            </a:r>
            <a:r>
              <a:rPr sz="4124" spc="-1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2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4124" spc="-1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1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endParaRPr sz="412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3456" y="1305279"/>
            <a:ext cx="10229088" cy="736434"/>
          </a:xfrm>
          <a:prstGeom prst="rect">
            <a:avLst/>
          </a:prstGeom>
        </p:spPr>
        <p:txBody>
          <a:bodyPr vert="horz" wrap="square" lIns="0" tIns="43512" rIns="0" bIns="0" rtlCol="0" anchor="ctr">
            <a:spAutoFit/>
          </a:bodyPr>
          <a:lstStyle/>
          <a:p>
            <a:pPr marL="439358" marR="3081" indent="-432042">
              <a:lnSpc>
                <a:spcPts val="5397"/>
              </a:lnSpc>
              <a:spcBef>
                <a:spcPts val="343"/>
              </a:spcBef>
            </a:pPr>
            <a:r>
              <a:rPr sz="4578" b="1" spc="191" dirty="0">
                <a:solidFill>
                  <a:schemeClr val="tx1"/>
                </a:solidFill>
                <a:latin typeface="Calibri" panose="020F0502020204030204" pitchFamily="34" charset="0"/>
              </a:rPr>
              <a:t>Depende</a:t>
            </a:r>
            <a:r>
              <a:rPr sz="4578" b="1" spc="-28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215" dirty="0">
                <a:solidFill>
                  <a:schemeClr val="tx1"/>
                </a:solidFill>
                <a:latin typeface="Calibri" panose="020F0502020204030204" pitchFamily="34" charset="0"/>
              </a:rPr>
              <a:t>de</a:t>
            </a:r>
            <a:r>
              <a:rPr sz="4578" b="1" spc="-28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52" dirty="0">
                <a:solidFill>
                  <a:schemeClr val="tx1"/>
                </a:solidFill>
                <a:latin typeface="Calibri" panose="020F0502020204030204" pitchFamily="34" charset="0"/>
              </a:rPr>
              <a:t>lo</a:t>
            </a:r>
            <a:r>
              <a:rPr sz="4578" b="1" spc="-28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67" dirty="0">
                <a:solidFill>
                  <a:schemeClr val="tx1"/>
                </a:solidFill>
                <a:latin typeface="Calibri" panose="020F0502020204030204" pitchFamily="34" charset="0"/>
              </a:rPr>
              <a:t>que </a:t>
            </a:r>
            <a:r>
              <a:rPr sz="4578" b="1" spc="79" dirty="0">
                <a:solidFill>
                  <a:schemeClr val="tx1"/>
                </a:solidFill>
                <a:latin typeface="Calibri" panose="020F0502020204030204" pitchFamily="34" charset="0"/>
              </a:rPr>
              <a:t>pretendo</a:t>
            </a:r>
            <a:r>
              <a:rPr sz="4578" b="1" spc="-285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-76" dirty="0">
                <a:solidFill>
                  <a:schemeClr val="tx1"/>
                </a:solidFill>
                <a:latin typeface="Calibri" panose="020F0502020204030204" pitchFamily="34" charset="0"/>
              </a:rPr>
              <a:t>medir.</a:t>
            </a:r>
            <a:endParaRPr sz="4578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AABB270-2843-AD5B-849E-4FA5BA258B3E}"/>
              </a:ext>
            </a:extLst>
          </p:cNvPr>
          <p:cNvSpPr txBox="1">
            <a:spLocks/>
          </p:cNvSpPr>
          <p:nvPr/>
        </p:nvSpPr>
        <p:spPr>
          <a:xfrm>
            <a:off x="956388" y="1549114"/>
            <a:ext cx="10940337" cy="2853772"/>
          </a:xfrm>
          <a:prstGeom prst="rect">
            <a:avLst/>
          </a:prstGeom>
        </p:spPr>
        <p:txBody>
          <a:bodyPr vert="horz" wrap="square" lIns="0" tIns="1478512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05" b="0" i="0" kern="1200">
                <a:solidFill>
                  <a:srgbClr val="CE1F1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2864876" marR="3081" indent="-2349661">
              <a:lnSpc>
                <a:spcPts val="5397"/>
              </a:lnSpc>
              <a:spcBef>
                <a:spcPts val="343"/>
              </a:spcBef>
            </a:pPr>
            <a:r>
              <a:rPr lang="en-US" sz="4400" b="1" spc="273" dirty="0">
                <a:solidFill>
                  <a:schemeClr val="tx1"/>
                </a:solidFill>
              </a:rPr>
              <a:t>¿</a:t>
            </a:r>
            <a:r>
              <a:rPr lang="en-US" sz="4400" b="1" spc="273" dirty="0" err="1">
                <a:solidFill>
                  <a:schemeClr val="tx1"/>
                </a:solidFill>
              </a:rPr>
              <a:t>Qué</a:t>
            </a:r>
            <a:r>
              <a:rPr lang="en-US" sz="4400" b="1" spc="-218" dirty="0">
                <a:solidFill>
                  <a:schemeClr val="tx1"/>
                </a:solidFill>
              </a:rPr>
              <a:t> </a:t>
            </a:r>
            <a:r>
              <a:rPr lang="en-US" sz="4400" b="1" spc="200" dirty="0">
                <a:solidFill>
                  <a:schemeClr val="tx1"/>
                </a:solidFill>
              </a:rPr>
              <a:t>”</a:t>
            </a:r>
            <a:r>
              <a:rPr lang="en-US" sz="4400" b="1" spc="200" dirty="0" err="1">
                <a:solidFill>
                  <a:schemeClr val="tx1"/>
                </a:solidFill>
              </a:rPr>
              <a:t>cosas</a:t>
            </a:r>
            <a:r>
              <a:rPr lang="en-US" sz="4400" b="1" spc="200" dirty="0">
                <a:solidFill>
                  <a:schemeClr val="tx1"/>
                </a:solidFill>
              </a:rPr>
              <a:t>” </a:t>
            </a:r>
            <a:r>
              <a:rPr lang="en-US" sz="4400" b="1" spc="200" dirty="0" err="1">
                <a:solidFill>
                  <a:schemeClr val="tx1"/>
                </a:solidFill>
              </a:rPr>
              <a:t>medimos</a:t>
            </a:r>
            <a:r>
              <a:rPr lang="en-US" sz="4400" b="1" spc="200" dirty="0">
                <a:solidFill>
                  <a:schemeClr val="tx1"/>
                </a:solidFill>
              </a:rPr>
              <a:t> </a:t>
            </a:r>
            <a:r>
              <a:rPr lang="en-US" sz="4400" b="1" spc="191" dirty="0" err="1">
                <a:solidFill>
                  <a:schemeClr val="tx1"/>
                </a:solidFill>
              </a:rPr>
              <a:t>en</a:t>
            </a:r>
            <a:r>
              <a:rPr lang="en-US" sz="4400" b="1" spc="191" dirty="0">
                <a:solidFill>
                  <a:schemeClr val="tx1"/>
                </a:solidFill>
              </a:rPr>
              <a:t> </a:t>
            </a:r>
            <a:r>
              <a:rPr lang="en-US" sz="4400" b="1" spc="97" dirty="0" err="1">
                <a:solidFill>
                  <a:schemeClr val="tx1"/>
                </a:solidFill>
              </a:rPr>
              <a:t>ciencias</a:t>
            </a:r>
            <a:r>
              <a:rPr lang="en-US" sz="4400" b="1" spc="-212" dirty="0">
                <a:solidFill>
                  <a:schemeClr val="tx1"/>
                </a:solidFill>
              </a:rPr>
              <a:t> </a:t>
            </a:r>
            <a:r>
              <a:rPr lang="en-US" sz="4400" b="1" spc="191" dirty="0" err="1">
                <a:solidFill>
                  <a:schemeClr val="tx1"/>
                </a:solidFill>
              </a:rPr>
              <a:t>sociales</a:t>
            </a:r>
            <a:r>
              <a:rPr lang="en-US" sz="4400" b="1" spc="191" dirty="0">
                <a:solidFill>
                  <a:schemeClr val="tx1"/>
                </a:solidFill>
              </a:rPr>
              <a:t>?</a:t>
            </a:r>
            <a:endParaRPr lang="en-US" sz="4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7063" y="2262645"/>
            <a:ext cx="9460651" cy="1188768"/>
          </a:xfrm>
          <a:prstGeom prst="rect">
            <a:avLst/>
          </a:prstGeom>
        </p:spPr>
        <p:txBody>
          <a:bodyPr vert="horz" wrap="square" lIns="0" tIns="34271" rIns="0" bIns="0" rtlCol="0">
            <a:spAutoFit/>
          </a:bodyPr>
          <a:lstStyle/>
          <a:p>
            <a:pPr marL="7701" marR="3081">
              <a:lnSpc>
                <a:spcPts val="4451"/>
              </a:lnSpc>
              <a:spcBef>
                <a:spcPts val="270"/>
              </a:spcBef>
            </a:pPr>
            <a:r>
              <a:rPr sz="3760" spc="-79" dirty="0">
                <a:latin typeface="Calibri" panose="020F0502020204030204" pitchFamily="34" charset="0"/>
                <a:cs typeface="Calibri" panose="020F0502020204030204" pitchFamily="34" charset="0"/>
              </a:rPr>
              <a:t>“Attitudes </a:t>
            </a:r>
            <a:r>
              <a:rPr sz="3760" dirty="0">
                <a:latin typeface="Calibri" panose="020F0502020204030204" pitchFamily="34" charset="0"/>
                <a:cs typeface="Calibri" panose="020F0502020204030204" pitchFamily="34" charset="0"/>
              </a:rPr>
              <a:t>are </a:t>
            </a:r>
            <a:r>
              <a:rPr sz="3760" spc="158" dirty="0">
                <a:latin typeface="Calibri" panose="020F0502020204030204" pitchFamily="34" charset="0"/>
                <a:cs typeface="Calibri" panose="020F0502020204030204" pitchFamily="34" charset="0"/>
              </a:rPr>
              <a:t>measured </a:t>
            </a:r>
            <a:r>
              <a:rPr sz="3760" spc="124" dirty="0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es-ES" sz="3760" spc="12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60" spc="-7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60" spc="139" dirty="0">
                <a:latin typeface="Calibri" panose="020F0502020204030204" pitchFamily="34" charset="0"/>
                <a:cs typeface="Calibri" panose="020F0502020204030204" pitchFamily="34" charset="0"/>
              </a:rPr>
              <a:t>successfully  </a:t>
            </a:r>
            <a:r>
              <a:rPr sz="3760" spc="33" dirty="0">
                <a:latin typeface="Calibri" panose="020F0502020204030204" pitchFamily="34" charset="0"/>
                <a:cs typeface="Calibri" panose="020F0502020204030204" pitchFamily="34" charset="0"/>
              </a:rPr>
              <a:t>than </a:t>
            </a:r>
            <a:r>
              <a:rPr sz="3760" spc="52" dirty="0">
                <a:latin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sz="376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sz="3760" spc="-7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60" spc="-18" dirty="0">
                <a:latin typeface="Calibri" panose="020F0502020204030204" pitchFamily="34" charset="0"/>
                <a:cs typeface="Calibri" panose="020F0502020204030204" pitchFamily="34" charset="0"/>
              </a:rPr>
              <a:t>deﬁned”</a:t>
            </a:r>
            <a:endParaRPr sz="376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4600" y="3960182"/>
            <a:ext cx="3280365" cy="587952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3760" spc="637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—</a:t>
            </a:r>
            <a:r>
              <a:rPr sz="3760" spc="-45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60" spc="-3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Allport, </a:t>
            </a:r>
            <a:r>
              <a:rPr sz="376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1935</a:t>
            </a:r>
            <a:endParaRPr sz="376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7063" y="544710"/>
            <a:ext cx="10377875" cy="5629444"/>
          </a:xfrm>
          <a:prstGeom prst="rect">
            <a:avLst/>
          </a:prstGeom>
        </p:spPr>
        <p:txBody>
          <a:bodyPr vert="horz" wrap="square" lIns="0" tIns="25799" rIns="0" bIns="0" rtlCol="0">
            <a:spAutoFit/>
          </a:bodyPr>
          <a:lstStyle/>
          <a:p>
            <a:pPr marL="7701" marR="1930711">
              <a:lnSpc>
                <a:spcPts val="2947"/>
              </a:lnSpc>
              <a:spcBef>
                <a:spcPts val="203"/>
              </a:spcBef>
            </a:pPr>
            <a:r>
              <a:rPr sz="2486" spc="91" dirty="0">
                <a:latin typeface="Calibri" panose="020F0502020204030204" pitchFamily="34" charset="0"/>
                <a:cs typeface="Calibri" panose="020F0502020204030204" pitchFamily="34" charset="0"/>
              </a:rPr>
              <a:t>Thesis </a:t>
            </a:r>
            <a:r>
              <a:rPr sz="2486" spc="-340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sz="2486" spc="12" dirty="0">
                <a:latin typeface="Calibri" panose="020F0502020204030204" pitchFamily="34" charset="0"/>
                <a:cs typeface="Calibri" panose="020F0502020204030204" pitchFamily="34" charset="0"/>
              </a:rPr>
              <a:t>“Whatever </a:t>
            </a:r>
            <a:r>
              <a:rPr sz="2486" spc="30" dirty="0">
                <a:latin typeface="Calibri" panose="020F0502020204030204" pitchFamily="34" charset="0"/>
                <a:cs typeface="Calibri" panose="020F0502020204030204" pitchFamily="34" charset="0"/>
              </a:rPr>
              <a:t>exists </a:t>
            </a:r>
            <a:r>
              <a:rPr sz="2486" spc="-55" dirty="0">
                <a:latin typeface="Calibri" panose="020F0502020204030204" pitchFamily="34" charset="0"/>
                <a:cs typeface="Calibri" panose="020F0502020204030204" pitchFamily="34" charset="0"/>
              </a:rPr>
              <a:t>at </a:t>
            </a:r>
            <a:r>
              <a:rPr sz="2486" spc="-103" dirty="0">
                <a:latin typeface="Calibri" panose="020F0502020204030204" pitchFamily="34" charset="0"/>
                <a:cs typeface="Calibri" panose="020F0502020204030204" pitchFamily="34" charset="0"/>
              </a:rPr>
              <a:t>all, </a:t>
            </a:r>
            <a:r>
              <a:rPr sz="2486" spc="30" dirty="0">
                <a:latin typeface="Calibri" panose="020F0502020204030204" pitchFamily="34" charset="0"/>
                <a:cs typeface="Calibri" panose="020F0502020204030204" pitchFamily="34" charset="0"/>
              </a:rPr>
              <a:t>exists </a:t>
            </a:r>
            <a:r>
              <a:rPr sz="2486" spc="-33" dirty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sz="2486" spc="176" dirty="0">
                <a:latin typeface="Calibri" panose="020F0502020204030204" pitchFamily="34" charset="0"/>
                <a:cs typeface="Calibri" panose="020F0502020204030204" pitchFamily="34" charset="0"/>
              </a:rPr>
              <a:t>some </a:t>
            </a:r>
            <a:r>
              <a:rPr sz="2486" spc="-85" dirty="0">
                <a:latin typeface="Calibri" panose="020F0502020204030204" pitchFamily="34" charset="0"/>
                <a:cs typeface="Calibri" panose="020F0502020204030204" pitchFamily="34" charset="0"/>
              </a:rPr>
              <a:t>amount”. </a:t>
            </a:r>
            <a:endParaRPr lang="es-ES" sz="2486" spc="-85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1930711">
              <a:lnSpc>
                <a:spcPts val="2947"/>
              </a:lnSpc>
              <a:spcBef>
                <a:spcPts val="203"/>
              </a:spcBef>
            </a:pPr>
            <a:r>
              <a:rPr sz="2486" spc="91" dirty="0">
                <a:latin typeface="Calibri" panose="020F0502020204030204" pitchFamily="34" charset="0"/>
                <a:cs typeface="Calibri" panose="020F0502020204030204" pitchFamily="34" charset="0"/>
              </a:rPr>
              <a:t>Thesis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-221" dirty="0">
                <a:latin typeface="Calibri" panose="020F0502020204030204" pitchFamily="34" charset="0"/>
                <a:cs typeface="Calibri" panose="020F0502020204030204" pitchFamily="34" charset="0"/>
              </a:rPr>
              <a:t>2.</a:t>
            </a:r>
            <a:r>
              <a:rPr sz="2486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2486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73" dirty="0">
                <a:latin typeface="Calibri" panose="020F0502020204030204" pitchFamily="34" charset="0"/>
                <a:cs typeface="Calibri" panose="020F0502020204030204" pitchFamily="34" charset="0"/>
              </a:rPr>
              <a:t>Anything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-39" dirty="0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30" dirty="0">
                <a:latin typeface="Calibri" panose="020F0502020204030204" pitchFamily="34" charset="0"/>
                <a:cs typeface="Calibri" panose="020F0502020204030204" pitchFamily="34" charset="0"/>
              </a:rPr>
              <a:t>exists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-33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82" dirty="0">
                <a:latin typeface="Calibri" panose="020F0502020204030204" pitchFamily="34" charset="0"/>
                <a:cs typeface="Calibri" panose="020F0502020204030204" pitchFamily="34" charset="0"/>
              </a:rPr>
              <a:t>amount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97" dirty="0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33"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45" dirty="0">
                <a:latin typeface="Calibri" panose="020F0502020204030204" pitchFamily="34" charset="0"/>
                <a:cs typeface="Calibri" panose="020F0502020204030204" pitchFamily="34" charset="0"/>
              </a:rPr>
              <a:t>measured.</a:t>
            </a:r>
            <a:endParaRPr sz="248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3"/>
              </a:spcBef>
            </a:pPr>
            <a:endParaRPr sz="242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3081" algn="r">
              <a:tabLst>
                <a:tab pos="447829" algn="l"/>
              </a:tabLst>
            </a:pPr>
            <a:r>
              <a:rPr sz="2486" spc="424" dirty="0">
                <a:latin typeface="Calibri" panose="020F0502020204030204" pitchFamily="34" charset="0"/>
                <a:cs typeface="Calibri" panose="020F0502020204030204" pitchFamily="34" charset="0"/>
              </a:rPr>
              <a:t>—	</a:t>
            </a:r>
            <a:r>
              <a:rPr sz="2486" spc="52" dirty="0">
                <a:latin typeface="Calibri" panose="020F0502020204030204" pitchFamily="34" charset="0"/>
                <a:cs typeface="Calibri" panose="020F0502020204030204" pitchFamily="34" charset="0"/>
              </a:rPr>
              <a:t>McCall,</a:t>
            </a:r>
            <a:r>
              <a:rPr sz="2486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27" dirty="0">
                <a:latin typeface="Calibri" panose="020F0502020204030204" pitchFamily="34" charset="0"/>
                <a:cs typeface="Calibri" panose="020F0502020204030204" pitchFamily="34" charset="0"/>
              </a:rPr>
              <a:t>1939</a:t>
            </a:r>
            <a:endParaRPr sz="248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7"/>
              </a:spcBef>
            </a:pPr>
            <a:endParaRPr sz="421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1217957">
              <a:lnSpc>
                <a:spcPts val="2947"/>
              </a:lnSpc>
            </a:pPr>
            <a:r>
              <a:rPr sz="2486" spc="130" dirty="0">
                <a:latin typeface="Calibri" panose="020F0502020204030204" pitchFamily="34" charset="0"/>
                <a:cs typeface="Calibri" panose="020F0502020204030204" pitchFamily="34" charset="0"/>
              </a:rPr>
              <a:t>Those </a:t>
            </a:r>
            <a:r>
              <a:rPr sz="2486" spc="30" dirty="0">
                <a:latin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sz="2486" spc="115" dirty="0">
                <a:latin typeface="Calibri" panose="020F0502020204030204" pitchFamily="34" charset="0"/>
                <a:cs typeface="Calibri" panose="020F0502020204030204" pitchFamily="34" charset="0"/>
              </a:rPr>
              <a:t>should </a:t>
            </a:r>
            <a:r>
              <a:rPr sz="2486" spc="133" dirty="0">
                <a:latin typeface="Calibri" panose="020F0502020204030204" pitchFamily="34" charset="0"/>
                <a:cs typeface="Calibri" panose="020F0502020204030204" pitchFamily="34" charset="0"/>
              </a:rPr>
              <a:t>be </a:t>
            </a:r>
            <a:r>
              <a:rPr sz="2486" spc="106" dirty="0">
                <a:latin typeface="Calibri" panose="020F0502020204030204" pitchFamily="34" charset="0"/>
                <a:cs typeface="Calibri" panose="020F0502020204030204" pitchFamily="34" charset="0"/>
              </a:rPr>
              <a:t>measured </a:t>
            </a:r>
            <a:r>
              <a:rPr sz="2486" spc="69" dirty="0">
                <a:latin typeface="Calibri" panose="020F0502020204030204" pitchFamily="34" charset="0"/>
                <a:cs typeface="Calibri" panose="020F0502020204030204" pitchFamily="34" charset="0"/>
              </a:rPr>
              <a:t>which </a:t>
            </a:r>
            <a:r>
              <a:rPr sz="2486" spc="97" dirty="0">
                <a:latin typeface="Calibri" panose="020F0502020204030204" pitchFamily="34" charset="0"/>
                <a:cs typeface="Calibri" panose="020F0502020204030204" pitchFamily="34" charset="0"/>
              </a:rPr>
              <a:t>can </a:t>
            </a:r>
            <a:r>
              <a:rPr sz="2486" spc="133" dirty="0">
                <a:latin typeface="Calibri" panose="020F0502020204030204" pitchFamily="34" charset="0"/>
                <a:cs typeface="Calibri" panose="020F0502020204030204" pitchFamily="34" charset="0"/>
              </a:rPr>
              <a:t>be </a:t>
            </a:r>
            <a:r>
              <a:rPr sz="2486" spc="52" dirty="0">
                <a:latin typeface="Calibri" panose="020F0502020204030204" pitchFamily="34" charset="0"/>
                <a:cs typeface="Calibri" panose="020F0502020204030204" pitchFamily="34" charset="0"/>
              </a:rPr>
              <a:t>measured;  </a:t>
            </a:r>
            <a:r>
              <a:rPr sz="2486" spc="85" dirty="0">
                <a:latin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sz="2486" spc="-1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69" dirty="0">
                <a:latin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64" dirty="0">
                <a:latin typeface="Calibri" panose="020F0502020204030204" pitchFamily="34" charset="0"/>
                <a:cs typeface="Calibri" panose="020F0502020204030204" pitchFamily="34" charset="0"/>
              </a:rPr>
              <a:t>cannot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33"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06" dirty="0">
                <a:latin typeface="Calibri" panose="020F0502020204030204" pitchFamily="34" charset="0"/>
                <a:cs typeface="Calibri" panose="020F0502020204030204" pitchFamily="34" charset="0"/>
              </a:rPr>
              <a:t>measured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15" dirty="0">
                <a:latin typeface="Calibri" panose="020F0502020204030204" pitchFamily="34" charset="0"/>
                <a:cs typeface="Calibri" panose="020F0502020204030204" pitchFamily="34" charset="0"/>
              </a:rPr>
              <a:t>should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33"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-9" dirty="0">
                <a:latin typeface="Calibri" panose="020F0502020204030204" pitchFamily="34" charset="0"/>
                <a:cs typeface="Calibri" panose="020F0502020204030204" pitchFamily="34" charset="0"/>
              </a:rPr>
              <a:t>treated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dirty="0">
                <a:latin typeface="Calibri" panose="020F0502020204030204" pitchFamily="34" charset="0"/>
                <a:cs typeface="Calibri" panose="020F0502020204030204" pitchFamily="34" charset="0"/>
              </a:rPr>
              <a:t>otherwise.</a:t>
            </a:r>
          </a:p>
          <a:p>
            <a:pPr>
              <a:lnSpc>
                <a:spcPct val="100000"/>
              </a:lnSpc>
            </a:pPr>
            <a:endParaRPr sz="242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3081" algn="r">
              <a:tabLst>
                <a:tab pos="438973" algn="l"/>
              </a:tabLst>
            </a:pPr>
            <a:r>
              <a:rPr sz="2486" spc="424" dirty="0">
                <a:latin typeface="Calibri" panose="020F0502020204030204" pitchFamily="34" charset="0"/>
                <a:cs typeface="Calibri" panose="020F0502020204030204" pitchFamily="34" charset="0"/>
              </a:rPr>
              <a:t>—	</a:t>
            </a:r>
            <a:r>
              <a:rPr sz="2486" spc="55" dirty="0">
                <a:latin typeface="Calibri" panose="020F0502020204030204" pitchFamily="34" charset="0"/>
                <a:cs typeface="Calibri" panose="020F0502020204030204" pitchFamily="34" charset="0"/>
              </a:rPr>
              <a:t>Johnson,</a:t>
            </a:r>
            <a:r>
              <a:rPr sz="2486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39" dirty="0">
                <a:latin typeface="Calibri" panose="020F0502020204030204" pitchFamily="34" charset="0"/>
                <a:cs typeface="Calibri" panose="020F0502020204030204" pitchFamily="34" charset="0"/>
              </a:rPr>
              <a:t>1936</a:t>
            </a:r>
            <a:endParaRPr sz="248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91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5"/>
              </a:spcBef>
            </a:pPr>
            <a:endParaRPr sz="254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149790">
              <a:lnSpc>
                <a:spcPts val="2947"/>
              </a:lnSpc>
              <a:spcBef>
                <a:spcPts val="3"/>
              </a:spcBef>
            </a:pPr>
            <a:r>
              <a:rPr sz="2486" spc="91" dirty="0">
                <a:latin typeface="Calibri" panose="020F0502020204030204" pitchFamily="34" charset="0"/>
                <a:cs typeface="Calibri" panose="020F0502020204030204" pitchFamily="34" charset="0"/>
              </a:rPr>
              <a:t>Psychological</a:t>
            </a:r>
            <a:r>
              <a:rPr sz="2486" spc="-1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24" dirty="0">
                <a:latin typeface="Calibri" panose="020F0502020204030204" pitchFamily="34" charset="0"/>
                <a:cs typeface="Calibri" panose="020F0502020204030204" pitchFamily="34" charset="0"/>
              </a:rPr>
              <a:t>phenomena</a:t>
            </a:r>
            <a:r>
              <a:rPr sz="2486" spc="-1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3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sz="2486" spc="-1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dirty="0">
                <a:latin typeface="Calibri" panose="020F0502020204030204" pitchFamily="34" charset="0"/>
                <a:cs typeface="Calibri" panose="020F0502020204030204" pitchFamily="34" charset="0"/>
              </a:rPr>
              <a:t>neither</a:t>
            </a:r>
            <a:r>
              <a:rPr sz="2486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64" dirty="0">
                <a:latin typeface="Calibri" panose="020F0502020204030204" pitchFamily="34" charset="0"/>
                <a:cs typeface="Calibri" panose="020F0502020204030204" pitchFamily="34" charset="0"/>
              </a:rPr>
              <a:t>manipulable</a:t>
            </a:r>
            <a:r>
              <a:rPr sz="2486" spc="-1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52" dirty="0">
                <a:latin typeface="Calibri" panose="020F0502020204030204" pitchFamily="34" charset="0"/>
                <a:cs typeface="Calibri" panose="020F0502020204030204" pitchFamily="34" charset="0"/>
              </a:rPr>
              <a:t>nor</a:t>
            </a:r>
            <a:r>
              <a:rPr sz="2486" spc="-16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30" dirty="0">
                <a:latin typeface="Calibri" panose="020F0502020204030204" pitchFamily="34" charset="0"/>
                <a:cs typeface="Calibri" panose="020F0502020204030204" pitchFamily="34" charset="0"/>
              </a:rPr>
              <a:t>controllable</a:t>
            </a:r>
            <a:r>
              <a:rPr sz="2486" spc="-1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-15" dirty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sz="2486" spc="18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24" dirty="0">
                <a:latin typeface="Calibri" panose="020F0502020204030204" pitchFamily="34" charset="0"/>
                <a:cs typeface="Calibri" panose="020F0502020204030204" pitchFamily="34" charset="0"/>
              </a:rPr>
              <a:t>required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-73" dirty="0">
                <a:latin typeface="Calibri" panose="020F0502020204030204" pitchFamily="34" charset="0"/>
                <a:cs typeface="Calibri" panose="020F0502020204030204" pitchFamily="34" charset="0"/>
              </a:rPr>
              <a:t>extent.</a:t>
            </a:r>
            <a:r>
              <a:rPr sz="2486" spc="-1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8" dirty="0">
                <a:latin typeface="Calibri" panose="020F0502020204030204" pitchFamily="34" charset="0"/>
                <a:cs typeface="Calibri" panose="020F0502020204030204" pitchFamily="34" charset="0"/>
              </a:rPr>
              <a:t>Therefore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36" dirty="0">
                <a:latin typeface="Calibri" panose="020F0502020204030204" pitchFamily="34" charset="0"/>
                <a:cs typeface="Calibri" panose="020F0502020204030204" pitchFamily="34" charset="0"/>
              </a:rPr>
              <a:t>they</a:t>
            </a:r>
            <a:r>
              <a:rPr sz="2486" spc="-1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3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27" dirty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39" dirty="0">
                <a:latin typeface="Calibri" panose="020F0502020204030204" pitchFamily="34" charset="0"/>
                <a:cs typeface="Calibri" panose="020F0502020204030204" pitchFamily="34" charset="0"/>
              </a:rPr>
              <a:t>measurable.</a:t>
            </a:r>
            <a:endParaRPr sz="248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919226">
              <a:lnSpc>
                <a:spcPts val="2868"/>
              </a:lnSpc>
            </a:pPr>
            <a:r>
              <a:rPr sz="2486" spc="424" dirty="0">
                <a:latin typeface="Calibri" panose="020F0502020204030204" pitchFamily="34" charset="0"/>
                <a:cs typeface="Calibri" panose="020F0502020204030204" pitchFamily="34" charset="0"/>
              </a:rPr>
              <a:t>—</a:t>
            </a:r>
            <a:r>
              <a:rPr sz="2486" spc="-26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-55" dirty="0">
                <a:latin typeface="Calibri" panose="020F0502020204030204" pitchFamily="34" charset="0"/>
                <a:cs typeface="Calibri" panose="020F0502020204030204" pitchFamily="34" charset="0"/>
              </a:rPr>
              <a:t>Trendler, </a:t>
            </a:r>
            <a:r>
              <a:rPr sz="2486" spc="152" dirty="0">
                <a:latin typeface="Calibri" panose="020F0502020204030204" pitchFamily="34" charset="0"/>
                <a:cs typeface="Calibri" panose="020F0502020204030204" pitchFamily="34" charset="0"/>
              </a:rPr>
              <a:t>2009</a:t>
            </a:r>
            <a:endParaRPr sz="248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75315" y="2360683"/>
            <a:ext cx="10165320" cy="2119860"/>
          </a:xfrm>
          <a:prstGeom prst="rect">
            <a:avLst/>
          </a:prstGeom>
        </p:spPr>
        <p:txBody>
          <a:bodyPr vert="horz" wrap="square" lIns="0" tIns="64691" rIns="0" bIns="0" rtlCol="0">
            <a:spAutoFit/>
          </a:bodyPr>
          <a:lstStyle/>
          <a:p>
            <a:pPr marL="7701">
              <a:spcBef>
                <a:spcPts val="509"/>
              </a:spcBef>
            </a:pPr>
            <a:r>
              <a:rPr sz="2001" spc="221" dirty="0">
                <a:latin typeface="Calibri" panose="020F0502020204030204" pitchFamily="34" charset="0"/>
                <a:cs typeface="Calibri" panose="020F0502020204030204" pitchFamily="34" charset="0"/>
              </a:rPr>
              <a:t>NOS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0" dirty="0">
                <a:latin typeface="Calibri" panose="020F0502020204030204" pitchFamily="34" charset="0"/>
                <a:cs typeface="Calibri" panose="020F0502020204030204" pitchFamily="34" charset="0"/>
              </a:rPr>
              <a:t>INTERESA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2" dirty="0">
                <a:latin typeface="Calibri" panose="020F0502020204030204" pitchFamily="34" charset="0"/>
                <a:cs typeface="Calibri" panose="020F0502020204030204" pitchFamily="34" charset="0"/>
              </a:rPr>
              <a:t>MEDIR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6" dirty="0">
                <a:latin typeface="Calibri" panose="020F0502020204030204" pitchFamily="34" charset="0"/>
                <a:cs typeface="Calibri" panose="020F0502020204030204" pitchFamily="34" charset="0"/>
              </a:rPr>
              <a:t>ATRIBUTOS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6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09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94" dirty="0">
                <a:latin typeface="Calibri" panose="020F0502020204030204" pitchFamily="34" charset="0"/>
                <a:cs typeface="Calibri" panose="020F0502020204030204" pitchFamily="34" charset="0"/>
              </a:rPr>
              <a:t>PODEMOS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OBSERVAR.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>
              <a:lnSpc>
                <a:spcPts val="2352"/>
              </a:lnSpc>
              <a:spcBef>
                <a:spcPts val="567"/>
              </a:spcBef>
            </a:pP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general,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ciencias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sociales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están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interesadas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estudiar</a:t>
            </a:r>
            <a:r>
              <a:rPr sz="2001" spc="-1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medir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atributos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no  </a:t>
            </a: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son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observables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mismo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sentido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dirty="0">
                <a:latin typeface="Calibri" panose="020F0502020204030204" pitchFamily="34" charset="0"/>
                <a:cs typeface="Calibri" panose="020F0502020204030204" pitchFamily="34" charset="0"/>
              </a:rPr>
              <a:t>que,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sz="2001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ejemplo,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distancia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observable.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3"/>
              </a:spcBef>
            </a:pPr>
            <a:endParaRPr sz="28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43862">
              <a:lnSpc>
                <a:spcPts val="2352"/>
              </a:lnSpc>
            </a:pP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Atributos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4" dirty="0"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“cohesión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82" dirty="0">
                <a:latin typeface="Calibri" panose="020F0502020204030204" pitchFamily="34" charset="0"/>
                <a:cs typeface="Calibri" panose="020F0502020204030204" pitchFamily="34" charset="0"/>
              </a:rPr>
              <a:t>social”,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55" dirty="0">
                <a:latin typeface="Calibri" panose="020F0502020204030204" pitchFamily="34" charset="0"/>
                <a:cs typeface="Calibri" panose="020F0502020204030204" pitchFamily="34" charset="0"/>
              </a:rPr>
              <a:t>“clima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58" dirty="0">
                <a:latin typeface="Calibri" panose="020F0502020204030204" pitchFamily="34" charset="0"/>
                <a:cs typeface="Calibri" panose="020F0502020204030204" pitchFamily="34" charset="0"/>
              </a:rPr>
              <a:t>escolar”,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6" dirty="0">
                <a:latin typeface="Calibri" panose="020F0502020204030204" pitchFamily="34" charset="0"/>
                <a:cs typeface="Calibri" panose="020F0502020204030204" pitchFamily="34" charset="0"/>
              </a:rPr>
              <a:t>“ansiedad”</a:t>
            </a:r>
            <a:r>
              <a:rPr sz="2001" spc="-1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0" dirty="0">
                <a:latin typeface="Calibri" panose="020F0502020204030204" pitchFamily="34" charset="0"/>
                <a:cs typeface="Calibri" panose="020F0502020204030204" pitchFamily="34" charset="0"/>
              </a:rPr>
              <a:t>“conocimiento”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son 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directamente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observables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8" dirty="0">
                <a:latin typeface="Calibri" panose="020F0502020204030204" pitchFamily="34" charset="0"/>
                <a:cs typeface="Calibri" panose="020F0502020204030204" pitchFamily="34" charset="0"/>
              </a:rPr>
              <a:t>usualmente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7" dirty="0">
                <a:latin typeface="Calibri" panose="020F0502020204030204" pitchFamily="34" charset="0"/>
                <a:cs typeface="Calibri" panose="020F0502020204030204" pitchFamily="34" charset="0"/>
              </a:rPr>
              <a:t>podemos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manipularlos.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9602355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9" dirty="0">
                <a:latin typeface="Calibri" panose="020F0502020204030204" pitchFamily="34" charset="0"/>
              </a:rPr>
              <a:t>Atributos</a:t>
            </a:r>
            <a:r>
              <a:rPr sz="4487" spc="-248" dirty="0">
                <a:latin typeface="Calibri" panose="020F0502020204030204" pitchFamily="34" charset="0"/>
              </a:rPr>
              <a:t> </a:t>
            </a:r>
            <a:r>
              <a:rPr sz="4487" spc="103" dirty="0">
                <a:latin typeface="Calibri" panose="020F0502020204030204" pitchFamily="34" charset="0"/>
              </a:rPr>
              <a:t>no</a:t>
            </a:r>
            <a:r>
              <a:rPr sz="4487" spc="-248" dirty="0">
                <a:latin typeface="Calibri" panose="020F0502020204030204" pitchFamily="34" charset="0"/>
              </a:rPr>
              <a:t> </a:t>
            </a:r>
            <a:r>
              <a:rPr sz="4487" spc="121" dirty="0">
                <a:latin typeface="Calibri" panose="020F0502020204030204" pitchFamily="34" charset="0"/>
              </a:rPr>
              <a:t>observables</a:t>
            </a:r>
            <a:r>
              <a:rPr sz="4487" spc="-246" dirty="0">
                <a:latin typeface="Calibri" panose="020F0502020204030204" pitchFamily="34" charset="0"/>
              </a:rPr>
              <a:t> </a:t>
            </a:r>
            <a:r>
              <a:rPr sz="4487" spc="167" dirty="0">
                <a:latin typeface="Calibri" panose="020F0502020204030204" pitchFamily="34" charset="0"/>
              </a:rPr>
              <a:t>o</a:t>
            </a:r>
            <a:r>
              <a:rPr sz="4487" spc="-248" dirty="0">
                <a:latin typeface="Calibri" panose="020F0502020204030204" pitchFamily="34" charset="0"/>
              </a:rPr>
              <a:t> </a:t>
            </a:r>
            <a:r>
              <a:rPr sz="4487" spc="36" dirty="0">
                <a:latin typeface="Calibri" panose="020F0502020204030204" pitchFamily="34" charset="0"/>
              </a:rPr>
              <a:t>latentes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73" dirty="0">
                <a:latin typeface="Calibri" panose="020F0502020204030204" pitchFamily="34" charset="0"/>
              </a:rPr>
              <a:t>Los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9" dirty="0">
                <a:latin typeface="Calibri" panose="020F0502020204030204" pitchFamily="34" charset="0"/>
              </a:rPr>
              <a:t>atributos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33" dirty="0">
                <a:latin typeface="Calibri" panose="020F0502020204030204" pitchFamily="34" charset="0"/>
              </a:rPr>
              <a:t>en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67" dirty="0">
                <a:latin typeface="Calibri" panose="020F0502020204030204" pitchFamily="34" charset="0"/>
              </a:rPr>
              <a:t>las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30" dirty="0">
                <a:latin typeface="Calibri" panose="020F0502020204030204" pitchFamily="34" charset="0"/>
              </a:rPr>
              <a:t>ciencias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</a:rPr>
              <a:t>sociales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0713" y="1928912"/>
            <a:ext cx="5034719" cy="1253658"/>
          </a:xfrm>
          <a:prstGeom prst="rect">
            <a:avLst/>
          </a:prstGeom>
        </p:spPr>
        <p:txBody>
          <a:bodyPr vert="horz" wrap="square" lIns="0" tIns="22334" rIns="0" bIns="0" rtlCol="0">
            <a:spAutoFit/>
          </a:bodyPr>
          <a:lstStyle/>
          <a:p>
            <a:pPr marL="7701" marR="3081">
              <a:lnSpc>
                <a:spcPts val="2352"/>
              </a:lnSpc>
              <a:spcBef>
                <a:spcPts val="176"/>
              </a:spcBef>
            </a:pP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punto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clave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001" spc="85" dirty="0">
                <a:latin typeface="Calibri" panose="020F0502020204030204" pitchFamily="34" charset="0"/>
                <a:cs typeface="Calibri" panose="020F0502020204030204" pitchFamily="34" charset="0"/>
              </a:rPr>
              <a:t>creemos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estos 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atributos</a:t>
            </a:r>
            <a:r>
              <a:rPr sz="2001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001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son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observables</a:t>
            </a:r>
            <a:r>
              <a:rPr sz="2001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directamente 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pero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maniﬁestan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través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indicadores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9" dirty="0">
                <a:latin typeface="Calibri" panose="020F0502020204030204" pitchFamily="34" charset="0"/>
                <a:cs typeface="Calibri" panose="020F0502020204030204" pitchFamily="34" charset="0"/>
              </a:rPr>
              <a:t>visibles.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0713" y="3503602"/>
            <a:ext cx="4876073" cy="945882"/>
          </a:xfrm>
          <a:prstGeom prst="rect">
            <a:avLst/>
          </a:prstGeom>
        </p:spPr>
        <p:txBody>
          <a:bodyPr vert="horz" wrap="square" lIns="0" tIns="22334" rIns="0" bIns="0" rtlCol="0">
            <a:spAutoFit/>
          </a:bodyPr>
          <a:lstStyle/>
          <a:p>
            <a:pPr marL="7701" marR="3081">
              <a:lnSpc>
                <a:spcPts val="2352"/>
              </a:lnSpc>
              <a:spcBef>
                <a:spcPts val="176"/>
              </a:spcBef>
            </a:pPr>
            <a:r>
              <a:rPr sz="2001" spc="139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nombre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estos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atributos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(derivado 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001" spc="-3" dirty="0">
                <a:latin typeface="Calibri" panose="020F0502020204030204" pitchFamily="34" charset="0"/>
                <a:cs typeface="Calibri" panose="020F0502020204030204" pitchFamily="34" charset="0"/>
              </a:rPr>
              <a:t>tradición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estadística </a:t>
            </a:r>
            <a:r>
              <a:rPr sz="2001" spc="-3" dirty="0">
                <a:latin typeface="Calibri" panose="020F0502020204030204" pitchFamily="34" charset="0"/>
                <a:cs typeface="Calibri" panose="020F0502020204030204" pitchFamily="34" charset="0"/>
              </a:rPr>
              <a:t>iniciada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por  </a:t>
            </a:r>
            <a:r>
              <a:rPr sz="2001" spc="88" dirty="0">
                <a:latin typeface="Calibri" panose="020F0502020204030204" pitchFamily="34" charset="0"/>
                <a:cs typeface="Calibri" panose="020F0502020204030204" pitchFamily="34" charset="0"/>
              </a:rPr>
              <a:t>Spearman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2" dirty="0">
                <a:latin typeface="Calibri" panose="020F0502020204030204" pitchFamily="34" charset="0"/>
                <a:cs typeface="Calibri" panose="020F0502020204030204" pitchFamily="34" charset="0"/>
              </a:rPr>
              <a:t>1904)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atributos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3" dirty="0">
                <a:latin typeface="Calibri" panose="020F0502020204030204" pitchFamily="34" charset="0"/>
                <a:cs typeface="Calibri" panose="020F0502020204030204" pitchFamily="34" charset="0"/>
              </a:rPr>
              <a:t>latentes.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0713" y="4779863"/>
            <a:ext cx="4550308" cy="945882"/>
          </a:xfrm>
          <a:prstGeom prst="rect">
            <a:avLst/>
          </a:prstGeom>
        </p:spPr>
        <p:txBody>
          <a:bodyPr vert="horz" wrap="square" lIns="0" tIns="22334" rIns="0" bIns="0" rtlCol="0">
            <a:spAutoFit/>
          </a:bodyPr>
          <a:lstStyle/>
          <a:p>
            <a:pPr marL="7701" marR="3081">
              <a:lnSpc>
                <a:spcPts val="2352"/>
              </a:lnSpc>
              <a:spcBef>
                <a:spcPts val="176"/>
              </a:spcBef>
            </a:pP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Nosotros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asumimos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existencia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atributos</a:t>
            </a:r>
            <a:r>
              <a:rPr sz="2001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24" dirty="0">
                <a:latin typeface="Calibri" panose="020F0502020204030204" pitchFamily="34" charset="0"/>
                <a:cs typeface="Calibri" panose="020F0502020204030204" pitchFamily="34" charset="0"/>
              </a:rPr>
              <a:t>latentes,</a:t>
            </a:r>
            <a:r>
              <a:rPr sz="2001" spc="-1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6" dirty="0">
                <a:latin typeface="Calibri" panose="020F0502020204030204" pitchFamily="34" charset="0"/>
                <a:cs typeface="Calibri" panose="020F0502020204030204" pitchFamily="34" charset="0"/>
              </a:rPr>
              <a:t>hacemos</a:t>
            </a:r>
            <a:r>
              <a:rPr sz="2001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hipótesis 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respecto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sz="2001" spc="127" dirty="0">
                <a:latin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sz="2001" spc="-3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estructura.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4830250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9" dirty="0">
                <a:latin typeface="Calibri" panose="020F0502020204030204" pitchFamily="34" charset="0"/>
              </a:rPr>
              <a:t>Atributos</a:t>
            </a:r>
            <a:r>
              <a:rPr sz="4487" spc="-285" dirty="0">
                <a:latin typeface="Calibri" panose="020F0502020204030204" pitchFamily="34" charset="0"/>
              </a:rPr>
              <a:t> </a:t>
            </a:r>
            <a:r>
              <a:rPr sz="4487" spc="36" dirty="0">
                <a:latin typeface="Calibri" panose="020F0502020204030204" pitchFamily="34" charset="0"/>
              </a:rPr>
              <a:t>latentes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73" dirty="0">
                <a:latin typeface="Calibri" panose="020F0502020204030204" pitchFamily="34" charset="0"/>
              </a:rPr>
              <a:t>Los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9" dirty="0">
                <a:latin typeface="Calibri" panose="020F0502020204030204" pitchFamily="34" charset="0"/>
              </a:rPr>
              <a:t>atributos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33" dirty="0">
                <a:latin typeface="Calibri" panose="020F0502020204030204" pitchFamily="34" charset="0"/>
              </a:rPr>
              <a:t>en</a:t>
            </a:r>
            <a:r>
              <a:rPr sz="1728" spc="-88" dirty="0">
                <a:latin typeface="Calibri" panose="020F0502020204030204" pitchFamily="34" charset="0"/>
              </a:rPr>
              <a:t> </a:t>
            </a:r>
            <a:r>
              <a:rPr sz="1728" spc="67" dirty="0">
                <a:latin typeface="Calibri" panose="020F0502020204030204" pitchFamily="34" charset="0"/>
              </a:rPr>
              <a:t>las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30" dirty="0">
                <a:latin typeface="Calibri" panose="020F0502020204030204" pitchFamily="34" charset="0"/>
              </a:rPr>
              <a:t>ciencias</a:t>
            </a:r>
            <a:r>
              <a:rPr sz="1728" spc="-88" dirty="0">
                <a:latin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</a:rPr>
              <a:t>sociales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44314" y="2042807"/>
            <a:ext cx="827889" cy="18968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182" spc="69" dirty="0">
                <a:latin typeface="Cambria"/>
                <a:cs typeface="Cambria"/>
              </a:rPr>
              <a:t>Conducta</a:t>
            </a:r>
            <a:r>
              <a:rPr sz="1182" spc="-36" dirty="0">
                <a:latin typeface="Cambria"/>
                <a:cs typeface="Cambria"/>
              </a:rPr>
              <a:t> </a:t>
            </a:r>
            <a:r>
              <a:rPr sz="1182" spc="61" dirty="0">
                <a:latin typeface="Cambria"/>
                <a:cs typeface="Cambria"/>
              </a:rPr>
              <a:t>A</a:t>
            </a:r>
            <a:endParaRPr sz="1182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42738" y="2474510"/>
            <a:ext cx="830969" cy="18968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182" spc="69" dirty="0">
                <a:latin typeface="Cambria"/>
                <a:cs typeface="Cambria"/>
              </a:rPr>
              <a:t>Conducta</a:t>
            </a:r>
            <a:r>
              <a:rPr sz="1182" dirty="0">
                <a:latin typeface="Cambria"/>
                <a:cs typeface="Cambria"/>
              </a:rPr>
              <a:t> </a:t>
            </a:r>
            <a:r>
              <a:rPr sz="1182" spc="64" dirty="0">
                <a:latin typeface="Cambria"/>
                <a:cs typeface="Cambria"/>
              </a:rPr>
              <a:t>B</a:t>
            </a:r>
            <a:endParaRPr sz="1182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41236" y="2906215"/>
            <a:ext cx="834050" cy="18968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182" spc="69" dirty="0">
                <a:latin typeface="Cambria"/>
                <a:cs typeface="Cambria"/>
              </a:rPr>
              <a:t>Conducta</a:t>
            </a:r>
            <a:r>
              <a:rPr sz="1182" dirty="0">
                <a:latin typeface="Cambria"/>
                <a:cs typeface="Cambria"/>
              </a:rPr>
              <a:t> </a:t>
            </a:r>
            <a:r>
              <a:rPr sz="1182" spc="146" dirty="0">
                <a:latin typeface="Cambria"/>
                <a:cs typeface="Cambria"/>
              </a:rPr>
              <a:t>C</a:t>
            </a:r>
            <a:endParaRPr sz="1182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71267" y="3337918"/>
            <a:ext cx="773980" cy="18968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182" spc="52" dirty="0">
                <a:latin typeface="Cambria"/>
                <a:cs typeface="Cambria"/>
              </a:rPr>
              <a:t>Creencia</a:t>
            </a:r>
            <a:r>
              <a:rPr sz="1182" spc="3" dirty="0">
                <a:latin typeface="Cambria"/>
                <a:cs typeface="Cambria"/>
              </a:rPr>
              <a:t> </a:t>
            </a:r>
            <a:r>
              <a:rPr sz="1182" spc="61" dirty="0">
                <a:latin typeface="Cambria"/>
                <a:cs typeface="Cambria"/>
              </a:rPr>
              <a:t>D</a:t>
            </a:r>
            <a:endParaRPr sz="1182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79225" y="3769622"/>
            <a:ext cx="757807" cy="18968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182" spc="52" dirty="0">
                <a:latin typeface="Cambria"/>
                <a:cs typeface="Cambria"/>
              </a:rPr>
              <a:t>Creencia</a:t>
            </a:r>
            <a:r>
              <a:rPr sz="1182" dirty="0">
                <a:latin typeface="Cambria"/>
                <a:cs typeface="Cambria"/>
              </a:rPr>
              <a:t> </a:t>
            </a:r>
            <a:r>
              <a:rPr sz="1182" spc="39" dirty="0">
                <a:latin typeface="Cambria"/>
                <a:cs typeface="Cambria"/>
              </a:rPr>
              <a:t>E</a:t>
            </a:r>
            <a:endParaRPr sz="1182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08816" y="2940418"/>
            <a:ext cx="1133629" cy="57677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indent="100117">
              <a:spcBef>
                <a:spcPts val="58"/>
              </a:spcBef>
            </a:pPr>
            <a:r>
              <a:rPr sz="1850" spc="3" dirty="0">
                <a:latin typeface="Calibri" panose="020F0502020204030204" pitchFamily="34" charset="0"/>
                <a:cs typeface="Calibri" panose="020F0502020204030204" pitchFamily="34" charset="0"/>
              </a:rPr>
              <a:t>Atributo  </a:t>
            </a:r>
            <a:r>
              <a:rPr sz="1850" spc="79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850" spc="-1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-6" dirty="0">
                <a:latin typeface="Calibri" panose="020F0502020204030204" pitchFamily="34" charset="0"/>
                <a:cs typeface="Calibri" panose="020F0502020204030204" pitchFamily="34" charset="0"/>
              </a:rPr>
              <a:t>interes</a:t>
            </a:r>
            <a:endParaRPr sz="1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80728" y="4201327"/>
            <a:ext cx="755112" cy="18968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spcBef>
                <a:spcPts val="61"/>
              </a:spcBef>
            </a:pPr>
            <a:r>
              <a:rPr sz="1182" spc="52" dirty="0">
                <a:latin typeface="Cambria"/>
                <a:cs typeface="Cambria"/>
              </a:rPr>
              <a:t>Creencia</a:t>
            </a:r>
            <a:r>
              <a:rPr sz="1182" dirty="0">
                <a:latin typeface="Cambria"/>
                <a:cs typeface="Cambria"/>
              </a:rPr>
              <a:t> </a:t>
            </a:r>
            <a:r>
              <a:rPr sz="1182" spc="61" dirty="0">
                <a:latin typeface="Cambria"/>
                <a:cs typeface="Cambria"/>
              </a:rPr>
              <a:t>F</a:t>
            </a:r>
            <a:endParaRPr sz="1182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858204" y="1897032"/>
            <a:ext cx="506360" cy="95881"/>
          </a:xfrm>
          <a:custGeom>
            <a:avLst/>
            <a:gdLst/>
            <a:ahLst/>
            <a:cxnLst/>
            <a:rect l="l" t="t" r="r" b="b"/>
            <a:pathLst>
              <a:path w="835025" h="158114">
                <a:moveTo>
                  <a:pt x="829282" y="130842"/>
                </a:moveTo>
                <a:lnTo>
                  <a:pt x="830328" y="133349"/>
                </a:lnTo>
                <a:lnTo>
                  <a:pt x="832648" y="149199"/>
                </a:lnTo>
                <a:lnTo>
                  <a:pt x="834533" y="158052"/>
                </a:lnTo>
                <a:lnTo>
                  <a:pt x="834952" y="149199"/>
                </a:lnTo>
                <a:lnTo>
                  <a:pt x="830044" y="131673"/>
                </a:lnTo>
                <a:lnTo>
                  <a:pt x="829282" y="130842"/>
                </a:lnTo>
                <a:close/>
              </a:path>
              <a:path w="835025" h="158114">
                <a:moveTo>
                  <a:pt x="2134" y="15455"/>
                </a:moveTo>
                <a:lnTo>
                  <a:pt x="51321" y="58242"/>
                </a:lnTo>
                <a:lnTo>
                  <a:pt x="101441" y="60575"/>
                </a:lnTo>
                <a:lnTo>
                  <a:pt x="545892" y="68482"/>
                </a:lnTo>
                <a:lnTo>
                  <a:pt x="600659" y="70599"/>
                </a:lnTo>
                <a:lnTo>
                  <a:pt x="649546" y="73226"/>
                </a:lnTo>
                <a:lnTo>
                  <a:pt x="690841" y="76442"/>
                </a:lnTo>
                <a:lnTo>
                  <a:pt x="767239" y="90356"/>
                </a:lnTo>
                <a:lnTo>
                  <a:pt x="810556" y="110412"/>
                </a:lnTo>
                <a:lnTo>
                  <a:pt x="829282" y="130842"/>
                </a:lnTo>
                <a:lnTo>
                  <a:pt x="822132" y="113704"/>
                </a:lnTo>
                <a:lnTo>
                  <a:pt x="765940" y="73886"/>
                </a:lnTo>
                <a:lnTo>
                  <a:pt x="706897" y="59338"/>
                </a:lnTo>
                <a:lnTo>
                  <a:pt x="619859" y="52112"/>
                </a:lnTo>
                <a:lnTo>
                  <a:pt x="558392" y="50934"/>
                </a:lnTo>
                <a:lnTo>
                  <a:pt x="245576" y="50578"/>
                </a:lnTo>
                <a:lnTo>
                  <a:pt x="141636" y="49840"/>
                </a:lnTo>
                <a:lnTo>
                  <a:pt x="99296" y="48662"/>
                </a:lnTo>
                <a:lnTo>
                  <a:pt x="40233" y="43837"/>
                </a:lnTo>
                <a:lnTo>
                  <a:pt x="7896" y="25864"/>
                </a:lnTo>
                <a:lnTo>
                  <a:pt x="2134" y="15455"/>
                </a:lnTo>
                <a:close/>
              </a:path>
              <a:path w="835025" h="158114">
                <a:moveTo>
                  <a:pt x="430546" y="50196"/>
                </a:moveTo>
                <a:lnTo>
                  <a:pt x="245576" y="50578"/>
                </a:lnTo>
                <a:lnTo>
                  <a:pt x="519595" y="50578"/>
                </a:lnTo>
                <a:lnTo>
                  <a:pt x="430546" y="50196"/>
                </a:lnTo>
                <a:close/>
              </a:path>
              <a:path w="835025" h="158114">
                <a:moveTo>
                  <a:pt x="789" y="0"/>
                </a:moveTo>
                <a:lnTo>
                  <a:pt x="0" y="3640"/>
                </a:lnTo>
                <a:lnTo>
                  <a:pt x="790" y="13028"/>
                </a:lnTo>
                <a:lnTo>
                  <a:pt x="2134" y="15455"/>
                </a:lnTo>
                <a:lnTo>
                  <a:pt x="606" y="8209"/>
                </a:lnTo>
                <a:lnTo>
                  <a:pt x="7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9858201" y="1897034"/>
            <a:ext cx="506360" cy="95881"/>
          </a:xfrm>
          <a:custGeom>
            <a:avLst/>
            <a:gdLst/>
            <a:ahLst/>
            <a:cxnLst/>
            <a:rect l="l" t="t" r="r" b="b"/>
            <a:pathLst>
              <a:path w="835025" h="158114">
                <a:moveTo>
                  <a:pt x="834539" y="158052"/>
                </a:moveTo>
                <a:lnTo>
                  <a:pt x="832625" y="149068"/>
                </a:lnTo>
                <a:lnTo>
                  <a:pt x="830332" y="133348"/>
                </a:lnTo>
                <a:lnTo>
                  <a:pt x="822136" y="113703"/>
                </a:lnTo>
                <a:lnTo>
                  <a:pt x="765944" y="73886"/>
                </a:lnTo>
                <a:lnTo>
                  <a:pt x="706901" y="59337"/>
                </a:lnTo>
                <a:lnTo>
                  <a:pt x="619863" y="52111"/>
                </a:lnTo>
                <a:lnTo>
                  <a:pt x="558395" y="50933"/>
                </a:lnTo>
                <a:lnTo>
                  <a:pt x="494866" y="50351"/>
                </a:lnTo>
                <a:lnTo>
                  <a:pt x="430548" y="50195"/>
                </a:lnTo>
                <a:lnTo>
                  <a:pt x="366712" y="50294"/>
                </a:lnTo>
                <a:lnTo>
                  <a:pt x="304631" y="50479"/>
                </a:lnTo>
                <a:lnTo>
                  <a:pt x="245576" y="50578"/>
                </a:lnTo>
                <a:lnTo>
                  <a:pt x="190821" y="50422"/>
                </a:lnTo>
                <a:lnTo>
                  <a:pt x="141637" y="49840"/>
                </a:lnTo>
                <a:lnTo>
                  <a:pt x="99297" y="48662"/>
                </a:lnTo>
                <a:lnTo>
                  <a:pt x="40236" y="43837"/>
                </a:lnTo>
                <a:lnTo>
                  <a:pt x="789" y="13027"/>
                </a:lnTo>
                <a:lnTo>
                  <a:pt x="0" y="3640"/>
                </a:lnTo>
                <a:lnTo>
                  <a:pt x="789" y="0"/>
                </a:lnTo>
                <a:lnTo>
                  <a:pt x="607" y="8209"/>
                </a:lnTo>
                <a:lnTo>
                  <a:pt x="4515" y="26744"/>
                </a:lnTo>
                <a:lnTo>
                  <a:pt x="51325" y="58242"/>
                </a:lnTo>
                <a:lnTo>
                  <a:pt x="101445" y="60575"/>
                </a:lnTo>
                <a:lnTo>
                  <a:pt x="141643" y="61415"/>
                </a:lnTo>
                <a:lnTo>
                  <a:pt x="189652" y="62141"/>
                </a:lnTo>
                <a:lnTo>
                  <a:pt x="243760" y="62831"/>
                </a:lnTo>
                <a:lnTo>
                  <a:pt x="302257" y="63564"/>
                </a:lnTo>
                <a:lnTo>
                  <a:pt x="363430" y="64418"/>
                </a:lnTo>
                <a:lnTo>
                  <a:pt x="425568" y="65470"/>
                </a:lnTo>
                <a:lnTo>
                  <a:pt x="486960" y="66798"/>
                </a:lnTo>
                <a:lnTo>
                  <a:pt x="545896" y="68482"/>
                </a:lnTo>
                <a:lnTo>
                  <a:pt x="600663" y="70598"/>
                </a:lnTo>
                <a:lnTo>
                  <a:pt x="649550" y="73225"/>
                </a:lnTo>
                <a:lnTo>
                  <a:pt x="690846" y="76442"/>
                </a:lnTo>
                <a:lnTo>
                  <a:pt x="767243" y="90356"/>
                </a:lnTo>
                <a:lnTo>
                  <a:pt x="810561" y="110412"/>
                </a:lnTo>
                <a:lnTo>
                  <a:pt x="834959" y="149199"/>
                </a:lnTo>
                <a:lnTo>
                  <a:pt x="834539" y="158052"/>
                </a:lnTo>
                <a:close/>
              </a:path>
            </a:pathLst>
          </a:custGeom>
          <a:ln w="15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9357474" y="1897032"/>
            <a:ext cx="500584" cy="95881"/>
          </a:xfrm>
          <a:custGeom>
            <a:avLst/>
            <a:gdLst/>
            <a:ahLst/>
            <a:cxnLst/>
            <a:rect l="l" t="t" r="r" b="b"/>
            <a:pathLst>
              <a:path w="825500" h="158114">
                <a:moveTo>
                  <a:pt x="394897" y="50196"/>
                </a:moveTo>
                <a:lnTo>
                  <a:pt x="267051" y="50934"/>
                </a:lnTo>
                <a:lnTo>
                  <a:pt x="205584" y="52112"/>
                </a:lnTo>
                <a:lnTo>
                  <a:pt x="118586" y="59338"/>
                </a:lnTo>
                <a:lnTo>
                  <a:pt x="59816" y="73886"/>
                </a:lnTo>
                <a:lnTo>
                  <a:pt x="23988" y="92946"/>
                </a:lnTo>
                <a:lnTo>
                  <a:pt x="0" y="133349"/>
                </a:lnTo>
                <a:lnTo>
                  <a:pt x="1263" y="149069"/>
                </a:lnTo>
                <a:lnTo>
                  <a:pt x="4313" y="158052"/>
                </a:lnTo>
                <a:lnTo>
                  <a:pt x="2500" y="149199"/>
                </a:lnTo>
                <a:lnTo>
                  <a:pt x="4084" y="131673"/>
                </a:lnTo>
                <a:lnTo>
                  <a:pt x="59598" y="90356"/>
                </a:lnTo>
                <a:lnTo>
                  <a:pt x="134602" y="76442"/>
                </a:lnTo>
                <a:lnTo>
                  <a:pt x="175898" y="73226"/>
                </a:lnTo>
                <a:lnTo>
                  <a:pt x="224784" y="70599"/>
                </a:lnTo>
                <a:lnTo>
                  <a:pt x="279551" y="68482"/>
                </a:lnTo>
                <a:lnTo>
                  <a:pt x="724002" y="60575"/>
                </a:lnTo>
                <a:lnTo>
                  <a:pt x="754679" y="59543"/>
                </a:lnTo>
                <a:lnTo>
                  <a:pt x="774122" y="58242"/>
                </a:lnTo>
                <a:lnTo>
                  <a:pt x="795035" y="50578"/>
                </a:lnTo>
                <a:lnTo>
                  <a:pt x="579868" y="50578"/>
                </a:lnTo>
                <a:lnTo>
                  <a:pt x="394897" y="50196"/>
                </a:lnTo>
                <a:close/>
              </a:path>
              <a:path w="825500" h="158114">
                <a:moveTo>
                  <a:pt x="823307" y="15467"/>
                </a:moveTo>
                <a:lnTo>
                  <a:pt x="785211" y="43837"/>
                </a:lnTo>
                <a:lnTo>
                  <a:pt x="726148" y="48662"/>
                </a:lnTo>
                <a:lnTo>
                  <a:pt x="683807" y="49840"/>
                </a:lnTo>
                <a:lnTo>
                  <a:pt x="579868" y="50578"/>
                </a:lnTo>
                <a:lnTo>
                  <a:pt x="795035" y="50578"/>
                </a:lnTo>
                <a:lnTo>
                  <a:pt x="806252" y="46468"/>
                </a:lnTo>
                <a:lnTo>
                  <a:pt x="820930" y="26744"/>
                </a:lnTo>
                <a:lnTo>
                  <a:pt x="823307" y="15467"/>
                </a:lnTo>
                <a:close/>
              </a:path>
              <a:path w="825500" h="158114">
                <a:moveTo>
                  <a:pt x="824655" y="0"/>
                </a:moveTo>
                <a:lnTo>
                  <a:pt x="824837" y="8209"/>
                </a:lnTo>
                <a:lnTo>
                  <a:pt x="823307" y="15467"/>
                </a:lnTo>
                <a:lnTo>
                  <a:pt x="824657" y="13028"/>
                </a:lnTo>
                <a:lnTo>
                  <a:pt x="825445" y="3640"/>
                </a:lnTo>
                <a:lnTo>
                  <a:pt x="8246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9357472" y="1897034"/>
            <a:ext cx="500584" cy="95881"/>
          </a:xfrm>
          <a:custGeom>
            <a:avLst/>
            <a:gdLst/>
            <a:ahLst/>
            <a:cxnLst/>
            <a:rect l="l" t="t" r="r" b="b"/>
            <a:pathLst>
              <a:path w="825500" h="158114">
                <a:moveTo>
                  <a:pt x="4310" y="158052"/>
                </a:moveTo>
                <a:lnTo>
                  <a:pt x="1262" y="149068"/>
                </a:lnTo>
                <a:lnTo>
                  <a:pt x="0" y="133348"/>
                </a:lnTo>
                <a:lnTo>
                  <a:pt x="5812" y="113703"/>
                </a:lnTo>
                <a:lnTo>
                  <a:pt x="59815" y="73886"/>
                </a:lnTo>
                <a:lnTo>
                  <a:pt x="118585" y="59337"/>
                </a:lnTo>
                <a:lnTo>
                  <a:pt x="205585" y="52111"/>
                </a:lnTo>
                <a:lnTo>
                  <a:pt x="267052" y="50933"/>
                </a:lnTo>
                <a:lnTo>
                  <a:pt x="330580" y="50351"/>
                </a:lnTo>
                <a:lnTo>
                  <a:pt x="394899" y="50195"/>
                </a:lnTo>
                <a:lnTo>
                  <a:pt x="458734" y="50294"/>
                </a:lnTo>
                <a:lnTo>
                  <a:pt x="520816" y="50479"/>
                </a:lnTo>
                <a:lnTo>
                  <a:pt x="579870" y="50578"/>
                </a:lnTo>
                <a:lnTo>
                  <a:pt x="634625" y="50422"/>
                </a:lnTo>
                <a:lnTo>
                  <a:pt x="683809" y="49840"/>
                </a:lnTo>
                <a:lnTo>
                  <a:pt x="726149" y="48662"/>
                </a:lnTo>
                <a:lnTo>
                  <a:pt x="785210" y="43837"/>
                </a:lnTo>
                <a:lnTo>
                  <a:pt x="824656" y="13027"/>
                </a:lnTo>
                <a:lnTo>
                  <a:pt x="825446" y="3640"/>
                </a:lnTo>
                <a:lnTo>
                  <a:pt x="824657" y="0"/>
                </a:lnTo>
                <a:lnTo>
                  <a:pt x="824839" y="8209"/>
                </a:lnTo>
                <a:lnTo>
                  <a:pt x="820931" y="26744"/>
                </a:lnTo>
                <a:lnTo>
                  <a:pt x="774120" y="58242"/>
                </a:lnTo>
                <a:lnTo>
                  <a:pt x="724001" y="60575"/>
                </a:lnTo>
                <a:lnTo>
                  <a:pt x="683803" y="61415"/>
                </a:lnTo>
                <a:lnTo>
                  <a:pt x="635794" y="62141"/>
                </a:lnTo>
                <a:lnTo>
                  <a:pt x="581686" y="62831"/>
                </a:lnTo>
                <a:lnTo>
                  <a:pt x="523190" y="63564"/>
                </a:lnTo>
                <a:lnTo>
                  <a:pt x="462017" y="64418"/>
                </a:lnTo>
                <a:lnTo>
                  <a:pt x="399879" y="65470"/>
                </a:lnTo>
                <a:lnTo>
                  <a:pt x="338486" y="66798"/>
                </a:lnTo>
                <a:lnTo>
                  <a:pt x="279551" y="68482"/>
                </a:lnTo>
                <a:lnTo>
                  <a:pt x="224784" y="70598"/>
                </a:lnTo>
                <a:lnTo>
                  <a:pt x="175896" y="73225"/>
                </a:lnTo>
                <a:lnTo>
                  <a:pt x="134599" y="76442"/>
                </a:lnTo>
                <a:lnTo>
                  <a:pt x="59597" y="90356"/>
                </a:lnTo>
                <a:lnTo>
                  <a:pt x="19604" y="110412"/>
                </a:lnTo>
                <a:lnTo>
                  <a:pt x="2497" y="149199"/>
                </a:lnTo>
                <a:lnTo>
                  <a:pt x="4310" y="158052"/>
                </a:lnTo>
                <a:close/>
              </a:path>
            </a:pathLst>
          </a:custGeom>
          <a:ln w="15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 txBox="1"/>
          <p:nvPr/>
        </p:nvSpPr>
        <p:spPr>
          <a:xfrm>
            <a:off x="9408952" y="1370465"/>
            <a:ext cx="898356" cy="37384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7701" marR="3081" indent="18098">
              <a:lnSpc>
                <a:spcPts val="1407"/>
              </a:lnSpc>
              <a:spcBef>
                <a:spcPts val="115"/>
              </a:spcBef>
            </a:pPr>
            <a:r>
              <a:rPr sz="1182" spc="27" dirty="0">
                <a:latin typeface="Calibri" panose="020F0502020204030204" pitchFamily="34" charset="0"/>
                <a:cs typeface="Calibri" panose="020F0502020204030204" pitchFamily="34" charset="0"/>
              </a:rPr>
              <a:t>Indicadores  </a:t>
            </a:r>
            <a:r>
              <a:rPr sz="1182" spc="30" dirty="0">
                <a:latin typeface="Calibri" panose="020F0502020204030204" pitchFamily="34" charset="0"/>
                <a:cs typeface="Calibri" panose="020F0502020204030204" pitchFamily="34" charset="0"/>
              </a:rPr>
              <a:t>obser</a:t>
            </a:r>
            <a:r>
              <a:rPr sz="1182" spc="12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sz="1182" spc="49" dirty="0">
                <a:latin typeface="Calibri" panose="020F0502020204030204" pitchFamily="34" charset="0"/>
                <a:cs typeface="Calibri" panose="020F0502020204030204" pitchFamily="34" charset="0"/>
              </a:rPr>
              <a:t>ables</a:t>
            </a:r>
            <a:endParaRPr sz="118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675594" y="1897032"/>
            <a:ext cx="502894" cy="95881"/>
          </a:xfrm>
          <a:custGeom>
            <a:avLst/>
            <a:gdLst/>
            <a:ahLst/>
            <a:cxnLst/>
            <a:rect l="l" t="t" r="r" b="b"/>
            <a:pathLst>
              <a:path w="829309" h="158114">
                <a:moveTo>
                  <a:pt x="828290" y="145637"/>
                </a:moveTo>
                <a:lnTo>
                  <a:pt x="828394" y="149199"/>
                </a:lnTo>
                <a:lnTo>
                  <a:pt x="827833" y="158052"/>
                </a:lnTo>
                <a:lnTo>
                  <a:pt x="828949" y="149199"/>
                </a:lnTo>
                <a:lnTo>
                  <a:pt x="828290" y="145637"/>
                </a:lnTo>
                <a:close/>
              </a:path>
              <a:path w="829309" h="158114">
                <a:moveTo>
                  <a:pt x="2138" y="15467"/>
                </a:moveTo>
                <a:lnTo>
                  <a:pt x="51323" y="58242"/>
                </a:lnTo>
                <a:lnTo>
                  <a:pt x="101442" y="60575"/>
                </a:lnTo>
                <a:lnTo>
                  <a:pt x="545894" y="68482"/>
                </a:lnTo>
                <a:lnTo>
                  <a:pt x="600660" y="70599"/>
                </a:lnTo>
                <a:lnTo>
                  <a:pt x="649547" y="73226"/>
                </a:lnTo>
                <a:lnTo>
                  <a:pt x="690842" y="76442"/>
                </a:lnTo>
                <a:lnTo>
                  <a:pt x="766544" y="90356"/>
                </a:lnTo>
                <a:lnTo>
                  <a:pt x="808199" y="110412"/>
                </a:lnTo>
                <a:lnTo>
                  <a:pt x="828290" y="145637"/>
                </a:lnTo>
                <a:lnTo>
                  <a:pt x="827887" y="133349"/>
                </a:lnTo>
                <a:lnTo>
                  <a:pt x="801985" y="92946"/>
                </a:lnTo>
                <a:lnTo>
                  <a:pt x="765785" y="73886"/>
                </a:lnTo>
                <a:lnTo>
                  <a:pt x="706879" y="59338"/>
                </a:lnTo>
                <a:lnTo>
                  <a:pt x="619860" y="52112"/>
                </a:lnTo>
                <a:lnTo>
                  <a:pt x="558394" y="50934"/>
                </a:lnTo>
                <a:lnTo>
                  <a:pt x="245577" y="50578"/>
                </a:lnTo>
                <a:lnTo>
                  <a:pt x="141638" y="49840"/>
                </a:lnTo>
                <a:lnTo>
                  <a:pt x="99297" y="48662"/>
                </a:lnTo>
                <a:lnTo>
                  <a:pt x="40234" y="43837"/>
                </a:lnTo>
                <a:lnTo>
                  <a:pt x="7893" y="25864"/>
                </a:lnTo>
                <a:lnTo>
                  <a:pt x="2138" y="15467"/>
                </a:lnTo>
                <a:close/>
              </a:path>
              <a:path w="829309" h="158114">
                <a:moveTo>
                  <a:pt x="430548" y="50196"/>
                </a:moveTo>
                <a:lnTo>
                  <a:pt x="245577" y="50578"/>
                </a:lnTo>
                <a:lnTo>
                  <a:pt x="519597" y="50578"/>
                </a:lnTo>
                <a:lnTo>
                  <a:pt x="430548" y="50196"/>
                </a:lnTo>
                <a:close/>
              </a:path>
              <a:path w="829309" h="158114">
                <a:moveTo>
                  <a:pt x="790" y="0"/>
                </a:moveTo>
                <a:lnTo>
                  <a:pt x="0" y="3640"/>
                </a:lnTo>
                <a:lnTo>
                  <a:pt x="787" y="13028"/>
                </a:lnTo>
                <a:lnTo>
                  <a:pt x="2138" y="15467"/>
                </a:lnTo>
                <a:lnTo>
                  <a:pt x="608" y="8209"/>
                </a:lnTo>
                <a:lnTo>
                  <a:pt x="7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7675593" y="1897034"/>
            <a:ext cx="502894" cy="95881"/>
          </a:xfrm>
          <a:custGeom>
            <a:avLst/>
            <a:gdLst/>
            <a:ahLst/>
            <a:cxnLst/>
            <a:rect l="l" t="t" r="r" b="b"/>
            <a:pathLst>
              <a:path w="829309" h="158114">
                <a:moveTo>
                  <a:pt x="827837" y="158052"/>
                </a:moveTo>
                <a:lnTo>
                  <a:pt x="828404" y="149068"/>
                </a:lnTo>
                <a:lnTo>
                  <a:pt x="827888" y="133348"/>
                </a:lnTo>
                <a:lnTo>
                  <a:pt x="820884" y="113703"/>
                </a:lnTo>
                <a:lnTo>
                  <a:pt x="765786" y="73886"/>
                </a:lnTo>
                <a:lnTo>
                  <a:pt x="706880" y="59337"/>
                </a:lnTo>
                <a:lnTo>
                  <a:pt x="619861" y="52111"/>
                </a:lnTo>
                <a:lnTo>
                  <a:pt x="558394" y="50933"/>
                </a:lnTo>
                <a:lnTo>
                  <a:pt x="494865" y="50351"/>
                </a:lnTo>
                <a:lnTo>
                  <a:pt x="430546" y="50195"/>
                </a:lnTo>
                <a:lnTo>
                  <a:pt x="366710" y="50294"/>
                </a:lnTo>
                <a:lnTo>
                  <a:pt x="304629" y="50479"/>
                </a:lnTo>
                <a:lnTo>
                  <a:pt x="245575" y="50578"/>
                </a:lnTo>
                <a:lnTo>
                  <a:pt x="190820" y="50422"/>
                </a:lnTo>
                <a:lnTo>
                  <a:pt x="141636" y="49840"/>
                </a:lnTo>
                <a:lnTo>
                  <a:pt x="99295" y="48662"/>
                </a:lnTo>
                <a:lnTo>
                  <a:pt x="40234" y="43837"/>
                </a:lnTo>
                <a:lnTo>
                  <a:pt x="789" y="13027"/>
                </a:lnTo>
                <a:lnTo>
                  <a:pt x="0" y="3640"/>
                </a:lnTo>
                <a:lnTo>
                  <a:pt x="789" y="0"/>
                </a:lnTo>
                <a:lnTo>
                  <a:pt x="607" y="8209"/>
                </a:lnTo>
                <a:lnTo>
                  <a:pt x="4515" y="26744"/>
                </a:lnTo>
                <a:lnTo>
                  <a:pt x="51325" y="58242"/>
                </a:lnTo>
                <a:lnTo>
                  <a:pt x="101445" y="60575"/>
                </a:lnTo>
                <a:lnTo>
                  <a:pt x="141643" y="61415"/>
                </a:lnTo>
                <a:lnTo>
                  <a:pt x="189652" y="62141"/>
                </a:lnTo>
                <a:lnTo>
                  <a:pt x="243760" y="62831"/>
                </a:lnTo>
                <a:lnTo>
                  <a:pt x="302256" y="63564"/>
                </a:lnTo>
                <a:lnTo>
                  <a:pt x="363429" y="64418"/>
                </a:lnTo>
                <a:lnTo>
                  <a:pt x="425567" y="65470"/>
                </a:lnTo>
                <a:lnTo>
                  <a:pt x="486959" y="66798"/>
                </a:lnTo>
                <a:lnTo>
                  <a:pt x="545894" y="68482"/>
                </a:lnTo>
                <a:lnTo>
                  <a:pt x="600661" y="70598"/>
                </a:lnTo>
                <a:lnTo>
                  <a:pt x="649549" y="73225"/>
                </a:lnTo>
                <a:lnTo>
                  <a:pt x="690845" y="76442"/>
                </a:lnTo>
                <a:lnTo>
                  <a:pt x="766545" y="90356"/>
                </a:lnTo>
                <a:lnTo>
                  <a:pt x="808200" y="110412"/>
                </a:lnTo>
                <a:lnTo>
                  <a:pt x="828953" y="149199"/>
                </a:lnTo>
                <a:lnTo>
                  <a:pt x="827837" y="158052"/>
                </a:lnTo>
                <a:close/>
              </a:path>
            </a:pathLst>
          </a:custGeom>
          <a:ln w="15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7172735" y="1897032"/>
            <a:ext cx="502894" cy="95881"/>
          </a:xfrm>
          <a:custGeom>
            <a:avLst/>
            <a:gdLst/>
            <a:ahLst/>
            <a:cxnLst/>
            <a:rect l="l" t="t" r="r" b="b"/>
            <a:pathLst>
              <a:path w="829309" h="158114">
                <a:moveTo>
                  <a:pt x="662" y="145624"/>
                </a:moveTo>
                <a:lnTo>
                  <a:pt x="0" y="149199"/>
                </a:lnTo>
                <a:lnTo>
                  <a:pt x="1115" y="158052"/>
                </a:lnTo>
                <a:lnTo>
                  <a:pt x="557" y="149199"/>
                </a:lnTo>
                <a:lnTo>
                  <a:pt x="662" y="145624"/>
                </a:lnTo>
                <a:close/>
              </a:path>
              <a:path w="829309" h="158114">
                <a:moveTo>
                  <a:pt x="398411" y="50196"/>
                </a:moveTo>
                <a:lnTo>
                  <a:pt x="270564" y="50934"/>
                </a:lnTo>
                <a:lnTo>
                  <a:pt x="209098" y="52112"/>
                </a:lnTo>
                <a:lnTo>
                  <a:pt x="122076" y="59338"/>
                </a:lnTo>
                <a:lnTo>
                  <a:pt x="63169" y="73886"/>
                </a:lnTo>
                <a:lnTo>
                  <a:pt x="26969" y="92946"/>
                </a:lnTo>
                <a:lnTo>
                  <a:pt x="1065" y="133349"/>
                </a:lnTo>
                <a:lnTo>
                  <a:pt x="662" y="145624"/>
                </a:lnTo>
                <a:lnTo>
                  <a:pt x="3249" y="131673"/>
                </a:lnTo>
                <a:lnTo>
                  <a:pt x="20756" y="110412"/>
                </a:lnTo>
                <a:lnTo>
                  <a:pt x="62414" y="90356"/>
                </a:lnTo>
                <a:lnTo>
                  <a:pt x="138116" y="76442"/>
                </a:lnTo>
                <a:lnTo>
                  <a:pt x="179411" y="73226"/>
                </a:lnTo>
                <a:lnTo>
                  <a:pt x="228298" y="70599"/>
                </a:lnTo>
                <a:lnTo>
                  <a:pt x="283064" y="68482"/>
                </a:lnTo>
                <a:lnTo>
                  <a:pt x="727516" y="60575"/>
                </a:lnTo>
                <a:lnTo>
                  <a:pt x="758193" y="59543"/>
                </a:lnTo>
                <a:lnTo>
                  <a:pt x="777636" y="58242"/>
                </a:lnTo>
                <a:lnTo>
                  <a:pt x="798548" y="50578"/>
                </a:lnTo>
                <a:lnTo>
                  <a:pt x="583381" y="50578"/>
                </a:lnTo>
                <a:lnTo>
                  <a:pt x="398411" y="50196"/>
                </a:lnTo>
                <a:close/>
              </a:path>
              <a:path w="829309" h="158114">
                <a:moveTo>
                  <a:pt x="826823" y="15455"/>
                </a:moveTo>
                <a:lnTo>
                  <a:pt x="788724" y="43837"/>
                </a:lnTo>
                <a:lnTo>
                  <a:pt x="729661" y="48662"/>
                </a:lnTo>
                <a:lnTo>
                  <a:pt x="687321" y="49840"/>
                </a:lnTo>
                <a:lnTo>
                  <a:pt x="583381" y="50578"/>
                </a:lnTo>
                <a:lnTo>
                  <a:pt x="798548" y="50578"/>
                </a:lnTo>
                <a:lnTo>
                  <a:pt x="809765" y="46468"/>
                </a:lnTo>
                <a:lnTo>
                  <a:pt x="824443" y="26744"/>
                </a:lnTo>
                <a:lnTo>
                  <a:pt x="826823" y="15455"/>
                </a:lnTo>
                <a:close/>
              </a:path>
              <a:path w="829309" h="158114">
                <a:moveTo>
                  <a:pt x="828168" y="0"/>
                </a:moveTo>
                <a:lnTo>
                  <a:pt x="828351" y="8209"/>
                </a:lnTo>
                <a:lnTo>
                  <a:pt x="826823" y="15455"/>
                </a:lnTo>
                <a:lnTo>
                  <a:pt x="828167" y="13028"/>
                </a:lnTo>
                <a:lnTo>
                  <a:pt x="828957" y="3640"/>
                </a:lnTo>
                <a:lnTo>
                  <a:pt x="828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7172737" y="1897034"/>
            <a:ext cx="502894" cy="95881"/>
          </a:xfrm>
          <a:custGeom>
            <a:avLst/>
            <a:gdLst/>
            <a:ahLst/>
            <a:cxnLst/>
            <a:rect l="l" t="t" r="r" b="b"/>
            <a:pathLst>
              <a:path w="829309" h="158114">
                <a:moveTo>
                  <a:pt x="1116" y="158052"/>
                </a:moveTo>
                <a:lnTo>
                  <a:pt x="549" y="149068"/>
                </a:lnTo>
                <a:lnTo>
                  <a:pt x="1064" y="133348"/>
                </a:lnTo>
                <a:lnTo>
                  <a:pt x="8068" y="113703"/>
                </a:lnTo>
                <a:lnTo>
                  <a:pt x="63166" y="73886"/>
                </a:lnTo>
                <a:lnTo>
                  <a:pt x="122072" y="59337"/>
                </a:lnTo>
                <a:lnTo>
                  <a:pt x="209091" y="52111"/>
                </a:lnTo>
                <a:lnTo>
                  <a:pt x="270558" y="50933"/>
                </a:lnTo>
                <a:lnTo>
                  <a:pt x="334087" y="50351"/>
                </a:lnTo>
                <a:lnTo>
                  <a:pt x="398406" y="50195"/>
                </a:lnTo>
                <a:lnTo>
                  <a:pt x="462242" y="50294"/>
                </a:lnTo>
                <a:lnTo>
                  <a:pt x="524323" y="50479"/>
                </a:lnTo>
                <a:lnTo>
                  <a:pt x="583377" y="50578"/>
                </a:lnTo>
                <a:lnTo>
                  <a:pt x="638133" y="50422"/>
                </a:lnTo>
                <a:lnTo>
                  <a:pt x="687316" y="49840"/>
                </a:lnTo>
                <a:lnTo>
                  <a:pt x="729657" y="48662"/>
                </a:lnTo>
                <a:lnTo>
                  <a:pt x="788718" y="43837"/>
                </a:lnTo>
                <a:lnTo>
                  <a:pt x="828163" y="13027"/>
                </a:lnTo>
                <a:lnTo>
                  <a:pt x="828953" y="3640"/>
                </a:lnTo>
                <a:lnTo>
                  <a:pt x="828163" y="0"/>
                </a:lnTo>
                <a:lnTo>
                  <a:pt x="828345" y="8209"/>
                </a:lnTo>
                <a:lnTo>
                  <a:pt x="824437" y="26744"/>
                </a:lnTo>
                <a:lnTo>
                  <a:pt x="777627" y="58242"/>
                </a:lnTo>
                <a:lnTo>
                  <a:pt x="727507" y="60575"/>
                </a:lnTo>
                <a:lnTo>
                  <a:pt x="687309" y="61415"/>
                </a:lnTo>
                <a:lnTo>
                  <a:pt x="639300" y="62141"/>
                </a:lnTo>
                <a:lnTo>
                  <a:pt x="585192" y="62831"/>
                </a:lnTo>
                <a:lnTo>
                  <a:pt x="526696" y="63564"/>
                </a:lnTo>
                <a:lnTo>
                  <a:pt x="465524" y="64418"/>
                </a:lnTo>
                <a:lnTo>
                  <a:pt x="403385" y="65470"/>
                </a:lnTo>
                <a:lnTo>
                  <a:pt x="341993" y="66798"/>
                </a:lnTo>
                <a:lnTo>
                  <a:pt x="283058" y="68482"/>
                </a:lnTo>
                <a:lnTo>
                  <a:pt x="228291" y="70598"/>
                </a:lnTo>
                <a:lnTo>
                  <a:pt x="179404" y="73225"/>
                </a:lnTo>
                <a:lnTo>
                  <a:pt x="138107" y="76442"/>
                </a:lnTo>
                <a:lnTo>
                  <a:pt x="62408" y="90356"/>
                </a:lnTo>
                <a:lnTo>
                  <a:pt x="20752" y="110412"/>
                </a:lnTo>
                <a:lnTo>
                  <a:pt x="0" y="149199"/>
                </a:lnTo>
                <a:lnTo>
                  <a:pt x="1116" y="158052"/>
                </a:lnTo>
                <a:close/>
              </a:path>
            </a:pathLst>
          </a:custGeom>
          <a:ln w="15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 txBox="1"/>
          <p:nvPr/>
        </p:nvSpPr>
        <p:spPr>
          <a:xfrm>
            <a:off x="7374168" y="1370465"/>
            <a:ext cx="603011" cy="37384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43897" marR="3081" indent="-36581">
              <a:lnSpc>
                <a:spcPts val="1407"/>
              </a:lnSpc>
              <a:spcBef>
                <a:spcPts val="115"/>
              </a:spcBef>
            </a:pPr>
            <a:r>
              <a:rPr sz="1182" spc="24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182" spc="-6" dirty="0">
                <a:latin typeface="Calibri" panose="020F0502020204030204" pitchFamily="34" charset="0"/>
                <a:cs typeface="Calibri" panose="020F0502020204030204" pitchFamily="34" charset="0"/>
              </a:rPr>
              <a:t>tribu</a:t>
            </a:r>
            <a:r>
              <a:rPr sz="1182" spc="-24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1182" spc="30" dirty="0">
                <a:latin typeface="Calibri" panose="020F0502020204030204" pitchFamily="34" charset="0"/>
                <a:cs typeface="Calibri" panose="020F0502020204030204" pitchFamily="34" charset="0"/>
              </a:rPr>
              <a:t>o  </a:t>
            </a:r>
            <a:r>
              <a:rPr sz="1182" spc="9" dirty="0">
                <a:latin typeface="Calibri" panose="020F0502020204030204" pitchFamily="34" charset="0"/>
                <a:cs typeface="Calibri" panose="020F0502020204030204" pitchFamily="34" charset="0"/>
              </a:rPr>
              <a:t>latente</a:t>
            </a:r>
            <a:endParaRPr sz="118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243288" y="1565865"/>
            <a:ext cx="926080" cy="0"/>
          </a:xfrm>
          <a:custGeom>
            <a:avLst/>
            <a:gdLst/>
            <a:ahLst/>
            <a:cxnLst/>
            <a:rect l="l" t="t" r="r" b="b"/>
            <a:pathLst>
              <a:path w="1527175">
                <a:moveTo>
                  <a:pt x="0" y="0"/>
                </a:moveTo>
                <a:lnTo>
                  <a:pt x="1527003" y="0"/>
                </a:lnTo>
              </a:path>
            </a:pathLst>
          </a:custGeom>
          <a:ln w="3095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9169265" y="1532080"/>
            <a:ext cx="90105" cy="67771"/>
          </a:xfrm>
          <a:custGeom>
            <a:avLst/>
            <a:gdLst/>
            <a:ahLst/>
            <a:cxnLst/>
            <a:rect l="l" t="t" r="r" b="b"/>
            <a:pathLst>
              <a:path w="148590" h="111760">
                <a:moveTo>
                  <a:pt x="148572" y="55714"/>
                </a:moveTo>
                <a:lnTo>
                  <a:pt x="0" y="0"/>
                </a:lnTo>
                <a:lnTo>
                  <a:pt x="0" y="111429"/>
                </a:lnTo>
                <a:lnTo>
                  <a:pt x="148572" y="55714"/>
                </a:lnTo>
                <a:close/>
              </a:path>
            </a:pathLst>
          </a:custGeom>
          <a:ln w="30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7769766" y="4711136"/>
            <a:ext cx="2053549" cy="512136"/>
          </a:xfrm>
          <a:custGeom>
            <a:avLst/>
            <a:gdLst/>
            <a:ahLst/>
            <a:cxnLst/>
            <a:rect l="l" t="t" r="r" b="b"/>
            <a:pathLst>
              <a:path w="3386455" h="844550">
                <a:moveTo>
                  <a:pt x="3386424" y="0"/>
                </a:moveTo>
                <a:lnTo>
                  <a:pt x="3332955" y="51480"/>
                </a:lnTo>
                <a:lnTo>
                  <a:pt x="3279631" y="101053"/>
                </a:lnTo>
                <a:lnTo>
                  <a:pt x="3226461" y="148747"/>
                </a:lnTo>
                <a:lnTo>
                  <a:pt x="3173452" y="194589"/>
                </a:lnTo>
                <a:lnTo>
                  <a:pt x="3120609" y="238604"/>
                </a:lnTo>
                <a:lnTo>
                  <a:pt x="3067941" y="280820"/>
                </a:lnTo>
                <a:lnTo>
                  <a:pt x="3015454" y="321264"/>
                </a:lnTo>
                <a:lnTo>
                  <a:pt x="2963155" y="359963"/>
                </a:lnTo>
                <a:lnTo>
                  <a:pt x="2911051" y="396943"/>
                </a:lnTo>
                <a:lnTo>
                  <a:pt x="2859148" y="432231"/>
                </a:lnTo>
                <a:lnTo>
                  <a:pt x="2807455" y="465855"/>
                </a:lnTo>
                <a:lnTo>
                  <a:pt x="2755976" y="497841"/>
                </a:lnTo>
                <a:lnTo>
                  <a:pt x="2704721" y="528216"/>
                </a:lnTo>
                <a:lnTo>
                  <a:pt x="2653694" y="557006"/>
                </a:lnTo>
                <a:lnTo>
                  <a:pt x="2602904" y="584240"/>
                </a:lnTo>
                <a:lnTo>
                  <a:pt x="2552358" y="609943"/>
                </a:lnTo>
                <a:lnTo>
                  <a:pt x="2502061" y="634142"/>
                </a:lnTo>
                <a:lnTo>
                  <a:pt x="2452022" y="656865"/>
                </a:lnTo>
                <a:lnTo>
                  <a:pt x="2402246" y="678138"/>
                </a:lnTo>
                <a:lnTo>
                  <a:pt x="2352741" y="697988"/>
                </a:lnTo>
                <a:lnTo>
                  <a:pt x="2303515" y="716442"/>
                </a:lnTo>
                <a:lnTo>
                  <a:pt x="2254572" y="733526"/>
                </a:lnTo>
                <a:lnTo>
                  <a:pt x="2205922" y="749269"/>
                </a:lnTo>
                <a:lnTo>
                  <a:pt x="2157570" y="763696"/>
                </a:lnTo>
                <a:lnTo>
                  <a:pt x="2109523" y="776834"/>
                </a:lnTo>
                <a:lnTo>
                  <a:pt x="2061788" y="788710"/>
                </a:lnTo>
                <a:lnTo>
                  <a:pt x="2014373" y="799352"/>
                </a:lnTo>
                <a:lnTo>
                  <a:pt x="1967284" y="808785"/>
                </a:lnTo>
                <a:lnTo>
                  <a:pt x="1920528" y="817038"/>
                </a:lnTo>
                <a:lnTo>
                  <a:pt x="1874112" y="824136"/>
                </a:lnTo>
                <a:lnTo>
                  <a:pt x="1828042" y="830106"/>
                </a:lnTo>
                <a:lnTo>
                  <a:pt x="1782327" y="834977"/>
                </a:lnTo>
                <a:lnTo>
                  <a:pt x="1736972" y="838773"/>
                </a:lnTo>
                <a:lnTo>
                  <a:pt x="1691985" y="841523"/>
                </a:lnTo>
                <a:lnTo>
                  <a:pt x="1647372" y="843252"/>
                </a:lnTo>
                <a:lnTo>
                  <a:pt x="1603141" y="843989"/>
                </a:lnTo>
                <a:lnTo>
                  <a:pt x="1559297" y="843759"/>
                </a:lnTo>
                <a:lnTo>
                  <a:pt x="1515850" y="842590"/>
                </a:lnTo>
                <a:lnTo>
                  <a:pt x="1472804" y="840509"/>
                </a:lnTo>
                <a:lnTo>
                  <a:pt x="1430167" y="837541"/>
                </a:lnTo>
                <a:lnTo>
                  <a:pt x="1387946" y="833716"/>
                </a:lnTo>
                <a:lnTo>
                  <a:pt x="1346148" y="829058"/>
                </a:lnTo>
                <a:lnTo>
                  <a:pt x="1304780" y="823595"/>
                </a:lnTo>
                <a:lnTo>
                  <a:pt x="1263848" y="817354"/>
                </a:lnTo>
                <a:lnTo>
                  <a:pt x="1223360" y="810362"/>
                </a:lnTo>
                <a:lnTo>
                  <a:pt x="1183322" y="802645"/>
                </a:lnTo>
                <a:lnTo>
                  <a:pt x="1143742" y="794231"/>
                </a:lnTo>
                <a:lnTo>
                  <a:pt x="1104626" y="785146"/>
                </a:lnTo>
                <a:lnTo>
                  <a:pt x="1065981" y="775417"/>
                </a:lnTo>
                <a:lnTo>
                  <a:pt x="1027815" y="765071"/>
                </a:lnTo>
                <a:lnTo>
                  <a:pt x="990133" y="754135"/>
                </a:lnTo>
                <a:lnTo>
                  <a:pt x="952943" y="742636"/>
                </a:lnTo>
                <a:lnTo>
                  <a:pt x="916252" y="730601"/>
                </a:lnTo>
                <a:lnTo>
                  <a:pt x="880067" y="718056"/>
                </a:lnTo>
                <a:lnTo>
                  <a:pt x="809242" y="691545"/>
                </a:lnTo>
                <a:lnTo>
                  <a:pt x="740522" y="663318"/>
                </a:lnTo>
                <a:lnTo>
                  <a:pt x="673963" y="633591"/>
                </a:lnTo>
                <a:lnTo>
                  <a:pt x="609621" y="602578"/>
                </a:lnTo>
                <a:lnTo>
                  <a:pt x="547550" y="570494"/>
                </a:lnTo>
                <a:lnTo>
                  <a:pt x="487806" y="537555"/>
                </a:lnTo>
                <a:lnTo>
                  <a:pt x="430444" y="503974"/>
                </a:lnTo>
                <a:lnTo>
                  <a:pt x="375520" y="469968"/>
                </a:lnTo>
                <a:lnTo>
                  <a:pt x="323088" y="435750"/>
                </a:lnTo>
                <a:lnTo>
                  <a:pt x="273204" y="401536"/>
                </a:lnTo>
                <a:lnTo>
                  <a:pt x="225923" y="367541"/>
                </a:lnTo>
                <a:lnTo>
                  <a:pt x="181301" y="333980"/>
                </a:lnTo>
                <a:lnTo>
                  <a:pt x="139392" y="301067"/>
                </a:lnTo>
                <a:lnTo>
                  <a:pt x="100252" y="269018"/>
                </a:lnTo>
                <a:lnTo>
                  <a:pt x="63937" y="238047"/>
                </a:lnTo>
                <a:lnTo>
                  <a:pt x="30501" y="208370"/>
                </a:lnTo>
                <a:lnTo>
                  <a:pt x="14880" y="194084"/>
                </a:lnTo>
                <a:lnTo>
                  <a:pt x="0" y="180201"/>
                </a:lnTo>
              </a:path>
            </a:pathLst>
          </a:custGeom>
          <a:ln w="3095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7710929" y="4752205"/>
            <a:ext cx="84714" cy="90490"/>
          </a:xfrm>
          <a:custGeom>
            <a:avLst/>
            <a:gdLst/>
            <a:ahLst/>
            <a:cxnLst/>
            <a:rect l="l" t="t" r="r" b="b"/>
            <a:pathLst>
              <a:path w="139700" h="149225">
                <a:moveTo>
                  <a:pt x="0" y="0"/>
                </a:moveTo>
                <a:lnTo>
                  <a:pt x="54857" y="148890"/>
                </a:lnTo>
                <a:lnTo>
                  <a:pt x="139232" y="76106"/>
                </a:lnTo>
                <a:lnTo>
                  <a:pt x="0" y="0"/>
                </a:lnTo>
                <a:close/>
              </a:path>
            </a:pathLst>
          </a:custGeom>
          <a:ln w="30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9357474" y="4536173"/>
            <a:ext cx="500584" cy="89335"/>
          </a:xfrm>
          <a:custGeom>
            <a:avLst/>
            <a:gdLst/>
            <a:ahLst/>
            <a:cxnLst/>
            <a:rect l="l" t="t" r="r" b="b"/>
            <a:pathLst>
              <a:path w="825500" h="147320">
                <a:moveTo>
                  <a:pt x="823307" y="131530"/>
                </a:moveTo>
                <a:lnTo>
                  <a:pt x="824837" y="138788"/>
                </a:lnTo>
                <a:lnTo>
                  <a:pt x="824655" y="146997"/>
                </a:lnTo>
                <a:lnTo>
                  <a:pt x="825445" y="143357"/>
                </a:lnTo>
                <a:lnTo>
                  <a:pt x="824657" y="133969"/>
                </a:lnTo>
                <a:lnTo>
                  <a:pt x="823307" y="131530"/>
                </a:lnTo>
                <a:close/>
              </a:path>
              <a:path w="825500" h="147320">
                <a:moveTo>
                  <a:pt x="795035" y="96418"/>
                </a:moveTo>
                <a:lnTo>
                  <a:pt x="579868" y="96418"/>
                </a:lnTo>
                <a:lnTo>
                  <a:pt x="683807" y="97156"/>
                </a:lnTo>
                <a:lnTo>
                  <a:pt x="726148" y="98334"/>
                </a:lnTo>
                <a:lnTo>
                  <a:pt x="785211" y="103159"/>
                </a:lnTo>
                <a:lnTo>
                  <a:pt x="823307" y="131530"/>
                </a:lnTo>
                <a:lnTo>
                  <a:pt x="820930" y="120252"/>
                </a:lnTo>
                <a:lnTo>
                  <a:pt x="806252" y="100529"/>
                </a:lnTo>
                <a:lnTo>
                  <a:pt x="795035" y="96418"/>
                </a:lnTo>
                <a:close/>
              </a:path>
              <a:path w="825500" h="147320">
                <a:moveTo>
                  <a:pt x="4313" y="0"/>
                </a:moveTo>
                <a:lnTo>
                  <a:pt x="1263" y="4889"/>
                </a:lnTo>
                <a:lnTo>
                  <a:pt x="0" y="17676"/>
                </a:lnTo>
                <a:lnTo>
                  <a:pt x="5812" y="35356"/>
                </a:lnTo>
                <a:lnTo>
                  <a:pt x="59816" y="73368"/>
                </a:lnTo>
                <a:lnTo>
                  <a:pt x="118586" y="87691"/>
                </a:lnTo>
                <a:lnTo>
                  <a:pt x="205584" y="94885"/>
                </a:lnTo>
                <a:lnTo>
                  <a:pt x="267051" y="96063"/>
                </a:lnTo>
                <a:lnTo>
                  <a:pt x="394897" y="96801"/>
                </a:lnTo>
                <a:lnTo>
                  <a:pt x="795035" y="96418"/>
                </a:lnTo>
                <a:lnTo>
                  <a:pt x="774122" y="88755"/>
                </a:lnTo>
                <a:lnTo>
                  <a:pt x="754679" y="87453"/>
                </a:lnTo>
                <a:lnTo>
                  <a:pt x="724002" y="86422"/>
                </a:lnTo>
                <a:lnTo>
                  <a:pt x="338486" y="80198"/>
                </a:lnTo>
                <a:lnTo>
                  <a:pt x="279551" y="78514"/>
                </a:lnTo>
                <a:lnTo>
                  <a:pt x="224784" y="76398"/>
                </a:lnTo>
                <a:lnTo>
                  <a:pt x="175898" y="73771"/>
                </a:lnTo>
                <a:lnTo>
                  <a:pt x="134602" y="70554"/>
                </a:lnTo>
                <a:lnTo>
                  <a:pt x="59598" y="56729"/>
                </a:lnTo>
                <a:lnTo>
                  <a:pt x="19605" y="37292"/>
                </a:lnTo>
                <a:lnTo>
                  <a:pt x="2500" y="3458"/>
                </a:lnTo>
                <a:lnTo>
                  <a:pt x="43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9357472" y="4536175"/>
            <a:ext cx="500584" cy="89335"/>
          </a:xfrm>
          <a:custGeom>
            <a:avLst/>
            <a:gdLst/>
            <a:ahLst/>
            <a:cxnLst/>
            <a:rect l="l" t="t" r="r" b="b"/>
            <a:pathLst>
              <a:path w="825500" h="147320">
                <a:moveTo>
                  <a:pt x="4310" y="0"/>
                </a:moveTo>
                <a:lnTo>
                  <a:pt x="1262" y="4889"/>
                </a:lnTo>
                <a:lnTo>
                  <a:pt x="0" y="17677"/>
                </a:lnTo>
                <a:lnTo>
                  <a:pt x="5812" y="35356"/>
                </a:lnTo>
                <a:lnTo>
                  <a:pt x="59815" y="73368"/>
                </a:lnTo>
                <a:lnTo>
                  <a:pt x="118585" y="87691"/>
                </a:lnTo>
                <a:lnTo>
                  <a:pt x="205585" y="94885"/>
                </a:lnTo>
                <a:lnTo>
                  <a:pt x="267052" y="96063"/>
                </a:lnTo>
                <a:lnTo>
                  <a:pt x="330580" y="96645"/>
                </a:lnTo>
                <a:lnTo>
                  <a:pt x="394899" y="96801"/>
                </a:lnTo>
                <a:lnTo>
                  <a:pt x="458734" y="96702"/>
                </a:lnTo>
                <a:lnTo>
                  <a:pt x="520816" y="96518"/>
                </a:lnTo>
                <a:lnTo>
                  <a:pt x="579870" y="96418"/>
                </a:lnTo>
                <a:lnTo>
                  <a:pt x="634625" y="96574"/>
                </a:lnTo>
                <a:lnTo>
                  <a:pt x="683809" y="97156"/>
                </a:lnTo>
                <a:lnTo>
                  <a:pt x="726149" y="98334"/>
                </a:lnTo>
                <a:lnTo>
                  <a:pt x="785210" y="103159"/>
                </a:lnTo>
                <a:lnTo>
                  <a:pt x="824656" y="133969"/>
                </a:lnTo>
                <a:lnTo>
                  <a:pt x="825446" y="143357"/>
                </a:lnTo>
                <a:lnTo>
                  <a:pt x="824657" y="146997"/>
                </a:lnTo>
                <a:lnTo>
                  <a:pt x="824839" y="138788"/>
                </a:lnTo>
                <a:lnTo>
                  <a:pt x="820931" y="120252"/>
                </a:lnTo>
                <a:lnTo>
                  <a:pt x="774120" y="88755"/>
                </a:lnTo>
                <a:lnTo>
                  <a:pt x="724001" y="86422"/>
                </a:lnTo>
                <a:lnTo>
                  <a:pt x="683803" y="85582"/>
                </a:lnTo>
                <a:lnTo>
                  <a:pt x="635794" y="84856"/>
                </a:lnTo>
                <a:lnTo>
                  <a:pt x="581686" y="84165"/>
                </a:lnTo>
                <a:lnTo>
                  <a:pt x="523190" y="83432"/>
                </a:lnTo>
                <a:lnTo>
                  <a:pt x="462017" y="82579"/>
                </a:lnTo>
                <a:lnTo>
                  <a:pt x="399879" y="81527"/>
                </a:lnTo>
                <a:lnTo>
                  <a:pt x="338486" y="80198"/>
                </a:lnTo>
                <a:lnTo>
                  <a:pt x="279551" y="78514"/>
                </a:lnTo>
                <a:lnTo>
                  <a:pt x="224784" y="76398"/>
                </a:lnTo>
                <a:lnTo>
                  <a:pt x="175896" y="73771"/>
                </a:lnTo>
                <a:lnTo>
                  <a:pt x="134599" y="70555"/>
                </a:lnTo>
                <a:lnTo>
                  <a:pt x="59597" y="56729"/>
                </a:lnTo>
                <a:lnTo>
                  <a:pt x="19604" y="37292"/>
                </a:lnTo>
                <a:lnTo>
                  <a:pt x="2497" y="3458"/>
                </a:lnTo>
                <a:lnTo>
                  <a:pt x="4310" y="0"/>
                </a:lnTo>
                <a:close/>
              </a:path>
            </a:pathLst>
          </a:custGeom>
          <a:ln w="15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9858204" y="4536173"/>
            <a:ext cx="506360" cy="89335"/>
          </a:xfrm>
          <a:custGeom>
            <a:avLst/>
            <a:gdLst/>
            <a:ahLst/>
            <a:cxnLst/>
            <a:rect l="l" t="t" r="r" b="b"/>
            <a:pathLst>
              <a:path w="835025" h="147320">
                <a:moveTo>
                  <a:pt x="2134" y="131541"/>
                </a:moveTo>
                <a:lnTo>
                  <a:pt x="790" y="133969"/>
                </a:lnTo>
                <a:lnTo>
                  <a:pt x="0" y="143357"/>
                </a:lnTo>
                <a:lnTo>
                  <a:pt x="789" y="146997"/>
                </a:lnTo>
                <a:lnTo>
                  <a:pt x="606" y="138788"/>
                </a:lnTo>
                <a:lnTo>
                  <a:pt x="2134" y="131541"/>
                </a:lnTo>
                <a:close/>
              </a:path>
              <a:path w="835025" h="147320">
                <a:moveTo>
                  <a:pt x="830624" y="16028"/>
                </a:moveTo>
                <a:lnTo>
                  <a:pt x="767239" y="56729"/>
                </a:lnTo>
                <a:lnTo>
                  <a:pt x="690841" y="70554"/>
                </a:lnTo>
                <a:lnTo>
                  <a:pt x="649546" y="73771"/>
                </a:lnTo>
                <a:lnTo>
                  <a:pt x="600659" y="76398"/>
                </a:lnTo>
                <a:lnTo>
                  <a:pt x="545892" y="78514"/>
                </a:lnTo>
                <a:lnTo>
                  <a:pt x="486957" y="80198"/>
                </a:lnTo>
                <a:lnTo>
                  <a:pt x="101441" y="86422"/>
                </a:lnTo>
                <a:lnTo>
                  <a:pt x="70764" y="87453"/>
                </a:lnTo>
                <a:lnTo>
                  <a:pt x="51321" y="88755"/>
                </a:lnTo>
                <a:lnTo>
                  <a:pt x="19191" y="100529"/>
                </a:lnTo>
                <a:lnTo>
                  <a:pt x="4514" y="120252"/>
                </a:lnTo>
                <a:lnTo>
                  <a:pt x="2134" y="131541"/>
                </a:lnTo>
                <a:lnTo>
                  <a:pt x="7896" y="121133"/>
                </a:lnTo>
                <a:lnTo>
                  <a:pt x="26055" y="107147"/>
                </a:lnTo>
                <a:lnTo>
                  <a:pt x="65070" y="100278"/>
                </a:lnTo>
                <a:lnTo>
                  <a:pt x="141636" y="97156"/>
                </a:lnTo>
                <a:lnTo>
                  <a:pt x="519595" y="96418"/>
                </a:lnTo>
                <a:lnTo>
                  <a:pt x="558392" y="96063"/>
                </a:lnTo>
                <a:lnTo>
                  <a:pt x="619859" y="94885"/>
                </a:lnTo>
                <a:lnTo>
                  <a:pt x="706897" y="87691"/>
                </a:lnTo>
                <a:lnTo>
                  <a:pt x="765940" y="73368"/>
                </a:lnTo>
                <a:lnTo>
                  <a:pt x="802511" y="54921"/>
                </a:lnTo>
                <a:lnTo>
                  <a:pt x="830328" y="17676"/>
                </a:lnTo>
                <a:lnTo>
                  <a:pt x="830624" y="16028"/>
                </a:lnTo>
                <a:close/>
              </a:path>
              <a:path w="835025" h="147320">
                <a:moveTo>
                  <a:pt x="519595" y="96418"/>
                </a:moveTo>
                <a:lnTo>
                  <a:pt x="245576" y="96418"/>
                </a:lnTo>
                <a:lnTo>
                  <a:pt x="430546" y="96801"/>
                </a:lnTo>
                <a:lnTo>
                  <a:pt x="519595" y="96418"/>
                </a:lnTo>
                <a:close/>
              </a:path>
              <a:path w="835025" h="147320">
                <a:moveTo>
                  <a:pt x="834533" y="0"/>
                </a:moveTo>
                <a:lnTo>
                  <a:pt x="832621" y="4889"/>
                </a:lnTo>
                <a:lnTo>
                  <a:pt x="830624" y="16028"/>
                </a:lnTo>
                <a:lnTo>
                  <a:pt x="834952" y="3458"/>
                </a:lnTo>
                <a:lnTo>
                  <a:pt x="8345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9858201" y="4536175"/>
            <a:ext cx="506360" cy="89335"/>
          </a:xfrm>
          <a:custGeom>
            <a:avLst/>
            <a:gdLst/>
            <a:ahLst/>
            <a:cxnLst/>
            <a:rect l="l" t="t" r="r" b="b"/>
            <a:pathLst>
              <a:path w="835025" h="147320">
                <a:moveTo>
                  <a:pt x="834539" y="0"/>
                </a:moveTo>
                <a:lnTo>
                  <a:pt x="832625" y="4889"/>
                </a:lnTo>
                <a:lnTo>
                  <a:pt x="830332" y="17677"/>
                </a:lnTo>
                <a:lnTo>
                  <a:pt x="822136" y="35356"/>
                </a:lnTo>
                <a:lnTo>
                  <a:pt x="765944" y="73368"/>
                </a:lnTo>
                <a:lnTo>
                  <a:pt x="706901" y="87691"/>
                </a:lnTo>
                <a:lnTo>
                  <a:pt x="619863" y="94885"/>
                </a:lnTo>
                <a:lnTo>
                  <a:pt x="558395" y="96063"/>
                </a:lnTo>
                <a:lnTo>
                  <a:pt x="494866" y="96645"/>
                </a:lnTo>
                <a:lnTo>
                  <a:pt x="430548" y="96801"/>
                </a:lnTo>
                <a:lnTo>
                  <a:pt x="366712" y="96702"/>
                </a:lnTo>
                <a:lnTo>
                  <a:pt x="304631" y="96518"/>
                </a:lnTo>
                <a:lnTo>
                  <a:pt x="245576" y="96418"/>
                </a:lnTo>
                <a:lnTo>
                  <a:pt x="190821" y="96574"/>
                </a:lnTo>
                <a:lnTo>
                  <a:pt x="141637" y="97156"/>
                </a:lnTo>
                <a:lnTo>
                  <a:pt x="99297" y="98334"/>
                </a:lnTo>
                <a:lnTo>
                  <a:pt x="40236" y="103159"/>
                </a:lnTo>
                <a:lnTo>
                  <a:pt x="789" y="133969"/>
                </a:lnTo>
                <a:lnTo>
                  <a:pt x="0" y="143357"/>
                </a:lnTo>
                <a:lnTo>
                  <a:pt x="789" y="146997"/>
                </a:lnTo>
                <a:lnTo>
                  <a:pt x="607" y="138788"/>
                </a:lnTo>
                <a:lnTo>
                  <a:pt x="4515" y="120252"/>
                </a:lnTo>
                <a:lnTo>
                  <a:pt x="51325" y="88755"/>
                </a:lnTo>
                <a:lnTo>
                  <a:pt x="101445" y="86422"/>
                </a:lnTo>
                <a:lnTo>
                  <a:pt x="141643" y="85582"/>
                </a:lnTo>
                <a:lnTo>
                  <a:pt x="189652" y="84856"/>
                </a:lnTo>
                <a:lnTo>
                  <a:pt x="243760" y="84165"/>
                </a:lnTo>
                <a:lnTo>
                  <a:pt x="302257" y="83432"/>
                </a:lnTo>
                <a:lnTo>
                  <a:pt x="363430" y="82579"/>
                </a:lnTo>
                <a:lnTo>
                  <a:pt x="425568" y="81527"/>
                </a:lnTo>
                <a:lnTo>
                  <a:pt x="486960" y="80198"/>
                </a:lnTo>
                <a:lnTo>
                  <a:pt x="545896" y="78514"/>
                </a:lnTo>
                <a:lnTo>
                  <a:pt x="600663" y="76398"/>
                </a:lnTo>
                <a:lnTo>
                  <a:pt x="649550" y="73771"/>
                </a:lnTo>
                <a:lnTo>
                  <a:pt x="690846" y="70555"/>
                </a:lnTo>
                <a:lnTo>
                  <a:pt x="767243" y="56729"/>
                </a:lnTo>
                <a:lnTo>
                  <a:pt x="810561" y="37292"/>
                </a:lnTo>
                <a:lnTo>
                  <a:pt x="834959" y="3458"/>
                </a:lnTo>
                <a:lnTo>
                  <a:pt x="834539" y="0"/>
                </a:lnTo>
                <a:close/>
              </a:path>
            </a:pathLst>
          </a:custGeom>
          <a:ln w="15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7172735" y="4536173"/>
            <a:ext cx="502894" cy="89335"/>
          </a:xfrm>
          <a:custGeom>
            <a:avLst/>
            <a:gdLst/>
            <a:ahLst/>
            <a:cxnLst/>
            <a:rect l="l" t="t" r="r" b="b"/>
            <a:pathLst>
              <a:path w="829309" h="147320">
                <a:moveTo>
                  <a:pt x="826823" y="131541"/>
                </a:moveTo>
                <a:lnTo>
                  <a:pt x="828351" y="138788"/>
                </a:lnTo>
                <a:lnTo>
                  <a:pt x="828168" y="146997"/>
                </a:lnTo>
                <a:lnTo>
                  <a:pt x="828957" y="143357"/>
                </a:lnTo>
                <a:lnTo>
                  <a:pt x="828167" y="133969"/>
                </a:lnTo>
                <a:lnTo>
                  <a:pt x="826823" y="131541"/>
                </a:lnTo>
                <a:close/>
              </a:path>
              <a:path w="829309" h="147320">
                <a:moveTo>
                  <a:pt x="798548" y="96418"/>
                </a:moveTo>
                <a:lnTo>
                  <a:pt x="583381" y="96418"/>
                </a:lnTo>
                <a:lnTo>
                  <a:pt x="687321" y="97156"/>
                </a:lnTo>
                <a:lnTo>
                  <a:pt x="729661" y="98334"/>
                </a:lnTo>
                <a:lnTo>
                  <a:pt x="788724" y="103159"/>
                </a:lnTo>
                <a:lnTo>
                  <a:pt x="826823" y="131541"/>
                </a:lnTo>
                <a:lnTo>
                  <a:pt x="824443" y="120252"/>
                </a:lnTo>
                <a:lnTo>
                  <a:pt x="809765" y="100529"/>
                </a:lnTo>
                <a:lnTo>
                  <a:pt x="798548" y="96418"/>
                </a:lnTo>
                <a:close/>
              </a:path>
              <a:path w="829309" h="147320">
                <a:moveTo>
                  <a:pt x="597" y="6080"/>
                </a:moveTo>
                <a:lnTo>
                  <a:pt x="26969" y="54921"/>
                </a:lnTo>
                <a:lnTo>
                  <a:pt x="63169" y="73368"/>
                </a:lnTo>
                <a:lnTo>
                  <a:pt x="122076" y="87691"/>
                </a:lnTo>
                <a:lnTo>
                  <a:pt x="209098" y="94885"/>
                </a:lnTo>
                <a:lnTo>
                  <a:pt x="270564" y="96063"/>
                </a:lnTo>
                <a:lnTo>
                  <a:pt x="398411" y="96801"/>
                </a:lnTo>
                <a:lnTo>
                  <a:pt x="798548" y="96418"/>
                </a:lnTo>
                <a:lnTo>
                  <a:pt x="777636" y="88755"/>
                </a:lnTo>
                <a:lnTo>
                  <a:pt x="758193" y="87453"/>
                </a:lnTo>
                <a:lnTo>
                  <a:pt x="727516" y="86422"/>
                </a:lnTo>
                <a:lnTo>
                  <a:pt x="342000" y="80198"/>
                </a:lnTo>
                <a:lnTo>
                  <a:pt x="283064" y="78514"/>
                </a:lnTo>
                <a:lnTo>
                  <a:pt x="228298" y="76398"/>
                </a:lnTo>
                <a:lnTo>
                  <a:pt x="179411" y="73771"/>
                </a:lnTo>
                <a:lnTo>
                  <a:pt x="138116" y="70554"/>
                </a:lnTo>
                <a:lnTo>
                  <a:pt x="62414" y="56729"/>
                </a:lnTo>
                <a:lnTo>
                  <a:pt x="20756" y="37292"/>
                </a:lnTo>
                <a:lnTo>
                  <a:pt x="3249" y="17711"/>
                </a:lnTo>
                <a:lnTo>
                  <a:pt x="597" y="6080"/>
                </a:lnTo>
                <a:close/>
              </a:path>
              <a:path w="829309" h="147320">
                <a:moveTo>
                  <a:pt x="1115" y="0"/>
                </a:moveTo>
                <a:lnTo>
                  <a:pt x="0" y="3458"/>
                </a:lnTo>
                <a:lnTo>
                  <a:pt x="597" y="6080"/>
                </a:lnTo>
                <a:lnTo>
                  <a:pt x="549" y="4889"/>
                </a:lnTo>
                <a:lnTo>
                  <a:pt x="11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7172737" y="4536175"/>
            <a:ext cx="502894" cy="89335"/>
          </a:xfrm>
          <a:custGeom>
            <a:avLst/>
            <a:gdLst/>
            <a:ahLst/>
            <a:cxnLst/>
            <a:rect l="l" t="t" r="r" b="b"/>
            <a:pathLst>
              <a:path w="829309" h="147320">
                <a:moveTo>
                  <a:pt x="1116" y="0"/>
                </a:moveTo>
                <a:lnTo>
                  <a:pt x="549" y="4889"/>
                </a:lnTo>
                <a:lnTo>
                  <a:pt x="1064" y="17677"/>
                </a:lnTo>
                <a:lnTo>
                  <a:pt x="8068" y="35356"/>
                </a:lnTo>
                <a:lnTo>
                  <a:pt x="63166" y="73368"/>
                </a:lnTo>
                <a:lnTo>
                  <a:pt x="122072" y="87691"/>
                </a:lnTo>
                <a:lnTo>
                  <a:pt x="209091" y="94885"/>
                </a:lnTo>
                <a:lnTo>
                  <a:pt x="270558" y="96063"/>
                </a:lnTo>
                <a:lnTo>
                  <a:pt x="334087" y="96645"/>
                </a:lnTo>
                <a:lnTo>
                  <a:pt x="398406" y="96801"/>
                </a:lnTo>
                <a:lnTo>
                  <a:pt x="462242" y="96702"/>
                </a:lnTo>
                <a:lnTo>
                  <a:pt x="524323" y="96518"/>
                </a:lnTo>
                <a:lnTo>
                  <a:pt x="583377" y="96418"/>
                </a:lnTo>
                <a:lnTo>
                  <a:pt x="638133" y="96574"/>
                </a:lnTo>
                <a:lnTo>
                  <a:pt x="687316" y="97156"/>
                </a:lnTo>
                <a:lnTo>
                  <a:pt x="729657" y="98334"/>
                </a:lnTo>
                <a:lnTo>
                  <a:pt x="788718" y="103159"/>
                </a:lnTo>
                <a:lnTo>
                  <a:pt x="828163" y="133969"/>
                </a:lnTo>
                <a:lnTo>
                  <a:pt x="828953" y="143357"/>
                </a:lnTo>
                <a:lnTo>
                  <a:pt x="828163" y="146997"/>
                </a:lnTo>
                <a:lnTo>
                  <a:pt x="828345" y="138788"/>
                </a:lnTo>
                <a:lnTo>
                  <a:pt x="824437" y="120252"/>
                </a:lnTo>
                <a:lnTo>
                  <a:pt x="777627" y="88755"/>
                </a:lnTo>
                <a:lnTo>
                  <a:pt x="727507" y="86422"/>
                </a:lnTo>
                <a:lnTo>
                  <a:pt x="687309" y="85582"/>
                </a:lnTo>
                <a:lnTo>
                  <a:pt x="639300" y="84856"/>
                </a:lnTo>
                <a:lnTo>
                  <a:pt x="585192" y="84165"/>
                </a:lnTo>
                <a:lnTo>
                  <a:pt x="526696" y="83432"/>
                </a:lnTo>
                <a:lnTo>
                  <a:pt x="465524" y="82579"/>
                </a:lnTo>
                <a:lnTo>
                  <a:pt x="403385" y="81527"/>
                </a:lnTo>
                <a:lnTo>
                  <a:pt x="341993" y="80198"/>
                </a:lnTo>
                <a:lnTo>
                  <a:pt x="283058" y="78514"/>
                </a:lnTo>
                <a:lnTo>
                  <a:pt x="228291" y="76398"/>
                </a:lnTo>
                <a:lnTo>
                  <a:pt x="179404" y="73771"/>
                </a:lnTo>
                <a:lnTo>
                  <a:pt x="138107" y="70555"/>
                </a:lnTo>
                <a:lnTo>
                  <a:pt x="62408" y="56729"/>
                </a:lnTo>
                <a:lnTo>
                  <a:pt x="20752" y="37292"/>
                </a:lnTo>
                <a:lnTo>
                  <a:pt x="0" y="3458"/>
                </a:lnTo>
                <a:lnTo>
                  <a:pt x="1116" y="0"/>
                </a:lnTo>
                <a:close/>
              </a:path>
            </a:pathLst>
          </a:custGeom>
          <a:ln w="15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7675594" y="4536173"/>
            <a:ext cx="502894" cy="89335"/>
          </a:xfrm>
          <a:custGeom>
            <a:avLst/>
            <a:gdLst/>
            <a:ahLst/>
            <a:cxnLst/>
            <a:rect l="l" t="t" r="r" b="b"/>
            <a:pathLst>
              <a:path w="829309" h="147320">
                <a:moveTo>
                  <a:pt x="2138" y="131530"/>
                </a:moveTo>
                <a:lnTo>
                  <a:pt x="787" y="133969"/>
                </a:lnTo>
                <a:lnTo>
                  <a:pt x="0" y="143357"/>
                </a:lnTo>
                <a:lnTo>
                  <a:pt x="790" y="146997"/>
                </a:lnTo>
                <a:lnTo>
                  <a:pt x="608" y="138788"/>
                </a:lnTo>
                <a:lnTo>
                  <a:pt x="2138" y="131530"/>
                </a:lnTo>
                <a:close/>
              </a:path>
              <a:path w="829309" h="147320">
                <a:moveTo>
                  <a:pt x="828354" y="6070"/>
                </a:moveTo>
                <a:lnTo>
                  <a:pt x="766544" y="56729"/>
                </a:lnTo>
                <a:lnTo>
                  <a:pt x="690842" y="70554"/>
                </a:lnTo>
                <a:lnTo>
                  <a:pt x="649547" y="73771"/>
                </a:lnTo>
                <a:lnTo>
                  <a:pt x="600660" y="76398"/>
                </a:lnTo>
                <a:lnTo>
                  <a:pt x="545894" y="78514"/>
                </a:lnTo>
                <a:lnTo>
                  <a:pt x="486959" y="80198"/>
                </a:lnTo>
                <a:lnTo>
                  <a:pt x="101442" y="86422"/>
                </a:lnTo>
                <a:lnTo>
                  <a:pt x="70766" y="87453"/>
                </a:lnTo>
                <a:lnTo>
                  <a:pt x="51323" y="88755"/>
                </a:lnTo>
                <a:lnTo>
                  <a:pt x="19193" y="100529"/>
                </a:lnTo>
                <a:lnTo>
                  <a:pt x="4515" y="120252"/>
                </a:lnTo>
                <a:lnTo>
                  <a:pt x="2138" y="131530"/>
                </a:lnTo>
                <a:lnTo>
                  <a:pt x="7893" y="121133"/>
                </a:lnTo>
                <a:lnTo>
                  <a:pt x="26056" y="107147"/>
                </a:lnTo>
                <a:lnTo>
                  <a:pt x="65072" y="100278"/>
                </a:lnTo>
                <a:lnTo>
                  <a:pt x="141638" y="97156"/>
                </a:lnTo>
                <a:lnTo>
                  <a:pt x="519597" y="96418"/>
                </a:lnTo>
                <a:lnTo>
                  <a:pt x="558394" y="96063"/>
                </a:lnTo>
                <a:lnTo>
                  <a:pt x="619860" y="94885"/>
                </a:lnTo>
                <a:lnTo>
                  <a:pt x="706879" y="87691"/>
                </a:lnTo>
                <a:lnTo>
                  <a:pt x="765785" y="73368"/>
                </a:lnTo>
                <a:lnTo>
                  <a:pt x="801985" y="54921"/>
                </a:lnTo>
                <a:lnTo>
                  <a:pt x="827887" y="17676"/>
                </a:lnTo>
                <a:lnTo>
                  <a:pt x="828354" y="6070"/>
                </a:lnTo>
                <a:close/>
              </a:path>
              <a:path w="829309" h="147320">
                <a:moveTo>
                  <a:pt x="519597" y="96418"/>
                </a:moveTo>
                <a:lnTo>
                  <a:pt x="245577" y="96418"/>
                </a:lnTo>
                <a:lnTo>
                  <a:pt x="430548" y="96801"/>
                </a:lnTo>
                <a:lnTo>
                  <a:pt x="519597" y="96418"/>
                </a:lnTo>
                <a:close/>
              </a:path>
              <a:path w="829309" h="147320">
                <a:moveTo>
                  <a:pt x="827833" y="0"/>
                </a:moveTo>
                <a:lnTo>
                  <a:pt x="828235" y="3458"/>
                </a:lnTo>
                <a:lnTo>
                  <a:pt x="828354" y="6070"/>
                </a:lnTo>
                <a:lnTo>
                  <a:pt x="828949" y="3458"/>
                </a:lnTo>
                <a:lnTo>
                  <a:pt x="827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7675593" y="4536175"/>
            <a:ext cx="502894" cy="89335"/>
          </a:xfrm>
          <a:custGeom>
            <a:avLst/>
            <a:gdLst/>
            <a:ahLst/>
            <a:cxnLst/>
            <a:rect l="l" t="t" r="r" b="b"/>
            <a:pathLst>
              <a:path w="829309" h="147320">
                <a:moveTo>
                  <a:pt x="827837" y="0"/>
                </a:moveTo>
                <a:lnTo>
                  <a:pt x="828404" y="4889"/>
                </a:lnTo>
                <a:lnTo>
                  <a:pt x="827888" y="17677"/>
                </a:lnTo>
                <a:lnTo>
                  <a:pt x="820884" y="35356"/>
                </a:lnTo>
                <a:lnTo>
                  <a:pt x="765786" y="73368"/>
                </a:lnTo>
                <a:lnTo>
                  <a:pt x="706880" y="87691"/>
                </a:lnTo>
                <a:lnTo>
                  <a:pt x="619861" y="94885"/>
                </a:lnTo>
                <a:lnTo>
                  <a:pt x="558394" y="96063"/>
                </a:lnTo>
                <a:lnTo>
                  <a:pt x="494865" y="96645"/>
                </a:lnTo>
                <a:lnTo>
                  <a:pt x="430546" y="96801"/>
                </a:lnTo>
                <a:lnTo>
                  <a:pt x="366710" y="96702"/>
                </a:lnTo>
                <a:lnTo>
                  <a:pt x="304629" y="96518"/>
                </a:lnTo>
                <a:lnTo>
                  <a:pt x="245575" y="96418"/>
                </a:lnTo>
                <a:lnTo>
                  <a:pt x="190820" y="96574"/>
                </a:lnTo>
                <a:lnTo>
                  <a:pt x="141636" y="97156"/>
                </a:lnTo>
                <a:lnTo>
                  <a:pt x="99295" y="98334"/>
                </a:lnTo>
                <a:lnTo>
                  <a:pt x="40234" y="103159"/>
                </a:lnTo>
                <a:lnTo>
                  <a:pt x="789" y="133969"/>
                </a:lnTo>
                <a:lnTo>
                  <a:pt x="0" y="143357"/>
                </a:lnTo>
                <a:lnTo>
                  <a:pt x="789" y="146997"/>
                </a:lnTo>
                <a:lnTo>
                  <a:pt x="607" y="138788"/>
                </a:lnTo>
                <a:lnTo>
                  <a:pt x="4515" y="120252"/>
                </a:lnTo>
                <a:lnTo>
                  <a:pt x="51325" y="88755"/>
                </a:lnTo>
                <a:lnTo>
                  <a:pt x="101445" y="86422"/>
                </a:lnTo>
                <a:lnTo>
                  <a:pt x="141643" y="85582"/>
                </a:lnTo>
                <a:lnTo>
                  <a:pt x="189652" y="84856"/>
                </a:lnTo>
                <a:lnTo>
                  <a:pt x="243760" y="84165"/>
                </a:lnTo>
                <a:lnTo>
                  <a:pt x="302256" y="83432"/>
                </a:lnTo>
                <a:lnTo>
                  <a:pt x="363429" y="82579"/>
                </a:lnTo>
                <a:lnTo>
                  <a:pt x="425567" y="81527"/>
                </a:lnTo>
                <a:lnTo>
                  <a:pt x="486959" y="80198"/>
                </a:lnTo>
                <a:lnTo>
                  <a:pt x="545894" y="78514"/>
                </a:lnTo>
                <a:lnTo>
                  <a:pt x="600661" y="76398"/>
                </a:lnTo>
                <a:lnTo>
                  <a:pt x="649549" y="73771"/>
                </a:lnTo>
                <a:lnTo>
                  <a:pt x="690845" y="70555"/>
                </a:lnTo>
                <a:lnTo>
                  <a:pt x="766545" y="56729"/>
                </a:lnTo>
                <a:lnTo>
                  <a:pt x="808200" y="37292"/>
                </a:lnTo>
                <a:lnTo>
                  <a:pt x="828953" y="3458"/>
                </a:lnTo>
                <a:lnTo>
                  <a:pt x="827837" y="0"/>
                </a:lnTo>
                <a:close/>
              </a:path>
            </a:pathLst>
          </a:custGeom>
          <a:ln w="15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 txBox="1"/>
          <p:nvPr/>
        </p:nvSpPr>
        <p:spPr>
          <a:xfrm>
            <a:off x="6891242" y="720211"/>
            <a:ext cx="3884531" cy="449171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340012" marR="3081" indent="-332695">
              <a:lnSpc>
                <a:spcPct val="101600"/>
              </a:lnSpc>
              <a:spcBef>
                <a:spcPts val="55"/>
              </a:spcBef>
            </a:pPr>
            <a:r>
              <a:rPr sz="1455" spc="58" dirty="0">
                <a:latin typeface="Cambria"/>
                <a:cs typeface="Cambria"/>
              </a:rPr>
              <a:t>Hipotetizamos </a:t>
            </a:r>
            <a:r>
              <a:rPr sz="1455" spc="115" dirty="0">
                <a:latin typeface="Cambria"/>
                <a:cs typeface="Cambria"/>
              </a:rPr>
              <a:t>que </a:t>
            </a:r>
            <a:r>
              <a:rPr sz="1455" spc="82" dirty="0">
                <a:latin typeface="Cambria"/>
                <a:cs typeface="Cambria"/>
              </a:rPr>
              <a:t>el </a:t>
            </a:r>
            <a:r>
              <a:rPr sz="1455" spc="24" dirty="0">
                <a:latin typeface="Cambria"/>
                <a:cs typeface="Cambria"/>
              </a:rPr>
              <a:t>atributo </a:t>
            </a:r>
            <a:r>
              <a:rPr sz="1455" spc="58" dirty="0">
                <a:latin typeface="Cambria"/>
                <a:cs typeface="Cambria"/>
              </a:rPr>
              <a:t>latente</a:t>
            </a:r>
            <a:r>
              <a:rPr sz="1455" spc="-55" dirty="0">
                <a:latin typeface="Cambria"/>
                <a:cs typeface="Cambria"/>
              </a:rPr>
              <a:t> </a:t>
            </a:r>
            <a:r>
              <a:rPr sz="1455" spc="64" dirty="0">
                <a:latin typeface="Cambria"/>
                <a:cs typeface="Cambria"/>
              </a:rPr>
              <a:t>explica  </a:t>
            </a:r>
            <a:r>
              <a:rPr sz="1455" spc="91" dirty="0">
                <a:latin typeface="Cambria"/>
                <a:cs typeface="Cambria"/>
              </a:rPr>
              <a:t>cambios </a:t>
            </a:r>
            <a:r>
              <a:rPr sz="1455" spc="103" dirty="0">
                <a:latin typeface="Cambria"/>
                <a:cs typeface="Cambria"/>
              </a:rPr>
              <a:t>en </a:t>
            </a:r>
            <a:r>
              <a:rPr sz="1455" spc="55" dirty="0">
                <a:latin typeface="Cambria"/>
                <a:cs typeface="Cambria"/>
              </a:rPr>
              <a:t>indicadores</a:t>
            </a:r>
            <a:r>
              <a:rPr sz="1455" spc="-42" dirty="0">
                <a:latin typeface="Cambria"/>
                <a:cs typeface="Cambria"/>
              </a:rPr>
              <a:t> </a:t>
            </a:r>
            <a:r>
              <a:rPr sz="1455" spc="73" dirty="0">
                <a:latin typeface="Cambria"/>
                <a:cs typeface="Cambria"/>
              </a:rPr>
              <a:t>observables.</a:t>
            </a:r>
            <a:endParaRPr sz="1455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71806" y="5427408"/>
            <a:ext cx="3523341" cy="677567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316" marR="3081" algn="ctr">
              <a:lnSpc>
                <a:spcPct val="101600"/>
              </a:lnSpc>
              <a:spcBef>
                <a:spcPts val="55"/>
              </a:spcBef>
            </a:pPr>
            <a:r>
              <a:rPr sz="1455" spc="100" dirty="0">
                <a:latin typeface="Cambria"/>
                <a:cs typeface="Cambria"/>
              </a:rPr>
              <a:t>Dado </a:t>
            </a:r>
            <a:r>
              <a:rPr sz="1455" spc="115" dirty="0">
                <a:latin typeface="Cambria"/>
                <a:cs typeface="Cambria"/>
              </a:rPr>
              <a:t>esa </a:t>
            </a:r>
            <a:r>
              <a:rPr sz="1455" spc="42" dirty="0">
                <a:latin typeface="Cambria"/>
                <a:cs typeface="Cambria"/>
              </a:rPr>
              <a:t>hipótesis, </a:t>
            </a:r>
            <a:r>
              <a:rPr sz="1455" spc="115" dirty="0">
                <a:latin typeface="Cambria"/>
                <a:cs typeface="Cambria"/>
              </a:rPr>
              <a:t>hacemos</a:t>
            </a:r>
            <a:r>
              <a:rPr sz="1455" spc="-33" dirty="0">
                <a:latin typeface="Cambria"/>
                <a:cs typeface="Cambria"/>
              </a:rPr>
              <a:t> </a:t>
            </a:r>
            <a:r>
              <a:rPr sz="1455" spc="42" dirty="0">
                <a:latin typeface="Cambria"/>
                <a:cs typeface="Cambria"/>
              </a:rPr>
              <a:t>inferencias  </a:t>
            </a:r>
            <a:r>
              <a:rPr sz="1455" spc="69" dirty="0">
                <a:latin typeface="Cambria"/>
                <a:cs typeface="Cambria"/>
              </a:rPr>
              <a:t>sobre </a:t>
            </a:r>
            <a:r>
              <a:rPr sz="1455" spc="82" dirty="0">
                <a:latin typeface="Cambria"/>
                <a:cs typeface="Cambria"/>
              </a:rPr>
              <a:t>el </a:t>
            </a:r>
            <a:r>
              <a:rPr sz="1455" spc="24" dirty="0">
                <a:latin typeface="Cambria"/>
                <a:cs typeface="Cambria"/>
              </a:rPr>
              <a:t>atributo </a:t>
            </a:r>
            <a:r>
              <a:rPr sz="1455" spc="58" dirty="0">
                <a:latin typeface="Cambria"/>
                <a:cs typeface="Cambria"/>
              </a:rPr>
              <a:t>latente </a:t>
            </a:r>
            <a:r>
              <a:rPr sz="1455" spc="103" dirty="0">
                <a:latin typeface="Cambria"/>
                <a:cs typeface="Cambria"/>
              </a:rPr>
              <a:t>en </a:t>
            </a:r>
            <a:r>
              <a:rPr sz="1455" spc="115" dirty="0">
                <a:latin typeface="Cambria"/>
                <a:cs typeface="Cambria"/>
              </a:rPr>
              <a:t>base </a:t>
            </a:r>
            <a:r>
              <a:rPr sz="1455" spc="94" dirty="0">
                <a:latin typeface="Cambria"/>
                <a:cs typeface="Cambria"/>
              </a:rPr>
              <a:t>a </a:t>
            </a:r>
            <a:r>
              <a:rPr sz="1455" spc="112" dirty="0">
                <a:latin typeface="Cambria"/>
                <a:cs typeface="Cambria"/>
              </a:rPr>
              <a:t>esos  </a:t>
            </a:r>
            <a:r>
              <a:rPr sz="1455" spc="49" dirty="0">
                <a:latin typeface="Cambria"/>
                <a:cs typeface="Cambria"/>
              </a:rPr>
              <a:t>indicadores.</a:t>
            </a:r>
            <a:endParaRPr sz="1455">
              <a:latin typeface="Cambria"/>
              <a:cs typeface="Cambri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294904" y="2235798"/>
            <a:ext cx="976909" cy="1003478"/>
          </a:xfrm>
          <a:custGeom>
            <a:avLst/>
            <a:gdLst/>
            <a:ahLst/>
            <a:cxnLst/>
            <a:rect l="l" t="t" r="r" b="b"/>
            <a:pathLst>
              <a:path w="1610994" h="1654810">
                <a:moveTo>
                  <a:pt x="0" y="1654440"/>
                </a:moveTo>
                <a:lnTo>
                  <a:pt x="1610600" y="0"/>
                </a:lnTo>
              </a:path>
            </a:pathLst>
          </a:custGeom>
          <a:ln w="3095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9247365" y="2171242"/>
            <a:ext cx="87410" cy="88180"/>
          </a:xfrm>
          <a:custGeom>
            <a:avLst/>
            <a:gdLst/>
            <a:ahLst/>
            <a:cxnLst/>
            <a:rect l="l" t="t" r="r" b="b"/>
            <a:pathLst>
              <a:path w="144144" h="145414">
                <a:moveTo>
                  <a:pt x="143560" y="0"/>
                </a:moveTo>
                <a:lnTo>
                  <a:pt x="0" y="67594"/>
                </a:lnTo>
                <a:lnTo>
                  <a:pt x="79843" y="145322"/>
                </a:lnTo>
                <a:lnTo>
                  <a:pt x="143560" y="0"/>
                </a:lnTo>
                <a:close/>
              </a:path>
            </a:pathLst>
          </a:custGeom>
          <a:ln w="30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8294904" y="2644577"/>
            <a:ext cx="958426" cy="594540"/>
          </a:xfrm>
          <a:custGeom>
            <a:avLst/>
            <a:gdLst/>
            <a:ahLst/>
            <a:cxnLst/>
            <a:rect l="l" t="t" r="r" b="b"/>
            <a:pathLst>
              <a:path w="1580515" h="980439">
                <a:moveTo>
                  <a:pt x="0" y="980334"/>
                </a:moveTo>
                <a:lnTo>
                  <a:pt x="1580212" y="0"/>
                </a:lnTo>
              </a:path>
            </a:pathLst>
          </a:custGeom>
          <a:ln w="3095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9235336" y="2597080"/>
            <a:ext cx="94726" cy="76243"/>
          </a:xfrm>
          <a:custGeom>
            <a:avLst/>
            <a:gdLst/>
            <a:ahLst/>
            <a:cxnLst/>
            <a:rect l="l" t="t" r="r" b="b"/>
            <a:pathLst>
              <a:path w="156209" h="125729">
                <a:moveTo>
                  <a:pt x="155622" y="0"/>
                </a:moveTo>
                <a:lnTo>
                  <a:pt x="0" y="30980"/>
                </a:lnTo>
                <a:lnTo>
                  <a:pt x="58741" y="125667"/>
                </a:lnTo>
                <a:lnTo>
                  <a:pt x="155622" y="0"/>
                </a:lnTo>
                <a:close/>
              </a:path>
            </a:pathLst>
          </a:custGeom>
          <a:ln w="30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8294905" y="3037741"/>
            <a:ext cx="943023" cy="201389"/>
          </a:xfrm>
          <a:custGeom>
            <a:avLst/>
            <a:gdLst/>
            <a:ahLst/>
            <a:cxnLst/>
            <a:rect l="l" t="t" r="r" b="b"/>
            <a:pathLst>
              <a:path w="1555115" h="332104">
                <a:moveTo>
                  <a:pt x="0" y="331978"/>
                </a:moveTo>
                <a:lnTo>
                  <a:pt x="1554619" y="0"/>
                </a:lnTo>
              </a:path>
            </a:pathLst>
          </a:custGeom>
          <a:ln w="3095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9230572" y="3004700"/>
            <a:ext cx="95496" cy="66231"/>
          </a:xfrm>
          <a:custGeom>
            <a:avLst/>
            <a:gdLst/>
            <a:ahLst/>
            <a:cxnLst/>
            <a:rect l="l" t="t" r="r" b="b"/>
            <a:pathLst>
              <a:path w="157480" h="109220">
                <a:moveTo>
                  <a:pt x="156931" y="23459"/>
                </a:moveTo>
                <a:lnTo>
                  <a:pt x="0" y="0"/>
                </a:lnTo>
                <a:lnTo>
                  <a:pt x="23270" y="108973"/>
                </a:lnTo>
                <a:lnTo>
                  <a:pt x="156931" y="23459"/>
                </a:lnTo>
                <a:close/>
              </a:path>
            </a:pathLst>
          </a:custGeom>
          <a:ln w="30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8294905" y="3239052"/>
            <a:ext cx="942253" cy="182136"/>
          </a:xfrm>
          <a:custGeom>
            <a:avLst/>
            <a:gdLst/>
            <a:ahLst/>
            <a:cxnLst/>
            <a:rect l="l" t="t" r="r" b="b"/>
            <a:pathLst>
              <a:path w="1553844" h="300354">
                <a:moveTo>
                  <a:pt x="0" y="0"/>
                </a:moveTo>
                <a:lnTo>
                  <a:pt x="1553845" y="300352"/>
                </a:lnTo>
              </a:path>
            </a:pathLst>
          </a:custGeom>
          <a:ln w="3095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9230746" y="3388015"/>
            <a:ext cx="95111" cy="66616"/>
          </a:xfrm>
          <a:custGeom>
            <a:avLst/>
            <a:gdLst/>
            <a:ahLst/>
            <a:cxnLst/>
            <a:rect l="l" t="t" r="r" b="b"/>
            <a:pathLst>
              <a:path w="156844" h="109854">
                <a:moveTo>
                  <a:pt x="156445" y="82898"/>
                </a:moveTo>
                <a:lnTo>
                  <a:pt x="21146" y="0"/>
                </a:lnTo>
                <a:lnTo>
                  <a:pt x="0" y="109403"/>
                </a:lnTo>
                <a:lnTo>
                  <a:pt x="156445" y="82898"/>
                </a:lnTo>
                <a:close/>
              </a:path>
            </a:pathLst>
          </a:custGeom>
          <a:ln w="30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8294904" y="3239052"/>
            <a:ext cx="957656" cy="574516"/>
          </a:xfrm>
          <a:custGeom>
            <a:avLst/>
            <a:gdLst/>
            <a:ahLst/>
            <a:cxnLst/>
            <a:rect l="l" t="t" r="r" b="b"/>
            <a:pathLst>
              <a:path w="1579244" h="947420">
                <a:moveTo>
                  <a:pt x="0" y="0"/>
                </a:moveTo>
                <a:lnTo>
                  <a:pt x="1578679" y="947419"/>
                </a:lnTo>
              </a:path>
            </a:pathLst>
          </a:custGeom>
          <a:ln w="3095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9234832" y="3784599"/>
            <a:ext cx="94726" cy="75473"/>
          </a:xfrm>
          <a:custGeom>
            <a:avLst/>
            <a:gdLst/>
            <a:ahLst/>
            <a:cxnLst/>
            <a:rect l="l" t="t" r="r" b="b"/>
            <a:pathLst>
              <a:path w="156209" h="124460">
                <a:moveTo>
                  <a:pt x="156061" y="124225"/>
                </a:moveTo>
                <a:lnTo>
                  <a:pt x="57338" y="0"/>
                </a:lnTo>
                <a:lnTo>
                  <a:pt x="0" y="95544"/>
                </a:lnTo>
                <a:lnTo>
                  <a:pt x="156061" y="124225"/>
                </a:lnTo>
                <a:close/>
              </a:path>
            </a:pathLst>
          </a:custGeom>
          <a:ln w="30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8294904" y="3239052"/>
            <a:ext cx="976139" cy="982685"/>
          </a:xfrm>
          <a:custGeom>
            <a:avLst/>
            <a:gdLst/>
            <a:ahLst/>
            <a:cxnLst/>
            <a:rect l="l" t="t" r="r" b="b"/>
            <a:pathLst>
              <a:path w="1609725" h="1620520">
                <a:moveTo>
                  <a:pt x="0" y="0"/>
                </a:moveTo>
                <a:lnTo>
                  <a:pt x="1609182" y="1620404"/>
                </a:lnTo>
              </a:path>
            </a:pathLst>
          </a:custGeom>
          <a:ln w="3095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9246741" y="4197860"/>
            <a:ext cx="87795" cy="87795"/>
          </a:xfrm>
          <a:custGeom>
            <a:avLst/>
            <a:gdLst/>
            <a:ahLst/>
            <a:cxnLst/>
            <a:rect l="l" t="t" r="r" b="b"/>
            <a:pathLst>
              <a:path w="144780" h="144779">
                <a:moveTo>
                  <a:pt x="144223" y="144680"/>
                </a:moveTo>
                <a:lnTo>
                  <a:pt x="79065" y="0"/>
                </a:lnTo>
                <a:lnTo>
                  <a:pt x="0" y="78519"/>
                </a:lnTo>
                <a:lnTo>
                  <a:pt x="144223" y="144680"/>
                </a:lnTo>
                <a:close/>
              </a:path>
            </a:pathLst>
          </a:custGeom>
          <a:ln w="30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0713" y="1744776"/>
            <a:ext cx="10377490" cy="4223512"/>
          </a:xfrm>
          <a:prstGeom prst="rect">
            <a:avLst/>
          </a:prstGeom>
        </p:spPr>
        <p:txBody>
          <a:bodyPr vert="horz" wrap="square" lIns="0" tIns="64691" rIns="0" bIns="0" rtlCol="0">
            <a:spAutoFit/>
          </a:bodyPr>
          <a:lstStyle/>
          <a:p>
            <a:pPr marL="7701">
              <a:spcBef>
                <a:spcPts val="509"/>
              </a:spcBef>
            </a:pPr>
            <a:r>
              <a:rPr sz="2001" spc="167" dirty="0">
                <a:latin typeface="Calibri" panose="020F0502020204030204" pitchFamily="34" charset="0"/>
                <a:cs typeface="Calibri" panose="020F0502020204030204" pitchFamily="34" charset="0"/>
              </a:rPr>
              <a:t>NUESTRO</a:t>
            </a:r>
            <a:r>
              <a:rPr sz="2001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9" dirty="0">
                <a:latin typeface="Calibri" panose="020F0502020204030204" pitchFamily="34" charset="0"/>
                <a:cs typeface="Calibri" panose="020F0502020204030204" pitchFamily="34" charset="0"/>
              </a:rPr>
              <a:t>PUNTO</a:t>
            </a:r>
            <a:r>
              <a:rPr sz="2001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7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1" dirty="0">
                <a:latin typeface="Calibri" panose="020F0502020204030204" pitchFamily="34" charset="0"/>
                <a:cs typeface="Calibri" panose="020F0502020204030204" pitchFamily="34" charset="0"/>
              </a:rPr>
              <a:t>PARTIDA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772823">
              <a:lnSpc>
                <a:spcPts val="2352"/>
              </a:lnSpc>
              <a:spcBef>
                <a:spcPts val="567"/>
              </a:spcBef>
            </a:pP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punto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" dirty="0">
                <a:latin typeface="Calibri" panose="020F0502020204030204" pitchFamily="34" charset="0"/>
                <a:cs typeface="Calibri" panose="020F0502020204030204" pitchFamily="34" charset="0"/>
              </a:rPr>
              <a:t>partida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todo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9" dirty="0">
                <a:latin typeface="Calibri" panose="020F0502020204030204" pitchFamily="34" charset="0"/>
                <a:cs typeface="Calibri" panose="020F0502020204030204" pitchFamily="34" charset="0"/>
              </a:rPr>
              <a:t>proceso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49" dirty="0">
                <a:latin typeface="Calibri" panose="020F0502020204030204" pitchFamily="34" charset="0"/>
                <a:cs typeface="Calibri" panose="020F0502020204030204" pitchFamily="34" charset="0"/>
              </a:rPr>
              <a:t>atributo,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general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tipo  </a:t>
            </a:r>
            <a:r>
              <a:rPr sz="2001" spc="-49" dirty="0">
                <a:latin typeface="Calibri" panose="020F0502020204030204" pitchFamily="34" charset="0"/>
                <a:cs typeface="Calibri" panose="020F0502020204030204" pitchFamily="34" charset="0"/>
              </a:rPr>
              <a:t>latente,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001" spc="115" dirty="0" err="1">
                <a:latin typeface="Calibri" panose="020F0502020204030204" pitchFamily="34" charset="0"/>
                <a:cs typeface="Calibri" panose="020F0502020204030204" pitchFamily="34" charset="0"/>
              </a:rPr>
              <a:t>nos</a:t>
            </a:r>
            <a:r>
              <a:rPr lang="es-ES"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42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dirty="0">
                <a:latin typeface="Calibri" panose="020F0502020204030204" pitchFamily="34" charset="0"/>
                <a:cs typeface="Calibri" panose="020F0502020204030204" pitchFamily="34" charset="0"/>
              </a:rPr>
              <a:t>interesa </a:t>
            </a:r>
            <a:r>
              <a:rPr sz="2001" spc="-45" dirty="0">
                <a:latin typeface="Calibri" panose="020F0502020204030204" pitchFamily="34" charset="0"/>
                <a:cs typeface="Calibri" panose="020F0502020204030204" pitchFamily="34" charset="0"/>
              </a:rPr>
              <a:t>medir.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1"/>
              </a:spcBef>
            </a:pPr>
            <a:endParaRPr sz="275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/>
            <a:r>
              <a:rPr sz="2001" spc="152" dirty="0">
                <a:latin typeface="Calibri" panose="020F0502020204030204" pitchFamily="34" charset="0"/>
                <a:cs typeface="Calibri" panose="020F0502020204030204" pitchFamily="34" charset="0"/>
              </a:rPr>
              <a:t>NECESITAMOS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3" dirty="0">
                <a:latin typeface="Calibri" panose="020F0502020204030204" pitchFamily="34" charset="0"/>
                <a:cs typeface="Calibri" panose="020F0502020204030204" pitchFamily="34" charset="0"/>
              </a:rPr>
              <a:t>INFORMACI</a:t>
            </a:r>
            <a:r>
              <a:rPr lang="es-MX" sz="2001" spc="143" dirty="0" err="1">
                <a:latin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sz="2001" spc="143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76" dirty="0">
                <a:latin typeface="Calibri" panose="020F0502020204030204" pitchFamily="34" charset="0"/>
                <a:cs typeface="Calibri" panose="020F0502020204030204" pitchFamily="34" charset="0"/>
              </a:rPr>
              <a:t>SOBRE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9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2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8" dirty="0"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LATENTE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>
              <a:lnSpc>
                <a:spcPts val="2352"/>
              </a:lnSpc>
              <a:spcBef>
                <a:spcPts val="567"/>
              </a:spcBef>
            </a:pP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Ya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suponemos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existencia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observable,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al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diseñar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instrumento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8" dirty="0">
                <a:latin typeface="Calibri" panose="020F0502020204030204" pitchFamily="34" charset="0"/>
                <a:cs typeface="Calibri" panose="020F0502020204030204" pitchFamily="34" charset="0"/>
              </a:rPr>
              <a:t>queremos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saber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lo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4" dirty="0">
                <a:latin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8" dirty="0">
                <a:latin typeface="Calibri" panose="020F0502020204030204" pitchFamily="34" charset="0"/>
                <a:cs typeface="Calibri" panose="020F0502020204030204" pitchFamily="34" charset="0"/>
              </a:rPr>
              <a:t>posible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respecto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al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49" dirty="0">
                <a:latin typeface="Calibri" panose="020F0502020204030204" pitchFamily="34" charset="0"/>
                <a:cs typeface="Calibri" panose="020F0502020204030204" pitchFamily="34" charset="0"/>
              </a:rPr>
              <a:t>interés.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1"/>
              </a:spcBef>
            </a:pPr>
            <a:endParaRPr sz="275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/>
            <a:r>
              <a:rPr sz="2001" spc="215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2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TEORÍA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0" dirty="0">
                <a:latin typeface="Calibri" panose="020F0502020204030204" pitchFamily="34" charset="0"/>
                <a:cs typeface="Calibri" panose="020F0502020204030204" pitchFamily="34" charset="0"/>
              </a:rPr>
              <a:t>GUÍA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67" dirty="0">
                <a:latin typeface="Calibri" panose="020F0502020204030204" pitchFamily="34" charset="0"/>
                <a:cs typeface="Calibri" panose="020F0502020204030204" pitchFamily="34" charset="0"/>
              </a:rPr>
              <a:t>NUESTRA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9" dirty="0">
                <a:latin typeface="Calibri" panose="020F0502020204030204" pitchFamily="34" charset="0"/>
                <a:cs typeface="Calibri" panose="020F0502020204030204" pitchFamily="34" charset="0"/>
              </a:rPr>
              <a:t>SELECCIÓN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7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9" dirty="0">
                <a:latin typeface="Calibri" panose="020F0502020204030204" pitchFamily="34" charset="0"/>
                <a:cs typeface="Calibri" panose="020F0502020204030204" pitchFamily="34" charset="0"/>
              </a:rPr>
              <a:t>INDICADORES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64" dirty="0">
                <a:latin typeface="Calibri" panose="020F0502020204030204" pitchFamily="34" charset="0"/>
                <a:cs typeface="Calibri" panose="020F0502020204030204" pitchFamily="34" charset="0"/>
              </a:rPr>
              <a:t>OBSERVABLES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150560">
              <a:lnSpc>
                <a:spcPts val="2352"/>
              </a:lnSpc>
              <a:spcBef>
                <a:spcPts val="567"/>
              </a:spcBef>
            </a:pP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Idealmente, </a:t>
            </a:r>
            <a:r>
              <a:rPr sz="2001" spc="88" dirty="0">
                <a:latin typeface="Calibri" panose="020F0502020204030204" pitchFamily="34" charset="0"/>
                <a:cs typeface="Calibri" panose="020F0502020204030204" pitchFamily="34" charset="0"/>
              </a:rPr>
              <a:t>queremos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contar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con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una </a:t>
            </a:r>
            <a:r>
              <a:rPr sz="2001" spc="-21" dirty="0">
                <a:latin typeface="Calibri" panose="020F0502020204030204" pitchFamily="34" charset="0"/>
                <a:cs typeface="Calibri" panose="020F0502020204030204" pitchFamily="34" charset="0"/>
              </a:rPr>
              <a:t>teoría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bien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establecida,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con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soporte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empírico 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documentado,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caracterice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4" dirty="0">
                <a:latin typeface="Calibri" panose="020F0502020204030204" pitchFamily="34" charset="0"/>
                <a:cs typeface="Calibri" panose="020F0502020204030204" pitchFamily="34" charset="0"/>
              </a:rPr>
              <a:t>cómo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001" spc="-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observable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maniﬁesta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través 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indicadores</a:t>
            </a:r>
            <a:r>
              <a:rPr sz="2001" spc="-29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observables.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5618092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94" dirty="0">
                <a:latin typeface="Calibri" panose="020F0502020204030204" pitchFamily="34" charset="0"/>
              </a:rPr>
              <a:t>El </a:t>
            </a:r>
            <a:r>
              <a:rPr sz="4487" spc="-27" dirty="0">
                <a:latin typeface="Calibri" panose="020F0502020204030204" pitchFamily="34" charset="0"/>
              </a:rPr>
              <a:t>atributo </a:t>
            </a:r>
            <a:r>
              <a:rPr sz="4487" spc="179" dirty="0">
                <a:latin typeface="Calibri" panose="020F0502020204030204" pitchFamily="34" charset="0"/>
              </a:rPr>
              <a:t>de</a:t>
            </a:r>
            <a:r>
              <a:rPr sz="4487" spc="-952" dirty="0">
                <a:latin typeface="Calibri" panose="020F0502020204030204" pitchFamily="34" charset="0"/>
              </a:rPr>
              <a:t> </a:t>
            </a:r>
            <a:r>
              <a:rPr sz="4487" spc="-42" dirty="0">
                <a:latin typeface="Calibri" panose="020F0502020204030204" pitchFamily="34" charset="0"/>
              </a:rPr>
              <a:t>interés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45" dirty="0">
                <a:latin typeface="Calibri" panose="020F0502020204030204" pitchFamily="34" charset="0"/>
              </a:rPr>
              <a:t>¿Qué</a:t>
            </a:r>
            <a:r>
              <a:rPr sz="1728" spc="-94" dirty="0">
                <a:latin typeface="Calibri" panose="020F0502020204030204" pitchFamily="34" charset="0"/>
              </a:rPr>
              <a:t> </a:t>
            </a:r>
            <a:r>
              <a:rPr sz="1728" spc="85" dirty="0">
                <a:latin typeface="Calibri" panose="020F0502020204030204" pitchFamily="34" charset="0"/>
              </a:rPr>
              <a:t>es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45" dirty="0">
                <a:latin typeface="Calibri" panose="020F0502020204030204" pitchFamily="34" charset="0"/>
              </a:rPr>
              <a:t>lo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61" dirty="0">
                <a:latin typeface="Calibri" panose="020F0502020204030204" pitchFamily="34" charset="0"/>
              </a:rPr>
              <a:t>que</a:t>
            </a:r>
            <a:r>
              <a:rPr sz="1728" spc="-94" dirty="0">
                <a:latin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</a:rPr>
              <a:t>queremos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33" dirty="0">
                <a:latin typeface="Calibri" panose="020F0502020204030204" pitchFamily="34" charset="0"/>
              </a:rPr>
              <a:t>medir?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0713" y="1954310"/>
            <a:ext cx="10357852" cy="4170677"/>
          </a:xfrm>
          <a:prstGeom prst="rect">
            <a:avLst/>
          </a:prstGeom>
        </p:spPr>
        <p:txBody>
          <a:bodyPr vert="horz" wrap="square" lIns="0" tIns="64691" rIns="0" bIns="0" rtlCol="0">
            <a:spAutoFit/>
          </a:bodyPr>
          <a:lstStyle/>
          <a:p>
            <a:pPr marL="7701">
              <a:spcBef>
                <a:spcPts val="509"/>
              </a:spcBef>
            </a:pPr>
            <a:r>
              <a:rPr sz="2001" spc="149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2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8" dirty="0"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0" dirty="0">
                <a:latin typeface="Calibri" panose="020F0502020204030204" pitchFamily="34" charset="0"/>
                <a:cs typeface="Calibri" panose="020F0502020204030204" pitchFamily="34" charset="0"/>
              </a:rPr>
              <a:t>GUÍA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9" dirty="0">
                <a:latin typeface="Calibri" panose="020F0502020204030204" pitchFamily="34" charset="0"/>
                <a:cs typeface="Calibri" panose="020F0502020204030204" pitchFamily="34" charset="0"/>
              </a:rPr>
              <a:t>INFERENCIAS</a:t>
            </a:r>
            <a:r>
              <a:rPr sz="2001" spc="-16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8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6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9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2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3" dirty="0">
                <a:latin typeface="Calibri" panose="020F0502020204030204" pitchFamily="34" charset="0"/>
                <a:cs typeface="Calibri" panose="020F0502020204030204" pitchFamily="34" charset="0"/>
              </a:rPr>
              <a:t>ANÁLISIS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>
              <a:lnSpc>
                <a:spcPts val="2352"/>
              </a:lnSpc>
              <a:spcBef>
                <a:spcPts val="567"/>
              </a:spcBef>
            </a:pP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Nuestra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21" dirty="0">
                <a:latin typeface="Calibri" panose="020F0502020204030204" pitchFamily="34" charset="0"/>
                <a:cs typeface="Calibri" panose="020F0502020204030204" pitchFamily="34" charset="0"/>
              </a:rPr>
              <a:t>teoría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orienta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tipo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inferencias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tiene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sentido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0" dirty="0">
                <a:latin typeface="Calibri" panose="020F0502020204030204" pitchFamily="34" charset="0"/>
                <a:cs typeface="Calibri" panose="020F0502020204030204" pitchFamily="34" charset="0"/>
              </a:rPr>
              <a:t>hacer,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guía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  </a:t>
            </a:r>
            <a:r>
              <a:rPr sz="2001" spc="58" dirty="0">
                <a:latin typeface="Calibri" panose="020F0502020204030204" pitchFamily="34" charset="0"/>
                <a:cs typeface="Calibri" panose="020F0502020204030204" pitchFamily="34" charset="0"/>
              </a:rPr>
              <a:t>selección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del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modelo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análisis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datos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sea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coherente </a:t>
            </a:r>
            <a:r>
              <a:rPr sz="2001" spc="-12" dirty="0">
                <a:latin typeface="Calibri" panose="020F0502020204030204" pitchFamily="34" charset="0"/>
                <a:cs typeface="Calibri" panose="020F0502020204030204" pitchFamily="34" charset="0"/>
              </a:rPr>
              <a:t>tanto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con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001" spc="-21" dirty="0">
                <a:latin typeface="Calibri" panose="020F0502020204030204" pitchFamily="34" charset="0"/>
                <a:cs typeface="Calibri" panose="020F0502020204030204" pitchFamily="34" charset="0"/>
              </a:rPr>
              <a:t>teoría  </a:t>
            </a:r>
            <a:r>
              <a:rPr sz="2001" spc="124" dirty="0"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2001" spc="-43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con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 </a:t>
            </a:r>
            <a:r>
              <a:rPr sz="2001" spc="-24" dirty="0" err="1">
                <a:latin typeface="Calibri" panose="020F0502020204030204" pitchFamily="34" charset="0"/>
                <a:cs typeface="Calibri" panose="020F0502020204030204" pitchFamily="34" charset="0"/>
              </a:rPr>
              <a:t>inferencias</a:t>
            </a:r>
            <a:r>
              <a:rPr sz="2001" spc="-24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ES" sz="2001" spc="-2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>
              <a:lnSpc>
                <a:spcPts val="2352"/>
              </a:lnSpc>
              <a:spcBef>
                <a:spcPts val="567"/>
              </a:spcBef>
            </a:pP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693885">
              <a:lnSpc>
                <a:spcPts val="2352"/>
              </a:lnSpc>
              <a:spcBef>
                <a:spcPts val="491"/>
              </a:spcBef>
            </a:pP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punto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clave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destacar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análisis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inferencias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desprendan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esta  </a:t>
            </a:r>
            <a:r>
              <a:rPr sz="2001" spc="-61" dirty="0">
                <a:latin typeface="Calibri" panose="020F0502020204030204" pitchFamily="34" charset="0"/>
                <a:cs typeface="Calibri" panose="020F0502020204030204" pitchFamily="34" charset="0"/>
              </a:rPr>
              <a:t>teoría,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estructura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atribuimos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al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aspecto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45" dirty="0">
                <a:latin typeface="Calibri" panose="020F0502020204030204" pitchFamily="34" charset="0"/>
                <a:cs typeface="Calibri" panose="020F0502020204030204" pitchFamily="34" charset="0"/>
              </a:rPr>
              <a:t>central.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1"/>
              </a:spcBef>
            </a:pPr>
            <a:endParaRPr sz="275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/>
            <a:r>
              <a:rPr sz="2001" spc="161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6" dirty="0">
                <a:latin typeface="Calibri" panose="020F0502020204030204" pitchFamily="34" charset="0"/>
                <a:cs typeface="Calibri" panose="020F0502020204030204" pitchFamily="34" charset="0"/>
              </a:rPr>
              <a:t>ESTRUCTURA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67" dirty="0"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2001" spc="-2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8" dirty="0"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2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0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61" dirty="0">
                <a:latin typeface="Calibri" panose="020F0502020204030204" pitchFamily="34" charset="0"/>
                <a:cs typeface="Calibri" panose="020F0502020204030204" pitchFamily="34" charset="0"/>
              </a:rPr>
              <a:t>SUPUESTO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248366">
              <a:lnSpc>
                <a:spcPts val="2352"/>
              </a:lnSpc>
              <a:spcBef>
                <a:spcPts val="567"/>
              </a:spcBef>
            </a:pPr>
            <a:r>
              <a:rPr sz="2001" spc="182" dirty="0"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sz="2001" spc="58" dirty="0">
                <a:latin typeface="Calibri" panose="020F0502020204030204" pitchFamily="34" charset="0"/>
                <a:cs typeface="Calibri" panose="020F0502020204030204" pitchFamily="34" charset="0"/>
              </a:rPr>
              <a:t>hay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motivo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79" dirty="0">
                <a:latin typeface="Calibri" panose="020F0502020204030204" pitchFamily="34" charset="0"/>
                <a:cs typeface="Calibri" panose="020F0502020204030204" pitchFamily="34" charset="0"/>
              </a:rPr>
              <a:t>suponer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sz="2001" spc="-33" dirty="0">
                <a:latin typeface="Calibri" panose="020F0502020204030204" pitchFamily="34" charset="0"/>
                <a:cs typeface="Calibri" panose="020F0502020204030204" pitchFamily="34" charset="0"/>
              </a:rPr>
              <a:t>priori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atributo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necesariamente </a:t>
            </a:r>
            <a:r>
              <a:rPr sz="2001" spc="-33" dirty="0">
                <a:latin typeface="Calibri" panose="020F0502020204030204" pitchFamily="34" charset="0"/>
                <a:cs typeface="Calibri" panose="020F0502020204030204" pitchFamily="34" charset="0"/>
              </a:rPr>
              <a:t>cuantitativo, 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ordinal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categórico.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5" dirty="0">
                <a:latin typeface="Calibri" panose="020F0502020204030204" pitchFamily="34" charset="0"/>
                <a:cs typeface="Calibri" panose="020F0502020204030204" pitchFamily="34" charset="0"/>
              </a:rPr>
              <a:t>supuesto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teórico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fundamental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dirty="0">
                <a:latin typeface="Calibri" panose="020F0502020204030204" pitchFamily="34" charset="0"/>
                <a:cs typeface="Calibri" panose="020F0502020204030204" pitchFamily="34" charset="0"/>
              </a:rPr>
              <a:t>que,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idealmente,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0" dirty="0" err="1">
                <a:latin typeface="Calibri" panose="020F0502020204030204" pitchFamily="34" charset="0"/>
                <a:cs typeface="Calibri" panose="020F0502020204030204" pitchFamily="34" charset="0"/>
              </a:rPr>
              <a:t>puede</a:t>
            </a:r>
            <a:r>
              <a:rPr sz="2001" spc="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ser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revisado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luz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evidencia.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5618092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94" dirty="0">
                <a:latin typeface="Calibri" panose="020F0502020204030204" pitchFamily="34" charset="0"/>
              </a:rPr>
              <a:t>El </a:t>
            </a:r>
            <a:r>
              <a:rPr sz="4487" spc="-27" dirty="0">
                <a:latin typeface="Calibri" panose="020F0502020204030204" pitchFamily="34" charset="0"/>
              </a:rPr>
              <a:t>atributo </a:t>
            </a:r>
            <a:r>
              <a:rPr sz="4487" spc="179" dirty="0">
                <a:latin typeface="Calibri" panose="020F0502020204030204" pitchFamily="34" charset="0"/>
              </a:rPr>
              <a:t>de</a:t>
            </a:r>
            <a:r>
              <a:rPr sz="4487" spc="-952" dirty="0">
                <a:latin typeface="Calibri" panose="020F0502020204030204" pitchFamily="34" charset="0"/>
              </a:rPr>
              <a:t> </a:t>
            </a:r>
            <a:r>
              <a:rPr sz="4487" spc="-42" dirty="0">
                <a:latin typeface="Calibri" panose="020F0502020204030204" pitchFamily="34" charset="0"/>
              </a:rPr>
              <a:t>interés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64" dirty="0">
                <a:latin typeface="Calibri" panose="020F0502020204030204" pitchFamily="34" charset="0"/>
              </a:rPr>
              <a:t>La</a:t>
            </a:r>
            <a:r>
              <a:rPr sz="1728" spc="-94" dirty="0">
                <a:latin typeface="Calibri" panose="020F0502020204030204" pitchFamily="34" charset="0"/>
              </a:rPr>
              <a:t> </a:t>
            </a:r>
            <a:r>
              <a:rPr sz="1728" spc="15" dirty="0">
                <a:latin typeface="Calibri" panose="020F0502020204030204" pitchFamily="34" charset="0"/>
              </a:rPr>
              <a:t>estructura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91" dirty="0">
                <a:latin typeface="Calibri" panose="020F0502020204030204" pitchFamily="34" charset="0"/>
              </a:rPr>
              <a:t>como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33" dirty="0">
                <a:latin typeface="Calibri" panose="020F0502020204030204" pitchFamily="34" charset="0"/>
              </a:rPr>
              <a:t>un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58" dirty="0">
                <a:latin typeface="Calibri" panose="020F0502020204030204" pitchFamily="34" charset="0"/>
              </a:rPr>
              <a:t>supuesto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64" dirty="0">
                <a:latin typeface="Calibri" panose="020F0502020204030204" pitchFamily="34" charset="0"/>
              </a:rPr>
              <a:t>a</a:t>
            </a:r>
            <a:r>
              <a:rPr sz="1728" spc="-91" dirty="0">
                <a:latin typeface="Calibri" panose="020F0502020204030204" pitchFamily="34" charset="0"/>
              </a:rPr>
              <a:t> </a:t>
            </a:r>
            <a:r>
              <a:rPr sz="1728" spc="9" dirty="0">
                <a:latin typeface="Calibri" panose="020F0502020204030204" pitchFamily="34" charset="0"/>
              </a:rPr>
              <a:t>examinar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97527" y="2158767"/>
            <a:ext cx="10792205" cy="2554335"/>
          </a:xfrm>
          <a:prstGeom prst="rect">
            <a:avLst/>
          </a:prstGeom>
        </p:spPr>
        <p:txBody>
          <a:bodyPr vert="horz" wrap="square" lIns="0" tIns="40432" rIns="0" bIns="0" rtlCol="0">
            <a:spAutoFit/>
          </a:bodyPr>
          <a:lstStyle/>
          <a:p>
            <a:pPr marL="7701" marR="3081" indent="4621" algn="ctr">
              <a:lnSpc>
                <a:spcPts val="4851"/>
              </a:lnSpc>
              <a:spcBef>
                <a:spcPts val="318"/>
              </a:spcBef>
            </a:pPr>
            <a:r>
              <a:rPr sz="4124" spc="252" dirty="0">
                <a:latin typeface="Calibri" panose="020F0502020204030204" pitchFamily="34" charset="0"/>
                <a:cs typeface="Calibri" panose="020F0502020204030204" pitchFamily="34" charset="0"/>
              </a:rPr>
              <a:t>Las </a:t>
            </a:r>
            <a:r>
              <a:rPr sz="4124" spc="82" dirty="0">
                <a:latin typeface="Calibri" panose="020F0502020204030204" pitchFamily="34" charset="0"/>
                <a:cs typeface="Calibri" panose="020F0502020204030204" pitchFamily="34" charset="0"/>
              </a:rPr>
              <a:t>deﬁniciones </a:t>
            </a:r>
            <a:r>
              <a:rPr sz="4124" spc="227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4124" spc="121" dirty="0">
                <a:latin typeface="Calibri" panose="020F0502020204030204" pitchFamily="34" charset="0"/>
                <a:cs typeface="Calibri" panose="020F0502020204030204" pitchFamily="34" charset="0"/>
              </a:rPr>
              <a:t>nuestros </a:t>
            </a:r>
            <a:r>
              <a:rPr sz="4124" spc="15" dirty="0">
                <a:latin typeface="Calibri" panose="020F0502020204030204" pitchFamily="34" charset="0"/>
                <a:cs typeface="Calibri" panose="020F0502020204030204" pitchFamily="34" charset="0"/>
              </a:rPr>
              <a:t>atributos </a:t>
            </a:r>
            <a:r>
              <a:rPr sz="4124" spc="227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4124" dirty="0">
                <a:latin typeface="Calibri" panose="020F0502020204030204" pitchFamily="34" charset="0"/>
                <a:cs typeface="Calibri" panose="020F0502020204030204" pitchFamily="34" charset="0"/>
              </a:rPr>
              <a:t>interés</a:t>
            </a:r>
            <a:r>
              <a:rPr sz="4124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-49" dirty="0">
                <a:latin typeface="Calibri" panose="020F0502020204030204" pitchFamily="34" charset="0"/>
                <a:cs typeface="Calibri" panose="020F0502020204030204" pitchFamily="34" charset="0"/>
              </a:rPr>
              <a:t>(en</a:t>
            </a:r>
            <a:r>
              <a:rPr sz="4124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109" dirty="0">
                <a:latin typeface="Calibri" panose="020F0502020204030204" pitchFamily="34" charset="0"/>
                <a:cs typeface="Calibri" panose="020F0502020204030204" pitchFamily="34" charset="0"/>
              </a:rPr>
              <a:t>conexión</a:t>
            </a:r>
            <a:r>
              <a:rPr sz="4124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206" dirty="0"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4124" spc="-1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79" dirty="0">
                <a:latin typeface="Calibri" panose="020F0502020204030204" pitchFamily="34" charset="0"/>
                <a:cs typeface="Calibri" panose="020F0502020204030204" pitchFamily="34" charset="0"/>
              </a:rPr>
              <a:t>lo</a:t>
            </a:r>
            <a:r>
              <a:rPr sz="4124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212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124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179" dirty="0">
                <a:latin typeface="Calibri" panose="020F0502020204030204" pitchFamily="34" charset="0"/>
                <a:cs typeface="Calibri" panose="020F0502020204030204" pitchFamily="34" charset="0"/>
              </a:rPr>
              <a:t>entendemos  </a:t>
            </a:r>
            <a:r>
              <a:rPr sz="4124" spc="273" dirty="0"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4124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58" dirty="0">
                <a:latin typeface="Calibri" panose="020F0502020204030204" pitchFamily="34" charset="0"/>
                <a:cs typeface="Calibri" panose="020F0502020204030204" pitchFamily="34" charset="0"/>
              </a:rPr>
              <a:t>medición)</a:t>
            </a:r>
            <a:r>
              <a:rPr sz="4124" spc="-1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103" dirty="0">
                <a:latin typeface="Calibri" panose="020F0502020204030204" pitchFamily="34" charset="0"/>
                <a:cs typeface="Calibri" panose="020F0502020204030204" pitchFamily="34" charset="0"/>
              </a:rPr>
              <a:t>deﬁnen</a:t>
            </a:r>
            <a:r>
              <a:rPr sz="4124" spc="-1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36" dirty="0"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sz="4124" spc="-1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185" dirty="0">
                <a:latin typeface="Calibri" panose="020F0502020204030204" pitchFamily="34" charset="0"/>
                <a:cs typeface="Calibri" panose="020F0502020204030204" pitchFamily="34" charset="0"/>
              </a:rPr>
              <a:t>creemos</a:t>
            </a:r>
            <a:r>
              <a:rPr sz="4124" spc="-1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212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124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263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s-ES" sz="4124" spc="263" dirty="0">
                <a:latin typeface="Calibri" panose="020F0502020204030204" pitchFamily="34" charset="0"/>
                <a:cs typeface="Calibri" panose="020F0502020204030204" pitchFamily="34" charset="0"/>
              </a:rPr>
              <a:t>s, </a:t>
            </a:r>
            <a:r>
              <a:rPr sz="4124" spc="170" dirty="0" err="1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4124" spc="-1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18" dirty="0">
                <a:latin typeface="Calibri" panose="020F0502020204030204" pitchFamily="34" charset="0"/>
                <a:cs typeface="Calibri" panose="020F0502020204030204" pitchFamily="34" charset="0"/>
              </a:rPr>
              <a:t>principio</a:t>
            </a:r>
            <a:r>
              <a:rPr lang="es-ES" sz="4124" spc="18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4124" spc="-1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130" dirty="0">
                <a:latin typeface="Calibri" panose="020F0502020204030204" pitchFamily="34" charset="0"/>
                <a:cs typeface="Calibri" panose="020F0502020204030204" pitchFamily="34" charset="0"/>
              </a:rPr>
              <a:t>posible</a:t>
            </a:r>
            <a:r>
              <a:rPr sz="4124" spc="-1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42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4124" spc="-3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-42" dirty="0">
                <a:latin typeface="Calibri" panose="020F0502020204030204" pitchFamily="34" charset="0"/>
                <a:cs typeface="Calibri" panose="020F0502020204030204" pitchFamily="34" charset="0"/>
              </a:rPr>
              <a:t>realizar</a:t>
            </a:r>
            <a:r>
              <a:rPr sz="4124" spc="-2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152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4124" spc="-1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124" spc="21" dirty="0">
                <a:latin typeface="Calibri" panose="020F0502020204030204" pitchFamily="34" charset="0"/>
                <a:cs typeface="Calibri" panose="020F0502020204030204" pitchFamily="34" charset="0"/>
              </a:rPr>
              <a:t>medición.</a:t>
            </a:r>
            <a:endParaRPr sz="412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6885" y="2690295"/>
            <a:ext cx="11038261" cy="1428931"/>
          </a:xfrm>
          <a:prstGeom prst="rect">
            <a:avLst/>
          </a:prstGeom>
        </p:spPr>
        <p:txBody>
          <a:bodyPr vert="horz" wrap="square" lIns="0" tIns="43512" rIns="0" bIns="0" rtlCol="0" anchor="ctr">
            <a:spAutoFit/>
          </a:bodyPr>
          <a:lstStyle/>
          <a:p>
            <a:pPr marL="7701" marR="3081" indent="171353">
              <a:lnSpc>
                <a:spcPts val="5397"/>
              </a:lnSpc>
              <a:spcBef>
                <a:spcPts val="343"/>
              </a:spcBef>
            </a:pPr>
            <a:r>
              <a:rPr sz="4578" b="0" spc="230" dirty="0">
                <a:solidFill>
                  <a:schemeClr val="tx1"/>
                </a:solidFill>
                <a:latin typeface="Calibri" panose="020F0502020204030204" pitchFamily="34" charset="0"/>
              </a:rPr>
              <a:t>La</a:t>
            </a:r>
            <a:r>
              <a:rPr sz="4578" b="0" spc="-212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0" spc="85" dirty="0">
                <a:solidFill>
                  <a:schemeClr val="tx1"/>
                </a:solidFill>
                <a:latin typeface="Calibri" panose="020F0502020204030204" pitchFamily="34" charset="0"/>
              </a:rPr>
              <a:t>posibilidad</a:t>
            </a:r>
            <a:r>
              <a:rPr sz="4578" b="0" spc="-209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0" spc="255" dirty="0">
                <a:solidFill>
                  <a:schemeClr val="tx1"/>
                </a:solidFill>
                <a:latin typeface="Calibri" panose="020F0502020204030204" pitchFamily="34" charset="0"/>
              </a:rPr>
              <a:t>de</a:t>
            </a:r>
            <a:r>
              <a:rPr sz="4578" b="0" spc="-209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0" spc="94" dirty="0">
                <a:solidFill>
                  <a:schemeClr val="tx1"/>
                </a:solidFill>
                <a:latin typeface="Calibri" panose="020F0502020204030204" pitchFamily="34" charset="0"/>
              </a:rPr>
              <a:t>medir</a:t>
            </a:r>
            <a:r>
              <a:rPr sz="4578" b="0" spc="-31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0" spc="203" dirty="0">
                <a:solidFill>
                  <a:schemeClr val="tx1"/>
                </a:solidFill>
                <a:latin typeface="Calibri" panose="020F0502020204030204" pitchFamily="34" charset="0"/>
              </a:rPr>
              <a:t>un</a:t>
            </a:r>
            <a:r>
              <a:rPr sz="4578" b="0" spc="-209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0" spc="-27" dirty="0">
                <a:solidFill>
                  <a:schemeClr val="tx1"/>
                </a:solidFill>
                <a:latin typeface="Calibri" panose="020F0502020204030204" pitchFamily="34" charset="0"/>
              </a:rPr>
              <a:t>atributo</a:t>
            </a:r>
            <a:r>
              <a:rPr sz="4578" b="0" spc="-209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0" spc="103" dirty="0">
                <a:solidFill>
                  <a:schemeClr val="tx1"/>
                </a:solidFill>
                <a:latin typeface="Calibri" panose="020F0502020204030204" pitchFamily="34" charset="0"/>
              </a:rPr>
              <a:t>está  </a:t>
            </a:r>
            <a:r>
              <a:rPr sz="4578" b="0" spc="212" dirty="0">
                <a:solidFill>
                  <a:schemeClr val="tx1"/>
                </a:solidFill>
                <a:latin typeface="Calibri" panose="020F0502020204030204" pitchFamily="34" charset="0"/>
              </a:rPr>
              <a:t>basada</a:t>
            </a:r>
            <a:r>
              <a:rPr sz="4578" b="0" spc="-212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0" spc="191" dirty="0">
                <a:solidFill>
                  <a:schemeClr val="tx1"/>
                </a:solidFill>
                <a:latin typeface="Calibri" panose="020F0502020204030204" pitchFamily="34" charset="0"/>
              </a:rPr>
              <a:t>en</a:t>
            </a:r>
            <a:r>
              <a:rPr sz="4578" b="0" spc="-209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0" spc="170" dirty="0">
                <a:solidFill>
                  <a:schemeClr val="tx1"/>
                </a:solidFill>
                <a:latin typeface="Calibri" panose="020F0502020204030204" pitchFamily="34" charset="0"/>
              </a:rPr>
              <a:t>una</a:t>
            </a:r>
            <a:r>
              <a:rPr sz="4578" b="0" spc="-209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0" spc="49" dirty="0">
                <a:solidFill>
                  <a:schemeClr val="tx1"/>
                </a:solidFill>
                <a:latin typeface="Calibri" panose="020F0502020204030204" pitchFamily="34" charset="0"/>
              </a:rPr>
              <a:t>de</a:t>
            </a:r>
            <a:r>
              <a:rPr lang="es-MX" sz="4578" b="0" spc="49" dirty="0">
                <a:solidFill>
                  <a:schemeClr val="tx1"/>
                </a:solidFill>
                <a:latin typeface="Calibri" panose="020F0502020204030204" pitchFamily="34" charset="0"/>
              </a:rPr>
              <a:t>fi</a:t>
            </a:r>
            <a:r>
              <a:rPr sz="4578" b="0" spc="49" dirty="0" err="1">
                <a:solidFill>
                  <a:schemeClr val="tx1"/>
                </a:solidFill>
                <a:latin typeface="Calibri" panose="020F0502020204030204" pitchFamily="34" charset="0"/>
              </a:rPr>
              <a:t>nición</a:t>
            </a:r>
            <a:r>
              <a:rPr sz="4578" b="0" spc="-209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0" spc="255" dirty="0">
                <a:solidFill>
                  <a:schemeClr val="tx1"/>
                </a:solidFill>
                <a:latin typeface="Calibri" panose="020F0502020204030204" pitchFamily="34" charset="0"/>
              </a:rPr>
              <a:t>de</a:t>
            </a:r>
            <a:r>
              <a:rPr sz="4578" b="0" spc="-209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0" spc="263" dirty="0">
                <a:solidFill>
                  <a:schemeClr val="tx1"/>
                </a:solidFill>
                <a:latin typeface="Calibri" panose="020F0502020204030204" pitchFamily="34" charset="0"/>
              </a:rPr>
              <a:t>ese</a:t>
            </a:r>
            <a:r>
              <a:rPr sz="4578" b="0" spc="-209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0" spc="-115" dirty="0">
                <a:solidFill>
                  <a:schemeClr val="tx1"/>
                </a:solidFill>
                <a:latin typeface="Calibri" panose="020F0502020204030204" pitchFamily="34" charset="0"/>
              </a:rPr>
              <a:t>atributo.</a:t>
            </a:r>
            <a:endParaRPr sz="4578" b="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13434" y="1148425"/>
            <a:ext cx="9564619" cy="4782901"/>
          </a:xfrm>
          <a:prstGeom prst="rect">
            <a:avLst/>
          </a:prstGeom>
        </p:spPr>
        <p:txBody>
          <a:bodyPr vert="horz" wrap="square" lIns="0" tIns="35041" rIns="0" bIns="0" rtlCol="0">
            <a:spAutoFit/>
          </a:bodyPr>
          <a:lstStyle/>
          <a:p>
            <a:pPr marL="7701" marR="3081" indent="-3466" algn="ctr">
              <a:lnSpc>
                <a:spcPts val="4099"/>
              </a:lnSpc>
              <a:spcBef>
                <a:spcPts val="276"/>
              </a:spcBef>
            </a:pPr>
            <a:r>
              <a:rPr sz="3487" spc="112" dirty="0">
                <a:latin typeface="Calibri" panose="020F0502020204030204" pitchFamily="34" charset="0"/>
                <a:cs typeface="Calibri" panose="020F0502020204030204" pitchFamily="34" charset="0"/>
              </a:rPr>
              <a:t>Ahora </a:t>
            </a:r>
            <a:r>
              <a:rPr sz="3487" spc="176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3487" spc="218" dirty="0">
                <a:latin typeface="Calibri" panose="020F0502020204030204" pitchFamily="34" charset="0"/>
                <a:cs typeface="Calibri" panose="020F0502020204030204" pitchFamily="34" charset="0"/>
              </a:rPr>
              <a:t>sabemos </a:t>
            </a:r>
            <a:r>
              <a:rPr sz="3487" spc="64" dirty="0">
                <a:latin typeface="Calibri" panose="020F0502020204030204" pitchFamily="34" charset="0"/>
                <a:cs typeface="Calibri" panose="020F0502020204030204" pitchFamily="34" charset="0"/>
              </a:rPr>
              <a:t>lo </a:t>
            </a:r>
            <a:r>
              <a:rPr sz="3487" spc="24" dirty="0">
                <a:latin typeface="Calibri" panose="020F0502020204030204" pitchFamily="34" charset="0"/>
                <a:cs typeface="Calibri" panose="020F0502020204030204" pitchFamily="34" charset="0"/>
              </a:rPr>
              <a:t>importante </a:t>
            </a:r>
            <a:r>
              <a:rPr sz="3487" spc="176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3487" spc="218" dirty="0">
                <a:latin typeface="Calibri" panose="020F0502020204030204" pitchFamily="34" charset="0"/>
                <a:cs typeface="Calibri" panose="020F0502020204030204" pitchFamily="34" charset="0"/>
              </a:rPr>
              <a:t>es </a:t>
            </a:r>
            <a:r>
              <a:rPr sz="3487" spc="-3" dirty="0">
                <a:latin typeface="Calibri" panose="020F0502020204030204" pitchFamily="34" charset="0"/>
                <a:cs typeface="Calibri" panose="020F0502020204030204" pitchFamily="34" charset="0"/>
              </a:rPr>
              <a:t>la  </a:t>
            </a:r>
            <a:r>
              <a:rPr sz="3487" spc="-21" dirty="0">
                <a:latin typeface="Calibri" panose="020F0502020204030204" pitchFamily="34" charset="0"/>
                <a:cs typeface="Calibri" panose="020F0502020204030204" pitchFamily="34" charset="0"/>
              </a:rPr>
              <a:t>deﬁnición,</a:t>
            </a:r>
            <a:r>
              <a:rPr sz="3487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87" spc="158" dirty="0">
                <a:latin typeface="Calibri" panose="020F0502020204030204" pitchFamily="34" charset="0"/>
                <a:cs typeface="Calibri" panose="020F0502020204030204" pitchFamily="34" charset="0"/>
              </a:rPr>
              <a:t>estamos</a:t>
            </a:r>
            <a:r>
              <a:rPr sz="3487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87" spc="118" dirty="0">
                <a:latin typeface="Calibri" panose="020F0502020204030204" pitchFamily="34" charset="0"/>
                <a:cs typeface="Calibri" panose="020F0502020204030204" pitchFamily="34" charset="0"/>
              </a:rPr>
              <a:t>entonces</a:t>
            </a:r>
            <a:r>
              <a:rPr sz="3487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87" spc="36" dirty="0">
                <a:latin typeface="Calibri" panose="020F0502020204030204" pitchFamily="34" charset="0"/>
                <a:cs typeface="Calibri" panose="020F0502020204030204" pitchFamily="34" charset="0"/>
              </a:rPr>
              <a:t>listos</a:t>
            </a:r>
            <a:r>
              <a:rPr sz="3487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87" spc="49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3487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87" spc="-49" dirty="0">
                <a:latin typeface="Calibri" panose="020F0502020204030204" pitchFamily="34" charset="0"/>
                <a:cs typeface="Calibri" panose="020F0502020204030204" pitchFamily="34" charset="0"/>
              </a:rPr>
              <a:t>medir:</a:t>
            </a:r>
            <a:endParaRPr sz="348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5"/>
              </a:spcBef>
            </a:pPr>
            <a:endParaRPr sz="351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179077" marR="2159824" algn="ctr">
              <a:lnSpc>
                <a:spcPts val="4099"/>
              </a:lnSpc>
              <a:spcBef>
                <a:spcPts val="3"/>
              </a:spcBef>
            </a:pPr>
            <a:r>
              <a:rPr sz="3487" spc="-15" dirty="0">
                <a:latin typeface="Calibri" panose="020F0502020204030204" pitchFamily="34" charset="0"/>
                <a:cs typeface="Calibri" panose="020F0502020204030204" pitchFamily="34" charset="0"/>
              </a:rPr>
              <a:t>“Calidad </a:t>
            </a:r>
            <a:r>
              <a:rPr sz="3487" spc="191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3487" spc="-3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3487" spc="-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87" spc="33" dirty="0">
                <a:latin typeface="Calibri" panose="020F0502020204030204" pitchFamily="34" charset="0"/>
                <a:cs typeface="Calibri" panose="020F0502020204030204" pitchFamily="34" charset="0"/>
              </a:rPr>
              <a:t>educación”  </a:t>
            </a:r>
            <a:r>
              <a:rPr sz="3487" spc="-85" dirty="0">
                <a:latin typeface="Calibri" panose="020F0502020204030204" pitchFamily="34" charset="0"/>
                <a:cs typeface="Calibri" panose="020F0502020204030204" pitchFamily="34" charset="0"/>
              </a:rPr>
              <a:t>“Inteligencia”</a:t>
            </a:r>
            <a:endParaRPr sz="348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575682" marR="1576452" indent="19638" algn="ctr">
              <a:lnSpc>
                <a:spcPts val="4099"/>
              </a:lnSpc>
            </a:pPr>
            <a:r>
              <a:rPr sz="3487" spc="-55" dirty="0">
                <a:latin typeface="Calibri" panose="020F0502020204030204" pitchFamily="34" charset="0"/>
                <a:cs typeface="Calibri" panose="020F0502020204030204" pitchFamily="34" charset="0"/>
              </a:rPr>
              <a:t>“Nivel </a:t>
            </a:r>
            <a:r>
              <a:rPr sz="3487" spc="88" dirty="0">
                <a:latin typeface="Calibri" panose="020F0502020204030204" pitchFamily="34" charset="0"/>
                <a:cs typeface="Calibri" panose="020F0502020204030204" pitchFamily="34" charset="0"/>
              </a:rPr>
              <a:t>socio-económico”  </a:t>
            </a:r>
            <a:r>
              <a:rPr sz="3487" spc="21" dirty="0">
                <a:latin typeface="Calibri" panose="020F0502020204030204" pitchFamily="34" charset="0"/>
                <a:cs typeface="Calibri" panose="020F0502020204030204" pitchFamily="34" charset="0"/>
              </a:rPr>
              <a:t>“Habilidades </a:t>
            </a:r>
            <a:r>
              <a:rPr sz="3487" spc="100" dirty="0">
                <a:latin typeface="Calibri" panose="020F0502020204030204" pitchFamily="34" charset="0"/>
                <a:cs typeface="Calibri" panose="020F0502020204030204" pitchFamily="34" charset="0"/>
              </a:rPr>
              <a:t>del </a:t>
            </a:r>
            <a:r>
              <a:rPr sz="3487" spc="118" dirty="0">
                <a:latin typeface="Calibri" panose="020F0502020204030204" pitchFamily="34" charset="0"/>
                <a:cs typeface="Calibri" panose="020F0502020204030204" pitchFamily="34" charset="0"/>
              </a:rPr>
              <a:t>siglo </a:t>
            </a:r>
            <a:r>
              <a:rPr sz="3487" spc="-79" dirty="0">
                <a:latin typeface="Calibri" panose="020F0502020204030204" pitchFamily="34" charset="0"/>
                <a:cs typeface="Calibri" panose="020F0502020204030204" pitchFamily="34" charset="0"/>
              </a:rPr>
              <a:t>XXI”  </a:t>
            </a:r>
            <a:r>
              <a:rPr sz="3487" spc="21" dirty="0">
                <a:latin typeface="Calibri" panose="020F0502020204030204" pitchFamily="34" charset="0"/>
                <a:cs typeface="Calibri" panose="020F0502020204030204" pitchFamily="34" charset="0"/>
              </a:rPr>
              <a:t>“Habilidades </a:t>
            </a:r>
            <a:r>
              <a:rPr sz="3487" spc="18" dirty="0" err="1">
                <a:latin typeface="Calibri" panose="020F0502020204030204" pitchFamily="34" charset="0"/>
                <a:cs typeface="Calibri" panose="020F0502020204030204" pitchFamily="34" charset="0"/>
              </a:rPr>
              <a:t>blandas</a:t>
            </a:r>
            <a:r>
              <a:rPr sz="3487" spc="18" dirty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s-ES" sz="3487" spc="1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575682" marR="1576452" indent="19638" algn="ctr">
              <a:lnSpc>
                <a:spcPts val="4099"/>
              </a:lnSpc>
            </a:pPr>
            <a:r>
              <a:rPr sz="3487" spc="6" dirty="0">
                <a:latin typeface="Calibri" panose="020F0502020204030204" pitchFamily="34" charset="0"/>
                <a:cs typeface="Calibri" panose="020F0502020204030204" pitchFamily="34" charset="0"/>
              </a:rPr>
              <a:t>“Desarrollo </a:t>
            </a:r>
            <a:r>
              <a:rPr sz="3487" spc="139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3487" spc="33" dirty="0">
                <a:latin typeface="Calibri" panose="020F0502020204030204" pitchFamily="34" charset="0"/>
                <a:cs typeface="Calibri" panose="020F0502020204030204" pitchFamily="34" charset="0"/>
              </a:rPr>
              <a:t>primera</a:t>
            </a:r>
            <a:r>
              <a:rPr sz="3487" spc="-6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87" spc="-94" dirty="0">
                <a:latin typeface="Calibri" panose="020F0502020204030204" pitchFamily="34" charset="0"/>
                <a:cs typeface="Calibri" panose="020F0502020204030204" pitchFamily="34" charset="0"/>
              </a:rPr>
              <a:t>infancia”</a:t>
            </a:r>
            <a:endParaRPr sz="348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7180" y="-85344"/>
            <a:ext cx="11353800" cy="2877945"/>
          </a:xfrm>
          <a:prstGeom prst="rect">
            <a:avLst/>
          </a:prstGeom>
        </p:spPr>
        <p:txBody>
          <a:bodyPr vert="horz" wrap="square" lIns="0" tIns="1478512" rIns="0" bIns="0" rtlCol="0" anchor="ctr">
            <a:spAutoFit/>
          </a:bodyPr>
          <a:lstStyle/>
          <a:p>
            <a:pPr marL="502509" marR="3081" indent="-120910" algn="ctr">
              <a:lnSpc>
                <a:spcPts val="5397"/>
              </a:lnSpc>
              <a:spcBef>
                <a:spcPts val="343"/>
              </a:spcBef>
            </a:pPr>
            <a:r>
              <a:rPr sz="4578" b="1" spc="191" dirty="0">
                <a:solidFill>
                  <a:schemeClr val="tx1"/>
                </a:solidFill>
                <a:latin typeface="Calibri" panose="020F0502020204030204" pitchFamily="34" charset="0"/>
              </a:rPr>
              <a:t>Depende</a:t>
            </a:r>
            <a:r>
              <a:rPr sz="4578" b="1" spc="-27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215" dirty="0">
                <a:solidFill>
                  <a:schemeClr val="tx1"/>
                </a:solidFill>
                <a:latin typeface="Calibri" panose="020F0502020204030204" pitchFamily="34" charset="0"/>
              </a:rPr>
              <a:t>de</a:t>
            </a:r>
            <a:r>
              <a:rPr sz="4578" b="1" spc="-27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52" dirty="0">
                <a:solidFill>
                  <a:schemeClr val="tx1"/>
                </a:solidFill>
                <a:latin typeface="Calibri" panose="020F0502020204030204" pitchFamily="34" charset="0"/>
              </a:rPr>
              <a:t>lo</a:t>
            </a:r>
            <a:r>
              <a:rPr sz="4578" b="1" spc="-27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67" dirty="0">
                <a:solidFill>
                  <a:schemeClr val="tx1"/>
                </a:solidFill>
                <a:latin typeface="Calibri" panose="020F0502020204030204" pitchFamily="34" charset="0"/>
              </a:rPr>
              <a:t>que</a:t>
            </a:r>
            <a:r>
              <a:rPr sz="4578" b="1" spc="-27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79" dirty="0">
                <a:solidFill>
                  <a:schemeClr val="tx1"/>
                </a:solidFill>
                <a:latin typeface="Calibri" panose="020F0502020204030204" pitchFamily="34" charset="0"/>
              </a:rPr>
              <a:t>pretendo</a:t>
            </a:r>
            <a:r>
              <a:rPr sz="4578" b="1" spc="-27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88" dirty="0" err="1">
                <a:solidFill>
                  <a:schemeClr val="tx1"/>
                </a:solidFill>
                <a:latin typeface="Calibri" panose="020F0502020204030204" pitchFamily="34" charset="0"/>
              </a:rPr>
              <a:t>hacer</a:t>
            </a:r>
            <a:r>
              <a:rPr sz="4578" b="1" spc="8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64" dirty="0">
                <a:solidFill>
                  <a:schemeClr val="tx1"/>
                </a:solidFill>
                <a:latin typeface="Calibri" panose="020F0502020204030204" pitchFamily="34" charset="0"/>
              </a:rPr>
              <a:t>con</a:t>
            </a:r>
            <a:r>
              <a:rPr sz="4578" b="1" spc="-276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206" dirty="0" err="1">
                <a:solidFill>
                  <a:schemeClr val="tx1"/>
                </a:solidFill>
                <a:latin typeface="Calibri" panose="020F0502020204030204" pitchFamily="34" charset="0"/>
              </a:rPr>
              <a:t>los</a:t>
            </a:r>
            <a:r>
              <a:rPr lang="es-ES" sz="4578" b="1" spc="-276" dirty="0">
                <a:solidFill>
                  <a:schemeClr val="tx1"/>
                </a:solidFill>
              </a:rPr>
              <a:t> </a:t>
            </a:r>
            <a:r>
              <a:rPr sz="4578" b="1" spc="133" dirty="0" err="1">
                <a:solidFill>
                  <a:schemeClr val="tx1"/>
                </a:solidFill>
                <a:latin typeface="Calibri" panose="020F0502020204030204" pitchFamily="34" charset="0"/>
              </a:rPr>
              <a:t>resultados</a:t>
            </a:r>
            <a:r>
              <a:rPr sz="4578" b="1" spc="-273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215" dirty="0">
                <a:solidFill>
                  <a:schemeClr val="tx1"/>
                </a:solidFill>
                <a:latin typeface="Calibri" panose="020F0502020204030204" pitchFamily="34" charset="0"/>
              </a:rPr>
              <a:t>de</a:t>
            </a:r>
            <a:r>
              <a:rPr sz="4578" b="1" spc="-276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52" dirty="0">
                <a:solidFill>
                  <a:schemeClr val="tx1"/>
                </a:solidFill>
                <a:latin typeface="Calibri" panose="020F0502020204030204" pitchFamily="34" charset="0"/>
              </a:rPr>
              <a:t>la</a:t>
            </a:r>
            <a:r>
              <a:rPr sz="4578" b="1" spc="-276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27" dirty="0">
                <a:solidFill>
                  <a:schemeClr val="tx1"/>
                </a:solidFill>
                <a:latin typeface="Calibri" panose="020F0502020204030204" pitchFamily="34" charset="0"/>
              </a:rPr>
              <a:t>medición.</a:t>
            </a:r>
            <a:endParaRPr sz="4578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A11FE8C-2EDF-359D-A226-F50DE6168315}"/>
              </a:ext>
            </a:extLst>
          </p:cNvPr>
          <p:cNvSpPr txBox="1">
            <a:spLocks/>
          </p:cNvSpPr>
          <p:nvPr/>
        </p:nvSpPr>
        <p:spPr>
          <a:xfrm>
            <a:off x="954483" y="2002114"/>
            <a:ext cx="10940337" cy="2853772"/>
          </a:xfrm>
          <a:prstGeom prst="rect">
            <a:avLst/>
          </a:prstGeom>
        </p:spPr>
        <p:txBody>
          <a:bodyPr vert="horz" wrap="square" lIns="0" tIns="1478512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05" b="0" i="0" kern="1200">
                <a:solidFill>
                  <a:srgbClr val="CE1F1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2864876" marR="3081" indent="-2349661">
              <a:lnSpc>
                <a:spcPts val="5397"/>
              </a:lnSpc>
              <a:spcBef>
                <a:spcPts val="343"/>
              </a:spcBef>
            </a:pPr>
            <a:r>
              <a:rPr lang="en-US" sz="4400" b="1" spc="273" dirty="0">
                <a:solidFill>
                  <a:schemeClr val="tx1"/>
                </a:solidFill>
              </a:rPr>
              <a:t>¿Para que </a:t>
            </a:r>
            <a:r>
              <a:rPr lang="en-US" sz="4400" b="1" spc="273" dirty="0" err="1">
                <a:solidFill>
                  <a:schemeClr val="tx1"/>
                </a:solidFill>
              </a:rPr>
              <a:t>usamos</a:t>
            </a:r>
            <a:r>
              <a:rPr lang="en-US" sz="4400" b="1" spc="273" dirty="0">
                <a:solidFill>
                  <a:schemeClr val="tx1"/>
                </a:solidFill>
              </a:rPr>
              <a:t> las </a:t>
            </a:r>
            <a:r>
              <a:rPr lang="en-US" sz="4400" b="1" spc="273" dirty="0" err="1">
                <a:solidFill>
                  <a:schemeClr val="tx1"/>
                </a:solidFill>
              </a:rPr>
              <a:t>mediciones</a:t>
            </a:r>
            <a:r>
              <a:rPr lang="en-US" sz="4400" b="1" spc="200" dirty="0">
                <a:solidFill>
                  <a:schemeClr val="tx1"/>
                </a:solidFill>
              </a:rPr>
              <a:t> </a:t>
            </a:r>
            <a:r>
              <a:rPr lang="en-US" sz="4400" b="1" spc="191" dirty="0" err="1">
                <a:solidFill>
                  <a:schemeClr val="tx1"/>
                </a:solidFill>
              </a:rPr>
              <a:t>en</a:t>
            </a:r>
            <a:r>
              <a:rPr lang="en-US" sz="4400" b="1" spc="191" dirty="0">
                <a:solidFill>
                  <a:schemeClr val="tx1"/>
                </a:solidFill>
              </a:rPr>
              <a:t> </a:t>
            </a:r>
            <a:r>
              <a:rPr lang="en-US" sz="4400" b="1" spc="97" dirty="0" err="1">
                <a:solidFill>
                  <a:schemeClr val="tx1"/>
                </a:solidFill>
              </a:rPr>
              <a:t>ciencias</a:t>
            </a:r>
            <a:r>
              <a:rPr lang="en-US" sz="4400" b="1" spc="-212" dirty="0">
                <a:solidFill>
                  <a:schemeClr val="tx1"/>
                </a:solidFill>
              </a:rPr>
              <a:t> </a:t>
            </a:r>
            <a:r>
              <a:rPr lang="en-US" sz="4400" b="1" spc="191" dirty="0" err="1">
                <a:solidFill>
                  <a:schemeClr val="tx1"/>
                </a:solidFill>
              </a:rPr>
              <a:t>sociales</a:t>
            </a:r>
            <a:r>
              <a:rPr lang="en-US" sz="4400" b="1" spc="191" dirty="0">
                <a:solidFill>
                  <a:schemeClr val="tx1"/>
                </a:solidFill>
              </a:rPr>
              <a:t>?</a:t>
            </a:r>
            <a:endParaRPr lang="en-US" sz="4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97527" y="2017806"/>
            <a:ext cx="10817234" cy="2813926"/>
          </a:xfrm>
          <a:prstGeom prst="rect">
            <a:avLst/>
          </a:prstGeom>
        </p:spPr>
        <p:txBody>
          <a:bodyPr vert="horz" wrap="square" lIns="0" tIns="43512" rIns="0" bIns="0" rtlCol="0">
            <a:spAutoFit/>
          </a:bodyPr>
          <a:lstStyle/>
          <a:p>
            <a:pPr marL="7701" marR="3081" indent="-15787" algn="ctr">
              <a:lnSpc>
                <a:spcPts val="5397"/>
              </a:lnSpc>
              <a:spcBef>
                <a:spcPts val="343"/>
              </a:spcBef>
            </a:pPr>
            <a:r>
              <a:rPr sz="4578" spc="324" dirty="0">
                <a:latin typeface="Calibri" panose="020F0502020204030204" pitchFamily="34" charset="0"/>
                <a:cs typeface="Calibri" panose="020F0502020204030204" pitchFamily="34" charset="0"/>
              </a:rPr>
              <a:t>Asumamos </a:t>
            </a:r>
            <a:r>
              <a:rPr sz="4578" spc="240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4578" spc="293" dirty="0">
                <a:latin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sz="4578" spc="139" dirty="0">
                <a:latin typeface="Calibri" panose="020F0502020204030204" pitchFamily="34" charset="0"/>
                <a:cs typeface="Calibri" panose="020F0502020204030204" pitchFamily="34" charset="0"/>
              </a:rPr>
              <a:t>ha </a:t>
            </a:r>
            <a:r>
              <a:rPr sz="4578" spc="170" dirty="0">
                <a:latin typeface="Calibri" panose="020F0502020204030204" pitchFamily="34" charset="0"/>
                <a:cs typeface="Calibri" panose="020F0502020204030204" pitchFamily="34" charset="0"/>
              </a:rPr>
              <a:t>adoptado una  </a:t>
            </a:r>
            <a:r>
              <a:rPr sz="4578" spc="49" dirty="0">
                <a:latin typeface="Calibri" panose="020F0502020204030204" pitchFamily="34" charset="0"/>
                <a:cs typeface="Calibri" panose="020F0502020204030204" pitchFamily="34" charset="0"/>
              </a:rPr>
              <a:t>deﬁnición</a:t>
            </a:r>
            <a:r>
              <a:rPr sz="4578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578" spc="255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4578" spc="-2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578" spc="130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4578" spc="-3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578" spc="233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4578" spc="-33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578" spc="240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578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578" spc="191" dirty="0" err="1">
                <a:latin typeface="Calibri" panose="020F0502020204030204" pitchFamily="34" charset="0"/>
                <a:cs typeface="Calibri" panose="020F0502020204030204" pitchFamily="34" charset="0"/>
              </a:rPr>
              <a:t>tenemos</a:t>
            </a:r>
            <a:r>
              <a:rPr sz="4578" spc="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578" spc="170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4578" spc="-2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578" spc="49" dirty="0">
                <a:latin typeface="Calibri" panose="020F0502020204030204" pitchFamily="34" charset="0"/>
                <a:cs typeface="Calibri" panose="020F0502020204030204" pitchFamily="34" charset="0"/>
              </a:rPr>
              <a:t>deﬁnición</a:t>
            </a:r>
            <a:r>
              <a:rPr sz="4578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578" spc="109" dirty="0">
                <a:latin typeface="Calibri" panose="020F0502020204030204" pitchFamily="34" charset="0"/>
                <a:cs typeface="Calibri" panose="020F0502020204030204" pitchFamily="34" charset="0"/>
              </a:rPr>
              <a:t>razonablemente</a:t>
            </a:r>
            <a:r>
              <a:rPr sz="4578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578" spc="30" dirty="0">
                <a:latin typeface="Calibri" panose="020F0502020204030204" pitchFamily="34" charset="0"/>
                <a:cs typeface="Calibri" panose="020F0502020204030204" pitchFamily="34" charset="0"/>
              </a:rPr>
              <a:t>clara</a:t>
            </a:r>
            <a:r>
              <a:rPr sz="4578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578" spc="136" dirty="0">
                <a:latin typeface="Calibri" panose="020F0502020204030204" pitchFamily="34" charset="0"/>
                <a:cs typeface="Calibri" panose="020F0502020204030204" pitchFamily="34" charset="0"/>
              </a:rPr>
              <a:t>del  </a:t>
            </a:r>
            <a:r>
              <a:rPr sz="4578" spc="-164" dirty="0">
                <a:latin typeface="Calibri" panose="020F0502020204030204" pitchFamily="34" charset="0"/>
                <a:cs typeface="Calibri" panose="020F0502020204030204" pitchFamily="34" charset="0"/>
              </a:rPr>
              <a:t>atributo…</a:t>
            </a:r>
            <a:endParaRPr sz="457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16576" y="1643945"/>
            <a:ext cx="10765250" cy="362409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algn="ctr">
              <a:spcBef>
                <a:spcPts val="64"/>
              </a:spcBef>
            </a:pPr>
            <a:r>
              <a:rPr sz="2941" spc="127" dirty="0">
                <a:latin typeface="Calibri" panose="020F0502020204030204" pitchFamily="34" charset="0"/>
                <a:cs typeface="Calibri" panose="020F0502020204030204" pitchFamily="34" charset="0"/>
              </a:rPr>
              <a:t>Imaginemos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46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36" dirty="0">
                <a:latin typeface="Calibri" panose="020F0502020204030204" pitchFamily="34" charset="0"/>
                <a:cs typeface="Calibri" panose="020F0502020204030204" pitchFamily="34" charset="0"/>
              </a:rPr>
              <a:t>quiero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55" dirty="0">
                <a:latin typeface="Calibri" panose="020F0502020204030204" pitchFamily="34" charset="0"/>
                <a:cs typeface="Calibri" panose="020F0502020204030204" pitchFamily="34" charset="0"/>
              </a:rPr>
              <a:t>medir</a:t>
            </a:r>
            <a:r>
              <a:rPr sz="2941" spc="-2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54" dirty="0">
                <a:latin typeface="Calibri" panose="020F0502020204030204" pitchFamily="34" charset="0"/>
                <a:cs typeface="Calibri" panose="020F0502020204030204" pitchFamily="34" charset="0"/>
              </a:rPr>
              <a:t>masa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5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24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-76" dirty="0">
                <a:latin typeface="Calibri" panose="020F0502020204030204" pitchFamily="34" charset="0"/>
                <a:cs typeface="Calibri" panose="020F0502020204030204" pitchFamily="34" charset="0"/>
              </a:rPr>
              <a:t>objeto.</a:t>
            </a:r>
            <a:endParaRPr sz="294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7"/>
              </a:spcBef>
            </a:pPr>
            <a:endParaRPr sz="3032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2509" marR="180210" algn="ctr">
              <a:lnSpc>
                <a:spcPts val="3450"/>
              </a:lnSpc>
              <a:spcBef>
                <a:spcPts val="3"/>
              </a:spcBef>
            </a:pPr>
            <a:r>
              <a:rPr sz="2941" spc="143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54" dirty="0">
                <a:latin typeface="Calibri" panose="020F0502020204030204" pitchFamily="34" charset="0"/>
                <a:cs typeface="Calibri" panose="020F0502020204030204" pitchFamily="34" charset="0"/>
              </a:rPr>
              <a:t>masa</a:t>
            </a:r>
            <a:r>
              <a:rPr sz="2941" spc="-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82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24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941" spc="-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-21" dirty="0"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46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941" spc="-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15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79" dirty="0">
                <a:latin typeface="Calibri" panose="020F0502020204030204" pitchFamily="34" charset="0"/>
                <a:cs typeface="Calibri" panose="020F0502020204030204" pitchFamily="34" charset="0"/>
              </a:rPr>
              <a:t>general</a:t>
            </a:r>
            <a:r>
              <a:rPr sz="2941" spc="-22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82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36" dirty="0">
                <a:latin typeface="Calibri" panose="020F0502020204030204" pitchFamily="34" charset="0"/>
                <a:cs typeface="Calibri" panose="020F0502020204030204" pitchFamily="34" charset="0"/>
              </a:rPr>
              <a:t>consideraría</a:t>
            </a:r>
            <a:r>
              <a:rPr sz="2941" spc="-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88" dirty="0">
                <a:latin typeface="Calibri" panose="020F0502020204030204" pitchFamily="34" charset="0"/>
                <a:cs typeface="Calibri" panose="020F0502020204030204" pitchFamily="34" charset="0"/>
              </a:rPr>
              <a:t>como  </a:t>
            </a:r>
            <a:r>
              <a:rPr sz="2941" spc="-76" dirty="0">
                <a:latin typeface="Calibri" panose="020F0502020204030204" pitchFamily="34" charset="0"/>
                <a:cs typeface="Calibri" panose="020F0502020204030204" pitchFamily="34" charset="0"/>
              </a:rPr>
              <a:t>“medible”</a:t>
            </a:r>
            <a:r>
              <a:rPr sz="2941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15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941" spc="-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45" dirty="0">
                <a:latin typeface="Calibri" panose="020F0502020204030204" pitchFamily="34" charset="0"/>
                <a:cs typeface="Calibri" panose="020F0502020204030204" pitchFamily="34" charset="0"/>
              </a:rPr>
              <a:t>cualquier</a:t>
            </a:r>
            <a:r>
              <a:rPr sz="2941" spc="-2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24" dirty="0">
                <a:latin typeface="Calibri" panose="020F0502020204030204" pitchFamily="34" charset="0"/>
                <a:cs typeface="Calibri" panose="020F0502020204030204" pitchFamily="34" charset="0"/>
              </a:rPr>
              <a:t>deﬁnición</a:t>
            </a:r>
            <a:r>
              <a:rPr sz="2941" spc="-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5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9" dirty="0">
                <a:latin typeface="Calibri" panose="020F0502020204030204" pitchFamily="34" charset="0"/>
                <a:cs typeface="Calibri" panose="020F0502020204030204" pitchFamily="34" charset="0"/>
              </a:rPr>
              <a:t>medición.</a:t>
            </a:r>
            <a:endParaRPr sz="294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"/>
              </a:spcBef>
            </a:pPr>
            <a:endParaRPr sz="294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16" marR="3081" indent="-1540" algn="ctr">
              <a:lnSpc>
                <a:spcPts val="3450"/>
              </a:lnSpc>
              <a:spcBef>
                <a:spcPts val="3"/>
              </a:spcBef>
            </a:pPr>
            <a:r>
              <a:rPr sz="2941" spc="182" dirty="0">
                <a:latin typeface="Calibri" panose="020F0502020204030204" pitchFamily="34" charset="0"/>
                <a:cs typeface="Calibri" panose="020F0502020204030204" pitchFamily="34" charset="0"/>
              </a:rPr>
              <a:t>Además</a:t>
            </a:r>
            <a:r>
              <a:rPr sz="2941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21" dirty="0">
                <a:latin typeface="Calibri" panose="020F0502020204030204" pitchFamily="34" charset="0"/>
                <a:cs typeface="Calibri" panose="020F0502020204030204" pitchFamily="34" charset="0"/>
              </a:rPr>
              <a:t>contamos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43" dirty="0"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2941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9" dirty="0">
                <a:latin typeface="Calibri" panose="020F0502020204030204" pitchFamily="34" charset="0"/>
                <a:cs typeface="Calibri" panose="020F0502020204030204" pitchFamily="34" charset="0"/>
              </a:rPr>
              <a:t>teorías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27" dirty="0">
                <a:latin typeface="Calibri" panose="020F0502020204030204" pitchFamily="34" charset="0"/>
                <a:cs typeface="Calibri" panose="020F0502020204030204" pitchFamily="34" charset="0"/>
              </a:rPr>
              <a:t>físicas</a:t>
            </a:r>
            <a:r>
              <a:rPr sz="2941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97" dirty="0">
                <a:latin typeface="Calibri" panose="020F0502020204030204" pitchFamily="34" charset="0"/>
                <a:cs typeface="Calibri" panose="020F0502020204030204" pitchFamily="34" charset="0"/>
              </a:rPr>
              <a:t>avanzadas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46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941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73" dirty="0" err="1">
                <a:latin typeface="Calibri" panose="020F0502020204030204" pitchFamily="34" charset="0"/>
                <a:cs typeface="Calibri" panose="020F0502020204030204" pitchFamily="34" charset="0"/>
              </a:rPr>
              <a:t>expresan</a:t>
            </a:r>
            <a:r>
              <a:rPr sz="2941" spc="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46" dirty="0" err="1">
                <a:latin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82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941" spc="-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-109" dirty="0">
                <a:latin typeface="Calibri" panose="020F0502020204030204" pitchFamily="34" charset="0"/>
                <a:cs typeface="Calibri" panose="020F0502020204030204" pitchFamily="34" charset="0"/>
              </a:rPr>
              <a:t>“masa”</a:t>
            </a:r>
            <a:r>
              <a:rPr sz="2941" spc="-2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5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24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941" spc="-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dirty="0">
                <a:latin typeface="Calibri" panose="020F0502020204030204" pitchFamily="34" charset="0"/>
                <a:cs typeface="Calibri" panose="020F0502020204030204" pitchFamily="34" charset="0"/>
              </a:rPr>
              <a:t>objeto</a:t>
            </a:r>
            <a:r>
              <a:rPr sz="2941" spc="-2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43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941" spc="-2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46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941" spc="-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73" dirty="0">
                <a:latin typeface="Calibri" panose="020F0502020204030204" pitchFamily="34" charset="0"/>
                <a:cs typeface="Calibri" panose="020F0502020204030204" pitchFamily="34" charset="0"/>
              </a:rPr>
              <a:t>nos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39" dirty="0">
                <a:latin typeface="Calibri" panose="020F0502020204030204" pitchFamily="34" charset="0"/>
                <a:cs typeface="Calibri" panose="020F0502020204030204" pitchFamily="34" charset="0"/>
              </a:rPr>
              <a:t>sirven</a:t>
            </a:r>
            <a:r>
              <a:rPr sz="2941" spc="-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39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-61" dirty="0">
                <a:latin typeface="Calibri" panose="020F0502020204030204" pitchFamily="34" charset="0"/>
                <a:cs typeface="Calibri" panose="020F0502020204030204" pitchFamily="34" charset="0"/>
              </a:rPr>
              <a:t>justiﬁcar</a:t>
            </a:r>
            <a:r>
              <a:rPr sz="2941" spc="-2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-6" dirty="0">
                <a:latin typeface="Calibri" panose="020F0502020204030204" pitchFamily="34" charset="0"/>
                <a:cs typeface="Calibri" panose="020F0502020204030204" pitchFamily="34" charset="0"/>
              </a:rPr>
              <a:t>la  </a:t>
            </a:r>
            <a:r>
              <a:rPr sz="2941" spc="76" dirty="0">
                <a:latin typeface="Calibri" panose="020F0502020204030204" pitchFamily="34" charset="0"/>
                <a:cs typeface="Calibri" panose="020F0502020204030204" pitchFamily="34" charset="0"/>
              </a:rPr>
              <a:t>construcción</a:t>
            </a:r>
            <a:r>
              <a:rPr sz="2941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5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24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941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39" dirty="0">
                <a:latin typeface="Calibri" panose="020F0502020204030204" pitchFamily="34" charset="0"/>
                <a:cs typeface="Calibri" panose="020F0502020204030204" pitchFamily="34" charset="0"/>
              </a:rPr>
              <a:t>instrumento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15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94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9" dirty="0">
                <a:latin typeface="Calibri" panose="020F0502020204030204" pitchFamily="34" charset="0"/>
                <a:cs typeface="Calibri" panose="020F0502020204030204" pitchFamily="34" charset="0"/>
              </a:rPr>
              <a:t>medición:</a:t>
            </a:r>
            <a:r>
              <a:rPr sz="2941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82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941" spc="-1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941" spc="3" dirty="0">
                <a:latin typeface="Calibri" panose="020F0502020204030204" pitchFamily="34" charset="0"/>
                <a:cs typeface="Calibri" panose="020F0502020204030204" pitchFamily="34" charset="0"/>
              </a:rPr>
              <a:t>pesa.</a:t>
            </a:r>
            <a:endParaRPr sz="294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39969" y="2233691"/>
            <a:ext cx="11476893" cy="1814578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7701">
              <a:spcBef>
                <a:spcPts val="79"/>
              </a:spcBef>
            </a:pPr>
            <a:r>
              <a:rPr sz="3881" spc="121" dirty="0"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sz="3881" spc="-1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881" spc="252" dirty="0"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3881" spc="-1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881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3881" spc="-1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881" spc="206" dirty="0">
                <a:latin typeface="Calibri" panose="020F0502020204030204" pitchFamily="34" charset="0"/>
                <a:cs typeface="Calibri" panose="020F0502020204030204" pitchFamily="34" charset="0"/>
              </a:rPr>
              <a:t>pesa</a:t>
            </a:r>
            <a:r>
              <a:rPr sz="3881" spc="-1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881" spc="61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3881" spc="-1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881" spc="79" dirty="0">
                <a:latin typeface="Calibri" panose="020F0502020204030204" pitchFamily="34" charset="0"/>
                <a:cs typeface="Calibri" panose="020F0502020204030204" pitchFamily="34" charset="0"/>
              </a:rPr>
              <a:t>medir</a:t>
            </a:r>
            <a:r>
              <a:rPr sz="3881" spc="-2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881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3881" spc="-1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881" spc="215" dirty="0">
                <a:latin typeface="Calibri" panose="020F0502020204030204" pitchFamily="34" charset="0"/>
                <a:cs typeface="Calibri" panose="020F0502020204030204" pitchFamily="34" charset="0"/>
              </a:rPr>
              <a:t>masa</a:t>
            </a:r>
            <a:r>
              <a:rPr sz="3881" spc="-1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881" spc="215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3881" spc="-1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881" spc="173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3881" spc="-1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881" spc="-73" dirty="0" err="1">
                <a:latin typeface="Calibri" panose="020F0502020204030204" pitchFamily="34" charset="0"/>
                <a:cs typeface="Calibri" panose="020F0502020204030204" pitchFamily="34" charset="0"/>
              </a:rPr>
              <a:t>objeto</a:t>
            </a:r>
            <a:r>
              <a:rPr sz="3881" spc="-73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s-ES" sz="3881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81" spc="240" dirty="0">
                <a:latin typeface="Calibri" panose="020F0502020204030204" pitchFamily="34" charset="0"/>
                <a:cs typeface="Calibri" panose="020F0502020204030204" pitchFamily="34" charset="0"/>
              </a:rPr>
              <a:t>¿</a:t>
            </a:r>
            <a:r>
              <a:rPr lang="en-US" sz="3881" spc="240" dirty="0" err="1">
                <a:latin typeface="Calibri" panose="020F0502020204030204" pitchFamily="34" charset="0"/>
                <a:cs typeface="Calibri" panose="020F0502020204030204" pitchFamily="34" charset="0"/>
              </a:rPr>
              <a:t>puedo</a:t>
            </a:r>
            <a:r>
              <a:rPr lang="en-US" sz="3881" spc="-1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81" spc="52" dirty="0" err="1">
                <a:latin typeface="Calibri" panose="020F0502020204030204" pitchFamily="34" charset="0"/>
                <a:cs typeface="Calibri" panose="020F0502020204030204" pitchFamily="34" charset="0"/>
              </a:rPr>
              <a:t>decir</a:t>
            </a:r>
            <a:r>
              <a:rPr lang="en-US" sz="3881" spc="-2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81" spc="203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3881" spc="-1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81" spc="106" dirty="0" err="1">
                <a:latin typeface="Calibri" panose="020F0502020204030204" pitchFamily="34" charset="0"/>
                <a:cs typeface="Calibri" panose="020F0502020204030204" pitchFamily="34" charset="0"/>
              </a:rPr>
              <a:t>logré</a:t>
            </a:r>
            <a:r>
              <a:rPr lang="en-US" sz="3881" spc="-1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81" spc="79" dirty="0" err="1">
                <a:latin typeface="Calibri" panose="020F0502020204030204" pitchFamily="34" charset="0"/>
                <a:cs typeface="Calibri" panose="020F0502020204030204" pitchFamily="34" charset="0"/>
              </a:rPr>
              <a:t>medir</a:t>
            </a:r>
            <a:r>
              <a:rPr lang="en-US" sz="3881" spc="-2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81" spc="42" dirty="0" err="1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3881" spc="-2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81" spc="-21" dirty="0" err="1"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lang="en-US" sz="3881" spc="-1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81" spc="203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lang="en-US" sz="3881" spc="267" dirty="0">
                <a:latin typeface="Calibri" panose="020F0502020204030204" pitchFamily="34" charset="0"/>
                <a:cs typeface="Calibri" panose="020F0502020204030204" pitchFamily="34" charset="0"/>
              </a:rPr>
              <a:t>me</a:t>
            </a:r>
            <a:r>
              <a:rPr lang="en-US" sz="3881" spc="-1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81" spc="69" dirty="0" err="1">
                <a:latin typeface="Calibri" panose="020F0502020204030204" pitchFamily="34" charset="0"/>
                <a:cs typeface="Calibri" panose="020F0502020204030204" pitchFamily="34" charset="0"/>
              </a:rPr>
              <a:t>interesaba</a:t>
            </a:r>
            <a:r>
              <a:rPr lang="en-US" sz="3881" spc="69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388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spcBef>
                <a:spcPts val="79"/>
              </a:spcBef>
            </a:pPr>
            <a:endParaRPr sz="388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420851" y="2447871"/>
            <a:ext cx="3905842" cy="25799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7527" y="398106"/>
            <a:ext cx="5336610" cy="1428931"/>
          </a:xfrm>
          <a:prstGeom prst="rect">
            <a:avLst/>
          </a:prstGeom>
        </p:spPr>
        <p:txBody>
          <a:bodyPr vert="horz" wrap="square" lIns="0" tIns="43512" rIns="0" bIns="0" rtlCol="0" anchor="ctr">
            <a:spAutoFit/>
          </a:bodyPr>
          <a:lstStyle/>
          <a:p>
            <a:pPr marL="7701" marR="3081" indent="584141">
              <a:lnSpc>
                <a:spcPts val="5397"/>
              </a:lnSpc>
              <a:spcBef>
                <a:spcPts val="343"/>
              </a:spcBef>
            </a:pPr>
            <a:r>
              <a:rPr sz="4578" b="0" spc="261" dirty="0">
                <a:solidFill>
                  <a:srgbClr val="000000"/>
                </a:solidFill>
                <a:latin typeface="Calibri" panose="020F0502020204030204" pitchFamily="34" charset="0"/>
              </a:rPr>
              <a:t>Una </a:t>
            </a:r>
            <a:r>
              <a:rPr sz="4578" b="0" spc="243" dirty="0">
                <a:solidFill>
                  <a:srgbClr val="000000"/>
                </a:solidFill>
                <a:latin typeface="Calibri" panose="020F0502020204030204" pitchFamily="34" charset="0"/>
              </a:rPr>
              <a:t>pesa </a:t>
            </a:r>
            <a:r>
              <a:rPr sz="4578" b="0" spc="-39" dirty="0">
                <a:solidFill>
                  <a:srgbClr val="000000"/>
                </a:solidFill>
                <a:latin typeface="Calibri" panose="020F0502020204030204" pitchFamily="34" charset="0"/>
              </a:rPr>
              <a:t>típica  </a:t>
            </a:r>
            <a:r>
              <a:rPr sz="4578" b="0" spc="73" dirty="0">
                <a:solidFill>
                  <a:srgbClr val="000000"/>
                </a:solidFill>
                <a:latin typeface="Calibri" panose="020F0502020204030204" pitchFamily="34" charset="0"/>
              </a:rPr>
              <a:t>para </a:t>
            </a:r>
            <a:r>
              <a:rPr sz="4578" b="0" spc="252" dirty="0">
                <a:solidFill>
                  <a:srgbClr val="000000"/>
                </a:solidFill>
                <a:latin typeface="Calibri" panose="020F0502020204030204" pitchFamily="34" charset="0"/>
              </a:rPr>
              <a:t>masa</a:t>
            </a:r>
            <a:r>
              <a:rPr sz="4578" b="0" spc="-525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sz="4578" b="0" spc="-12" dirty="0">
                <a:solidFill>
                  <a:srgbClr val="000000"/>
                </a:solidFill>
                <a:latin typeface="Calibri" panose="020F0502020204030204" pitchFamily="34" charset="0"/>
              </a:rPr>
              <a:t>corporal.</a:t>
            </a:r>
            <a:endParaRPr sz="4578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420851" y="2447871"/>
            <a:ext cx="3905842" cy="25799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697527" y="411369"/>
            <a:ext cx="5336610" cy="1428931"/>
          </a:xfrm>
          <a:prstGeom prst="rect">
            <a:avLst/>
          </a:prstGeom>
        </p:spPr>
        <p:txBody>
          <a:bodyPr vert="horz" wrap="square" lIns="0" tIns="43512" rIns="0" bIns="0" rtlCol="0" anchor="ctr">
            <a:spAutoFit/>
          </a:bodyPr>
          <a:lstStyle>
            <a:lvl1pPr marL="7701" marR="3081" indent="584141">
              <a:lnSpc>
                <a:spcPts val="5397"/>
              </a:lnSpc>
              <a:spcBef>
                <a:spcPts val="343"/>
              </a:spcBef>
              <a:buNone/>
              <a:defRPr sz="4578" b="0" i="0" spc="261">
                <a:solidFill>
                  <a:srgbClr val="000000"/>
                </a:solidFill>
                <a:latin typeface="Abadi Extra Light" panose="020B0204020104020204" pitchFamily="34" charset="0"/>
                <a:ea typeface="+mj-ea"/>
                <a:cs typeface="Trebuchet MS"/>
              </a:defRPr>
            </a:lvl1pPr>
          </a:lstStyle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Una pesa típica  para masa corporal.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91484" y="2176545"/>
            <a:ext cx="5073996" cy="1428931"/>
          </a:xfrm>
          <a:prstGeom prst="rect">
            <a:avLst/>
          </a:prstGeom>
        </p:spPr>
        <p:txBody>
          <a:bodyPr vert="horz" wrap="square" lIns="0" tIns="43512" rIns="0" bIns="0" rtlCol="0">
            <a:spAutoFit/>
          </a:bodyPr>
          <a:lstStyle/>
          <a:p>
            <a:pPr marL="750490" marR="3081" indent="-743174">
              <a:lnSpc>
                <a:spcPts val="5397"/>
              </a:lnSpc>
              <a:spcBef>
                <a:spcPts val="343"/>
              </a:spcBef>
            </a:pPr>
            <a:r>
              <a:rPr sz="4000" spc="258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sz="4000" spc="-2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230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4000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297" dirty="0"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4000" spc="-2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73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4000" spc="-3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52" dirty="0">
                <a:latin typeface="Calibri" panose="020F0502020204030204" pitchFamily="34" charset="0"/>
                <a:cs typeface="Calibri" panose="020F0502020204030204" pitchFamily="34" charset="0"/>
              </a:rPr>
              <a:t>ver</a:t>
            </a:r>
            <a:r>
              <a:rPr sz="4000" spc="-32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39" dirty="0">
                <a:latin typeface="Calibri" panose="020F0502020204030204" pitchFamily="34" charset="0"/>
                <a:cs typeface="Calibri" panose="020F0502020204030204" pitchFamily="34" charset="0"/>
              </a:rPr>
              <a:t>si  </a:t>
            </a:r>
            <a:r>
              <a:rPr sz="4000" spc="149" dirty="0">
                <a:latin typeface="Calibri" panose="020F0502020204030204" pitchFamily="34" charset="0"/>
                <a:cs typeface="Calibri" panose="020F0502020204030204" pitchFamily="34" charset="0"/>
              </a:rPr>
              <a:t>subí </a:t>
            </a:r>
            <a:r>
              <a:rPr sz="4000" spc="255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4000" spc="-5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67" dirty="0">
                <a:latin typeface="Calibri" panose="020F0502020204030204" pitchFamily="34" charset="0"/>
                <a:cs typeface="Calibri" panose="020F0502020204030204" pitchFamily="34" charset="0"/>
              </a:rPr>
              <a:t>peso.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420851" y="2447871"/>
            <a:ext cx="3905842" cy="25799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7527" y="398106"/>
            <a:ext cx="5336610" cy="1428931"/>
          </a:xfrm>
          <a:prstGeom prst="rect">
            <a:avLst/>
          </a:prstGeom>
        </p:spPr>
        <p:txBody>
          <a:bodyPr vert="horz" wrap="square" lIns="0" tIns="43512" rIns="0" bIns="0" rtlCol="0" anchor="ctr">
            <a:spAutoFit/>
          </a:bodyPr>
          <a:lstStyle/>
          <a:p>
            <a:pPr marL="7701" marR="3081" indent="584141">
              <a:lnSpc>
                <a:spcPts val="5397"/>
              </a:lnSpc>
              <a:spcBef>
                <a:spcPts val="343"/>
              </a:spcBef>
            </a:pPr>
            <a:r>
              <a:rPr sz="4578" b="0" spc="261" dirty="0">
                <a:solidFill>
                  <a:srgbClr val="000000"/>
                </a:solidFill>
                <a:latin typeface="Calibri" panose="020F0502020204030204" pitchFamily="34" charset="0"/>
              </a:rPr>
              <a:t>Una </a:t>
            </a:r>
            <a:r>
              <a:rPr sz="4578" b="0" spc="243" dirty="0">
                <a:solidFill>
                  <a:srgbClr val="000000"/>
                </a:solidFill>
                <a:latin typeface="Calibri" panose="020F0502020204030204" pitchFamily="34" charset="0"/>
              </a:rPr>
              <a:t>pesa </a:t>
            </a:r>
            <a:r>
              <a:rPr sz="4578" b="0" spc="-39" dirty="0">
                <a:solidFill>
                  <a:srgbClr val="000000"/>
                </a:solidFill>
                <a:latin typeface="Calibri" panose="020F0502020204030204" pitchFamily="34" charset="0"/>
              </a:rPr>
              <a:t>típica  </a:t>
            </a:r>
            <a:r>
              <a:rPr sz="4578" b="0" spc="73" dirty="0">
                <a:solidFill>
                  <a:srgbClr val="000000"/>
                </a:solidFill>
                <a:latin typeface="Calibri" panose="020F0502020204030204" pitchFamily="34" charset="0"/>
              </a:rPr>
              <a:t>para </a:t>
            </a:r>
            <a:r>
              <a:rPr sz="4578" b="0" spc="252" dirty="0">
                <a:solidFill>
                  <a:srgbClr val="000000"/>
                </a:solidFill>
                <a:latin typeface="Calibri" panose="020F0502020204030204" pitchFamily="34" charset="0"/>
              </a:rPr>
              <a:t>masa</a:t>
            </a:r>
            <a:r>
              <a:rPr sz="4578" b="0" spc="-525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sz="4578" b="0" spc="-12" dirty="0">
                <a:solidFill>
                  <a:srgbClr val="000000"/>
                </a:solidFill>
                <a:latin typeface="Calibri" panose="020F0502020204030204" pitchFamily="34" charset="0"/>
              </a:rPr>
              <a:t>corporal.</a:t>
            </a:r>
            <a:endParaRPr sz="4578" b="0" dirty="0">
              <a:latin typeface="Calibri" panose="020F0502020204030204" pitchFamily="34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9155566-0610-46D8-AF39-6CC632FD084E}"/>
              </a:ext>
            </a:extLst>
          </p:cNvPr>
          <p:cNvSpPr txBox="1"/>
          <p:nvPr/>
        </p:nvSpPr>
        <p:spPr>
          <a:xfrm>
            <a:off x="5535168" y="2176545"/>
            <a:ext cx="6205728" cy="3545665"/>
          </a:xfrm>
          <a:prstGeom prst="rect">
            <a:avLst/>
          </a:prstGeom>
        </p:spPr>
        <p:txBody>
          <a:bodyPr vert="horz" wrap="square" lIns="0" tIns="43512" rIns="0" bIns="0" rtlCol="0">
            <a:spAutoFit/>
          </a:bodyPr>
          <a:lstStyle/>
          <a:p>
            <a:pPr marL="750490" marR="3081" indent="-743174">
              <a:lnSpc>
                <a:spcPts val="5397"/>
              </a:lnSpc>
              <a:spcBef>
                <a:spcPts val="343"/>
              </a:spcBef>
            </a:pPr>
            <a:r>
              <a:rPr sz="4000" spc="258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sz="4000" spc="-2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230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4000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297" dirty="0"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4000" spc="-2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73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4000" spc="-3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52" dirty="0" err="1">
                <a:latin typeface="Calibri" panose="020F0502020204030204" pitchFamily="34" charset="0"/>
                <a:cs typeface="Calibri" panose="020F0502020204030204" pitchFamily="34" charset="0"/>
              </a:rPr>
              <a:t>ver</a:t>
            </a:r>
            <a:r>
              <a:rPr sz="4000" spc="-32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39" dirty="0" err="1"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sz="4000" spc="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149" dirty="0">
                <a:latin typeface="Calibri" panose="020F0502020204030204" pitchFamily="34" charset="0"/>
                <a:cs typeface="Calibri" panose="020F0502020204030204" pitchFamily="34" charset="0"/>
              </a:rPr>
              <a:t>subí </a:t>
            </a:r>
            <a:r>
              <a:rPr sz="4000" spc="255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4000" spc="-5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67" dirty="0">
                <a:latin typeface="Calibri" panose="020F0502020204030204" pitchFamily="34" charset="0"/>
                <a:cs typeface="Calibri" panose="020F0502020204030204" pitchFamily="34" charset="0"/>
              </a:rPr>
              <a:t>peso.</a:t>
            </a:r>
            <a:endParaRPr lang="es-MX" sz="4000" spc="6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0490" marR="3081" indent="-743174">
              <a:lnSpc>
                <a:spcPts val="5397"/>
              </a:lnSpc>
              <a:spcBef>
                <a:spcPts val="343"/>
              </a:spcBef>
            </a:pPr>
            <a:endParaRPr lang="es-MX" sz="4000" spc="6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0490" marR="3081" indent="-743174">
              <a:lnSpc>
                <a:spcPts val="5397"/>
              </a:lnSpc>
              <a:spcBef>
                <a:spcPts val="343"/>
              </a:spcBef>
            </a:pPr>
            <a:r>
              <a:rPr lang="es-CL" sz="4000" spc="67" dirty="0">
                <a:latin typeface="Calibri" panose="020F0502020204030204" pitchFamily="34" charset="0"/>
                <a:cs typeface="Calibri" panose="020F0502020204030204" pitchFamily="34" charset="0"/>
              </a:rPr>
              <a:t>- La uso para pesar la dosis de un medicamento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7217" y="1579941"/>
            <a:ext cx="10532671" cy="3683157"/>
          </a:xfrm>
          <a:prstGeom prst="rect">
            <a:avLst/>
          </a:prstGeom>
        </p:spPr>
        <p:txBody>
          <a:bodyPr vert="horz" wrap="square" lIns="0" tIns="39276" rIns="0" bIns="0" rtlCol="0">
            <a:spAutoFit/>
          </a:bodyPr>
          <a:lstStyle/>
          <a:p>
            <a:pPr marL="7316" marR="3081" indent="-12707" algn="ctr">
              <a:lnSpc>
                <a:spcPts val="4748"/>
              </a:lnSpc>
              <a:spcBef>
                <a:spcPts val="309"/>
              </a:spcBef>
            </a:pPr>
            <a:r>
              <a:rPr sz="4033" spc="215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4033" spc="258" dirty="0">
                <a:latin typeface="Calibri" panose="020F0502020204030204" pitchFamily="34" charset="0"/>
                <a:cs typeface="Calibri" panose="020F0502020204030204" pitchFamily="34" charset="0"/>
              </a:rPr>
              <a:t>ambos </a:t>
            </a:r>
            <a:r>
              <a:rPr sz="4033" spc="246" dirty="0">
                <a:latin typeface="Calibri" panose="020F0502020204030204" pitchFamily="34" charset="0"/>
                <a:cs typeface="Calibri" panose="020F0502020204030204" pitchFamily="34" charset="0"/>
              </a:rPr>
              <a:t>casos </a:t>
            </a:r>
            <a:r>
              <a:rPr sz="4033" spc="-3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4033" spc="-36" dirty="0">
                <a:latin typeface="Calibri" panose="020F0502020204030204" pitchFamily="34" charset="0"/>
                <a:cs typeface="Calibri" panose="020F0502020204030204" pitchFamily="34" charset="0"/>
              </a:rPr>
              <a:t>teoría </a:t>
            </a:r>
            <a:r>
              <a:rPr sz="4033" spc="69" dirty="0">
                <a:latin typeface="Calibri" panose="020F0502020204030204" pitchFamily="34" charset="0"/>
                <a:cs typeface="Calibri" panose="020F0502020204030204" pitchFamily="34" charset="0"/>
              </a:rPr>
              <a:t>detrás </a:t>
            </a:r>
            <a:r>
              <a:rPr sz="4033" spc="221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4033" spc="-3" dirty="0">
                <a:latin typeface="Calibri" panose="020F0502020204030204" pitchFamily="34" charset="0"/>
                <a:cs typeface="Calibri" panose="020F0502020204030204" pitchFamily="34" charset="0"/>
              </a:rPr>
              <a:t>la  </a:t>
            </a:r>
            <a:r>
              <a:rPr sz="4033" spc="36" dirty="0">
                <a:latin typeface="Calibri" panose="020F0502020204030204" pitchFamily="34" charset="0"/>
                <a:cs typeface="Calibri" panose="020F0502020204030204" pitchFamily="34" charset="0"/>
              </a:rPr>
              <a:t>medición,</a:t>
            </a:r>
            <a:r>
              <a:rPr sz="4033" spc="-1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33" spc="42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4033" spc="-3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33" spc="-24" dirty="0"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4033" spc="-29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33" spc="203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4033" spc="-29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33" spc="42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4033" spc="-3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33" spc="69" dirty="0" err="1">
                <a:latin typeface="Calibri" panose="020F0502020204030204" pitchFamily="34" charset="0"/>
                <a:cs typeface="Calibri" panose="020F0502020204030204" pitchFamily="34" charset="0"/>
              </a:rPr>
              <a:t>funcionamiento</a:t>
            </a:r>
            <a:r>
              <a:rPr sz="4033" spc="-1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33" spc="118" dirty="0">
                <a:latin typeface="Calibri" panose="020F0502020204030204" pitchFamily="34" charset="0"/>
                <a:cs typeface="Calibri" panose="020F0502020204030204" pitchFamily="34" charset="0"/>
              </a:rPr>
              <a:t>del </a:t>
            </a:r>
            <a:r>
              <a:rPr sz="4033" spc="61" dirty="0">
                <a:latin typeface="Calibri" panose="020F0502020204030204" pitchFamily="34" charset="0"/>
                <a:cs typeface="Calibri" panose="020F0502020204030204" pitchFamily="34" charset="0"/>
              </a:rPr>
              <a:t>instrumento </a:t>
            </a:r>
            <a:r>
              <a:rPr sz="4033" spc="258" dirty="0">
                <a:latin typeface="Calibri" panose="020F0502020204030204" pitchFamily="34" charset="0"/>
                <a:cs typeface="Calibri" panose="020F0502020204030204" pitchFamily="34" charset="0"/>
              </a:rPr>
              <a:t>es </a:t>
            </a:r>
            <a:r>
              <a:rPr sz="4033" spc="-3" dirty="0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s-MX" sz="4033" spc="-3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sz="4033" spc="-36" dirty="0" err="1">
                <a:latin typeface="Calibri" panose="020F0502020204030204" pitchFamily="34" charset="0"/>
                <a:cs typeface="Calibri" panose="020F0502020204030204" pitchFamily="34" charset="0"/>
              </a:rPr>
              <a:t>misma</a:t>
            </a:r>
            <a:r>
              <a:rPr sz="4033" spc="-36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sz="403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409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23419" marR="626499" algn="ctr">
              <a:lnSpc>
                <a:spcPts val="4748"/>
              </a:lnSpc>
            </a:pPr>
            <a:r>
              <a:rPr sz="4033" spc="97" dirty="0">
                <a:latin typeface="Calibri" panose="020F0502020204030204" pitchFamily="34" charset="0"/>
                <a:cs typeface="Calibri" panose="020F0502020204030204" pitchFamily="34" charset="0"/>
              </a:rPr>
              <a:t>Pero</a:t>
            </a:r>
            <a:r>
              <a:rPr sz="4033" spc="-1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33" spc="200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4033" spc="-1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33" spc="106" dirty="0">
                <a:latin typeface="Calibri" panose="020F0502020204030204" pitchFamily="34" charset="0"/>
                <a:cs typeface="Calibri" panose="020F0502020204030204" pitchFamily="34" charset="0"/>
              </a:rPr>
              <a:t>parece</a:t>
            </a:r>
            <a:r>
              <a:rPr sz="4033" spc="-1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33" spc="82" dirty="0">
                <a:latin typeface="Calibri" panose="020F0502020204030204" pitchFamily="34" charset="0"/>
                <a:cs typeface="Calibri" panose="020F0502020204030204" pitchFamily="34" charset="0"/>
              </a:rPr>
              <a:t>razonable</a:t>
            </a:r>
            <a:r>
              <a:rPr sz="4033" spc="-1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33" spc="42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4033" spc="-3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33" spc="88" dirty="0">
                <a:latin typeface="Calibri" panose="020F0502020204030204" pitchFamily="34" charset="0"/>
                <a:cs typeface="Calibri" panose="020F0502020204030204" pitchFamily="34" charset="0"/>
              </a:rPr>
              <a:t>considerar  </a:t>
            </a:r>
            <a:r>
              <a:rPr sz="4033" spc="258" dirty="0">
                <a:latin typeface="Calibri" panose="020F0502020204030204" pitchFamily="34" charset="0"/>
                <a:cs typeface="Calibri" panose="020F0502020204030204" pitchFamily="34" charset="0"/>
              </a:rPr>
              <a:t>ambos</a:t>
            </a:r>
            <a:r>
              <a:rPr sz="4033" spc="-1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33" spc="246" dirty="0">
                <a:latin typeface="Calibri" panose="020F0502020204030204" pitchFamily="34" charset="0"/>
                <a:cs typeface="Calibri" panose="020F0502020204030204" pitchFamily="34" charset="0"/>
              </a:rPr>
              <a:t>casos</a:t>
            </a:r>
            <a:r>
              <a:rPr sz="4033" spc="-1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33" spc="263" dirty="0"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4033" spc="-1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33" spc="21" dirty="0">
                <a:latin typeface="Calibri" panose="020F0502020204030204" pitchFamily="34" charset="0"/>
                <a:cs typeface="Calibri" panose="020F0502020204030204" pitchFamily="34" charset="0"/>
              </a:rPr>
              <a:t>equivalentes.</a:t>
            </a:r>
            <a:endParaRPr sz="403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78500" y="2017806"/>
            <a:ext cx="10034013" cy="2813926"/>
          </a:xfrm>
          <a:prstGeom prst="rect">
            <a:avLst/>
          </a:prstGeom>
        </p:spPr>
        <p:txBody>
          <a:bodyPr vert="horz" wrap="square" lIns="0" tIns="43512" rIns="0" bIns="0" rtlCol="0">
            <a:spAutoFit/>
          </a:bodyPr>
          <a:lstStyle/>
          <a:p>
            <a:pPr marL="7701" marR="3081" indent="5776" algn="ctr">
              <a:lnSpc>
                <a:spcPts val="5397"/>
              </a:lnSpc>
              <a:spcBef>
                <a:spcPts val="343"/>
              </a:spcBef>
            </a:pPr>
            <a:r>
              <a:rPr sz="4578" spc="230" dirty="0">
                <a:latin typeface="Calibri" panose="020F0502020204030204" pitchFamily="34" charset="0"/>
                <a:cs typeface="Gautami" panose="020B0502040204020203" pitchFamily="34" charset="0"/>
              </a:rPr>
              <a:t>La </a:t>
            </a:r>
            <a:r>
              <a:rPr sz="4578" spc="97" dirty="0">
                <a:latin typeface="Calibri" panose="020F0502020204030204" pitchFamily="34" charset="0"/>
                <a:cs typeface="Gautami" panose="020B0502040204020203" pitchFamily="34" charset="0"/>
              </a:rPr>
              <a:t>calidad </a:t>
            </a:r>
            <a:r>
              <a:rPr sz="4578" spc="255" dirty="0">
                <a:latin typeface="Calibri" panose="020F0502020204030204" pitchFamily="34" charset="0"/>
                <a:cs typeface="Gautami" panose="020B0502040204020203" pitchFamily="34" charset="0"/>
              </a:rPr>
              <a:t>de </a:t>
            </a:r>
            <a:r>
              <a:rPr sz="4578" spc="188" dirty="0">
                <a:latin typeface="Calibri" panose="020F0502020204030204" pitchFamily="34" charset="0"/>
                <a:cs typeface="Gautami" panose="020B0502040204020203" pitchFamily="34" charset="0"/>
              </a:rPr>
              <a:t>los </a:t>
            </a:r>
            <a:r>
              <a:rPr sz="4578" spc="121" dirty="0">
                <a:latin typeface="Calibri" panose="020F0502020204030204" pitchFamily="34" charset="0"/>
                <a:cs typeface="Gautami" panose="020B0502040204020203" pitchFamily="34" charset="0"/>
              </a:rPr>
              <a:t>resultados </a:t>
            </a:r>
            <a:r>
              <a:rPr sz="4578" spc="240" dirty="0">
                <a:latin typeface="Calibri" panose="020F0502020204030204" pitchFamily="34" charset="0"/>
                <a:cs typeface="Gautami" panose="020B0502040204020203" pitchFamily="34" charset="0"/>
              </a:rPr>
              <a:t>que  </a:t>
            </a:r>
            <a:r>
              <a:rPr sz="4578" spc="179" dirty="0">
                <a:latin typeface="Calibri" panose="020F0502020204030204" pitchFamily="34" charset="0"/>
                <a:cs typeface="Gautami" panose="020B0502040204020203" pitchFamily="34" charset="0"/>
              </a:rPr>
              <a:t>produce</a:t>
            </a:r>
            <a:r>
              <a:rPr sz="4578" spc="-215" dirty="0">
                <a:latin typeface="Calibri" panose="020F0502020204030204" pitchFamily="34" charset="0"/>
                <a:cs typeface="Gautami" panose="020B0502040204020203" pitchFamily="34" charset="0"/>
              </a:rPr>
              <a:t> </a:t>
            </a:r>
            <a:r>
              <a:rPr sz="4578" spc="203" dirty="0">
                <a:latin typeface="Calibri" panose="020F0502020204030204" pitchFamily="34" charset="0"/>
                <a:cs typeface="Gautami" panose="020B0502040204020203" pitchFamily="34" charset="0"/>
              </a:rPr>
              <a:t>un</a:t>
            </a:r>
            <a:r>
              <a:rPr sz="4578" spc="-212" dirty="0">
                <a:latin typeface="Calibri" panose="020F0502020204030204" pitchFamily="34" charset="0"/>
                <a:cs typeface="Gautami" panose="020B0502040204020203" pitchFamily="34" charset="0"/>
              </a:rPr>
              <a:t> </a:t>
            </a:r>
            <a:r>
              <a:rPr sz="4578" spc="69" dirty="0">
                <a:latin typeface="Calibri" panose="020F0502020204030204" pitchFamily="34" charset="0"/>
                <a:cs typeface="Gautami" panose="020B0502040204020203" pitchFamily="34" charset="0"/>
              </a:rPr>
              <a:t>instrumento</a:t>
            </a:r>
            <a:r>
              <a:rPr sz="4578" spc="-215" dirty="0">
                <a:latin typeface="Calibri" panose="020F0502020204030204" pitchFamily="34" charset="0"/>
                <a:cs typeface="Gautami" panose="020B0502040204020203" pitchFamily="34" charset="0"/>
              </a:rPr>
              <a:t> </a:t>
            </a:r>
            <a:r>
              <a:rPr sz="4578" spc="255" dirty="0">
                <a:latin typeface="Calibri" panose="020F0502020204030204" pitchFamily="34" charset="0"/>
                <a:cs typeface="Gautami" panose="020B0502040204020203" pitchFamily="34" charset="0"/>
              </a:rPr>
              <a:t>de</a:t>
            </a:r>
            <a:r>
              <a:rPr sz="4578" spc="-212" dirty="0">
                <a:latin typeface="Calibri" panose="020F0502020204030204" pitchFamily="34" charset="0"/>
                <a:cs typeface="Gautami" panose="020B0502040204020203" pitchFamily="34" charset="0"/>
              </a:rPr>
              <a:t> </a:t>
            </a:r>
            <a:r>
              <a:rPr sz="4578" spc="130" dirty="0">
                <a:latin typeface="Calibri" panose="020F0502020204030204" pitchFamily="34" charset="0"/>
                <a:cs typeface="Gautami" panose="020B0502040204020203" pitchFamily="34" charset="0"/>
              </a:rPr>
              <a:t>medición  </a:t>
            </a:r>
            <a:r>
              <a:rPr sz="4578" spc="240" dirty="0">
                <a:latin typeface="Calibri" panose="020F0502020204030204" pitchFamily="34" charset="0"/>
                <a:cs typeface="Gautami" panose="020B0502040204020203" pitchFamily="34" charset="0"/>
              </a:rPr>
              <a:t>depende </a:t>
            </a:r>
            <a:r>
              <a:rPr sz="4578" spc="255" dirty="0">
                <a:latin typeface="Calibri" panose="020F0502020204030204" pitchFamily="34" charset="0"/>
                <a:cs typeface="Gautami" panose="020B0502040204020203" pitchFamily="34" charset="0"/>
              </a:rPr>
              <a:t>de </a:t>
            </a:r>
            <a:r>
              <a:rPr sz="4578" spc="188" dirty="0">
                <a:latin typeface="Calibri" panose="020F0502020204030204" pitchFamily="34" charset="0"/>
                <a:cs typeface="Gautami" panose="020B0502040204020203" pitchFamily="34" charset="0"/>
              </a:rPr>
              <a:t>los </a:t>
            </a:r>
            <a:r>
              <a:rPr sz="4578" spc="318" dirty="0">
                <a:latin typeface="Calibri" panose="020F0502020204030204" pitchFamily="34" charset="0"/>
                <a:cs typeface="Gautami" panose="020B0502040204020203" pitchFamily="34" charset="0"/>
              </a:rPr>
              <a:t>usos </a:t>
            </a:r>
            <a:r>
              <a:rPr sz="4578" spc="240" dirty="0">
                <a:latin typeface="Calibri" panose="020F0502020204030204" pitchFamily="34" charset="0"/>
                <a:cs typeface="Gautami" panose="020B0502040204020203" pitchFamily="34" charset="0"/>
              </a:rPr>
              <a:t>que </a:t>
            </a:r>
            <a:r>
              <a:rPr sz="4578" spc="293" dirty="0">
                <a:latin typeface="Calibri" panose="020F0502020204030204" pitchFamily="34" charset="0"/>
                <a:cs typeface="Gautami" panose="020B0502040204020203" pitchFamily="34" charset="0"/>
              </a:rPr>
              <a:t>se </a:t>
            </a:r>
            <a:r>
              <a:rPr sz="4578" spc="161" dirty="0">
                <a:latin typeface="Calibri" panose="020F0502020204030204" pitchFamily="34" charset="0"/>
                <a:cs typeface="Gautami" panose="020B0502040204020203" pitchFamily="34" charset="0"/>
              </a:rPr>
              <a:t>les  </a:t>
            </a:r>
            <a:r>
              <a:rPr sz="4578" spc="91" dirty="0">
                <a:latin typeface="Calibri" panose="020F0502020204030204" pitchFamily="34" charset="0"/>
                <a:cs typeface="Gautami" panose="020B0502040204020203" pitchFamily="34" charset="0"/>
              </a:rPr>
              <a:t>pretende</a:t>
            </a:r>
            <a:r>
              <a:rPr sz="4578" spc="-212" dirty="0">
                <a:latin typeface="Calibri" panose="020F0502020204030204" pitchFamily="34" charset="0"/>
                <a:cs typeface="Gautami" panose="020B0502040204020203" pitchFamily="34" charset="0"/>
              </a:rPr>
              <a:t> </a:t>
            </a:r>
            <a:r>
              <a:rPr sz="4578" spc="-197" dirty="0">
                <a:latin typeface="Calibri" panose="020F0502020204030204" pitchFamily="34" charset="0"/>
                <a:cs typeface="Gautami" panose="020B0502040204020203" pitchFamily="34" charset="0"/>
              </a:rPr>
              <a:t>dar.</a:t>
            </a:r>
            <a:endParaRPr sz="4578" dirty="0">
              <a:latin typeface="Calibri" panose="020F0502020204030204" pitchFamily="34" charset="0"/>
              <a:cs typeface="Gautam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71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97527" y="1798366"/>
            <a:ext cx="10797981" cy="3249554"/>
          </a:xfrm>
          <a:prstGeom prst="rect">
            <a:avLst/>
          </a:prstGeom>
        </p:spPr>
        <p:txBody>
          <a:bodyPr vert="horz" wrap="square" lIns="0" tIns="43127" rIns="0" bIns="0" rtlCol="0">
            <a:spAutoFit/>
          </a:bodyPr>
          <a:lstStyle/>
          <a:p>
            <a:pPr marL="7701" marR="3081" indent="-3851" algn="ctr">
              <a:lnSpc>
                <a:spcPts val="4997"/>
              </a:lnSpc>
              <a:spcBef>
                <a:spcPts val="340"/>
              </a:spcBef>
            </a:pPr>
            <a:r>
              <a:rPr sz="4275" spc="306" dirty="0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4275" spc="58" dirty="0">
                <a:latin typeface="Calibri" panose="020F0502020204030204" pitchFamily="34" charset="0"/>
                <a:cs typeface="Calibri" panose="020F0502020204030204" pitchFamily="34" charset="0"/>
              </a:rPr>
              <a:t>instrumento </a:t>
            </a:r>
            <a:r>
              <a:rPr sz="4275" spc="212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4275" spc="218" dirty="0" err="1">
                <a:latin typeface="Calibri" panose="020F0502020204030204" pitchFamily="34" charset="0"/>
                <a:cs typeface="Calibri" panose="020F0502020204030204" pitchFamily="34" charset="0"/>
              </a:rPr>
              <a:t>puede</a:t>
            </a:r>
            <a:r>
              <a:rPr lang="es-CL" sz="4275" spc="2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75" spc="91" dirty="0" err="1">
                <a:latin typeface="Calibri" panose="020F0502020204030204" pitchFamily="34" charset="0"/>
                <a:cs typeface="Calibri" panose="020F0502020204030204" pitchFamily="34" charset="0"/>
              </a:rPr>
              <a:t>razonablemente</a:t>
            </a:r>
            <a:r>
              <a:rPr sz="4275" spc="-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75" spc="121" dirty="0">
                <a:latin typeface="Calibri" panose="020F0502020204030204" pitchFamily="34" charset="0"/>
                <a:cs typeface="Calibri" panose="020F0502020204030204" pitchFamily="34" charset="0"/>
              </a:rPr>
              <a:t>ser</a:t>
            </a:r>
            <a:r>
              <a:rPr sz="4275" spc="-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75" spc="-6" dirty="0">
                <a:latin typeface="Calibri" panose="020F0502020204030204" pitchFamily="34" charset="0"/>
                <a:cs typeface="Calibri" panose="020F0502020204030204" pitchFamily="34" charset="0"/>
              </a:rPr>
              <a:t>utilizado</a:t>
            </a:r>
            <a:r>
              <a:rPr sz="4275" spc="-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75" spc="58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4275" spc="-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75" spc="133" dirty="0" err="1">
                <a:latin typeface="Calibri" panose="020F0502020204030204" pitchFamily="34" charset="0"/>
                <a:cs typeface="Calibri" panose="020F0502020204030204" pitchFamily="34" charset="0"/>
              </a:rPr>
              <a:t>estudios</a:t>
            </a:r>
            <a:r>
              <a:rPr sz="4275" spc="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75" spc="85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sz="4275" spc="12" dirty="0">
                <a:latin typeface="Calibri" panose="020F0502020204030204" pitchFamily="34" charset="0"/>
                <a:cs typeface="Calibri" panose="020F0502020204030204" pitchFamily="34" charset="0"/>
              </a:rPr>
              <a:t>nivel </a:t>
            </a:r>
            <a:r>
              <a:rPr sz="4275" spc="97" dirty="0">
                <a:latin typeface="Calibri" panose="020F0502020204030204" pitchFamily="34" charset="0"/>
                <a:cs typeface="Calibri" panose="020F0502020204030204" pitchFamily="34" charset="0"/>
              </a:rPr>
              <a:t>poblacional </a:t>
            </a:r>
            <a:r>
              <a:rPr sz="4275" spc="203" dirty="0"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sz="4275" spc="94" dirty="0" err="1">
                <a:latin typeface="Calibri" panose="020F0502020204030204" pitchFamily="34" charset="0"/>
                <a:cs typeface="Calibri" panose="020F0502020204030204" pitchFamily="34" charset="0"/>
              </a:rPr>
              <a:t>necesariamente</a:t>
            </a:r>
            <a:r>
              <a:rPr sz="4275" spc="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75" spc="263" dirty="0">
                <a:latin typeface="Calibri" panose="020F0502020204030204" pitchFamily="34" charset="0"/>
                <a:cs typeface="Calibri" panose="020F0502020204030204" pitchFamily="34" charset="0"/>
              </a:rPr>
              <a:t>es </a:t>
            </a:r>
            <a:r>
              <a:rPr sz="4275" spc="-24" dirty="0">
                <a:latin typeface="Calibri" panose="020F0502020204030204" pitchFamily="34" charset="0"/>
                <a:cs typeface="Calibri" panose="020F0502020204030204" pitchFamily="34" charset="0"/>
              </a:rPr>
              <a:t>utilizable </a:t>
            </a:r>
            <a:r>
              <a:rPr sz="4275" spc="58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4275" spc="45" dirty="0">
                <a:latin typeface="Calibri" panose="020F0502020204030204" pitchFamily="34" charset="0"/>
                <a:cs typeface="Calibri" panose="020F0502020204030204" pitchFamily="34" charset="0"/>
              </a:rPr>
              <a:t>tomar </a:t>
            </a:r>
            <a:r>
              <a:rPr sz="4275" spc="139" dirty="0">
                <a:latin typeface="Calibri" panose="020F0502020204030204" pitchFamily="34" charset="0"/>
                <a:cs typeface="Calibri" panose="020F0502020204030204" pitchFamily="34" charset="0"/>
              </a:rPr>
              <a:t>decisiones </a:t>
            </a:r>
            <a:r>
              <a:rPr sz="4275" spc="227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4275" spc="30" dirty="0" err="1">
                <a:latin typeface="Calibri" panose="020F0502020204030204" pitchFamily="34" charset="0"/>
                <a:cs typeface="Calibri" panose="020F0502020204030204" pitchFamily="34" charset="0"/>
              </a:rPr>
              <a:t>altas</a:t>
            </a:r>
            <a:r>
              <a:rPr sz="4275" spc="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75" spc="176" dirty="0">
                <a:latin typeface="Calibri" panose="020F0502020204030204" pitchFamily="34" charset="0"/>
                <a:cs typeface="Calibri" panose="020F0502020204030204" pitchFamily="34" charset="0"/>
              </a:rPr>
              <a:t>consecuencias </a:t>
            </a:r>
            <a:r>
              <a:rPr sz="4275" spc="85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sz="4275" spc="12" dirty="0">
                <a:latin typeface="Calibri" panose="020F0502020204030204" pitchFamily="34" charset="0"/>
                <a:cs typeface="Calibri" panose="020F0502020204030204" pitchFamily="34" charset="0"/>
              </a:rPr>
              <a:t>nivel</a:t>
            </a:r>
            <a:r>
              <a:rPr sz="4275" spc="-100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75" spc="-49" dirty="0">
                <a:latin typeface="Calibri" panose="020F0502020204030204" pitchFamily="34" charset="0"/>
                <a:cs typeface="Calibri" panose="020F0502020204030204" pitchFamily="34" charset="0"/>
              </a:rPr>
              <a:t>individual.</a:t>
            </a:r>
            <a:endParaRPr sz="427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183" y="246231"/>
            <a:ext cx="11411634" cy="2531720"/>
          </a:xfrm>
          <a:prstGeom prst="rect">
            <a:avLst/>
          </a:prstGeom>
        </p:spPr>
        <p:txBody>
          <a:bodyPr vert="horz" wrap="square" lIns="0" tIns="1135635" rIns="0" bIns="0" rtlCol="0" anchor="ctr">
            <a:spAutoFit/>
          </a:bodyPr>
          <a:lstStyle/>
          <a:p>
            <a:pPr marL="12322" marR="3081" indent="17328" algn="ctr">
              <a:lnSpc>
                <a:spcPts val="5397"/>
              </a:lnSpc>
              <a:spcBef>
                <a:spcPts val="343"/>
              </a:spcBef>
            </a:pPr>
            <a:r>
              <a:rPr sz="4578" b="1" spc="191" dirty="0">
                <a:solidFill>
                  <a:schemeClr val="tx1"/>
                </a:solidFill>
                <a:latin typeface="Calibri" panose="020F0502020204030204" pitchFamily="34" charset="0"/>
              </a:rPr>
              <a:t>Depende </a:t>
            </a:r>
            <a:r>
              <a:rPr sz="4578" b="1" spc="215" dirty="0">
                <a:solidFill>
                  <a:schemeClr val="tx1"/>
                </a:solidFill>
                <a:latin typeface="Calibri" panose="020F0502020204030204" pitchFamily="34" charset="0"/>
              </a:rPr>
              <a:t>de </a:t>
            </a:r>
            <a:r>
              <a:rPr sz="4578" b="1" spc="152" dirty="0">
                <a:solidFill>
                  <a:schemeClr val="tx1"/>
                </a:solidFill>
                <a:latin typeface="Calibri" panose="020F0502020204030204" pitchFamily="34" charset="0"/>
              </a:rPr>
              <a:t>la </a:t>
            </a:r>
            <a:r>
              <a:rPr sz="4578" b="1" spc="167" dirty="0" err="1">
                <a:solidFill>
                  <a:schemeClr val="tx1"/>
                </a:solidFill>
                <a:latin typeface="Calibri" panose="020F0502020204030204" pitchFamily="34" charset="0"/>
              </a:rPr>
              <a:t>calidad</a:t>
            </a:r>
            <a:r>
              <a:rPr sz="4578" b="1" spc="167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79" dirty="0">
                <a:solidFill>
                  <a:schemeClr val="tx1"/>
                </a:solidFill>
                <a:latin typeface="Calibri" panose="020F0502020204030204" pitchFamily="34" charset="0"/>
              </a:rPr>
              <a:t>del </a:t>
            </a:r>
            <a:r>
              <a:rPr sz="4578" b="1" spc="64" dirty="0">
                <a:solidFill>
                  <a:schemeClr val="tx1"/>
                </a:solidFill>
                <a:latin typeface="Calibri" panose="020F0502020204030204" pitchFamily="34" charset="0"/>
              </a:rPr>
              <a:t>instrumento</a:t>
            </a:r>
            <a:r>
              <a:rPr sz="4578" b="1" spc="-27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215" dirty="0">
                <a:solidFill>
                  <a:schemeClr val="tx1"/>
                </a:solidFill>
                <a:latin typeface="Calibri" panose="020F0502020204030204" pitchFamily="34" charset="0"/>
              </a:rPr>
              <a:t>de</a:t>
            </a:r>
            <a:r>
              <a:rPr sz="4578" b="1" spc="-27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12" dirty="0">
                <a:solidFill>
                  <a:schemeClr val="tx1"/>
                </a:solidFill>
                <a:latin typeface="Calibri" panose="020F0502020204030204" pitchFamily="34" charset="0"/>
              </a:rPr>
              <a:t>medición</a:t>
            </a:r>
            <a:r>
              <a:rPr sz="4578" b="1" spc="-27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67" dirty="0">
                <a:solidFill>
                  <a:schemeClr val="tx1"/>
                </a:solidFill>
                <a:latin typeface="Calibri" panose="020F0502020204030204" pitchFamily="34" charset="0"/>
              </a:rPr>
              <a:t>que</a:t>
            </a:r>
            <a:r>
              <a:rPr sz="4578" b="1" spc="-276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218" dirty="0">
                <a:solidFill>
                  <a:schemeClr val="tx1"/>
                </a:solidFill>
                <a:latin typeface="Calibri" panose="020F0502020204030204" pitchFamily="34" charset="0"/>
              </a:rPr>
              <a:t>se</a:t>
            </a:r>
            <a:r>
              <a:rPr sz="4578" b="1" spc="-27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215" dirty="0" err="1">
                <a:solidFill>
                  <a:schemeClr val="tx1"/>
                </a:solidFill>
                <a:latin typeface="Calibri" panose="020F0502020204030204" pitchFamily="34" charset="0"/>
              </a:rPr>
              <a:t>usó</a:t>
            </a:r>
            <a:r>
              <a:rPr sz="4578" b="1" spc="215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09" dirty="0">
                <a:solidFill>
                  <a:schemeClr val="tx1"/>
                </a:solidFill>
                <a:latin typeface="Calibri" panose="020F0502020204030204" pitchFamily="34" charset="0"/>
              </a:rPr>
              <a:t>para</a:t>
            </a:r>
            <a:r>
              <a:rPr sz="4578" b="1" spc="-278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82" dirty="0">
                <a:solidFill>
                  <a:schemeClr val="tx1"/>
                </a:solidFill>
                <a:latin typeface="Calibri" panose="020F0502020204030204" pitchFamily="34" charset="0"/>
              </a:rPr>
              <a:t>medir</a:t>
            </a:r>
            <a:r>
              <a:rPr sz="4578" b="1" spc="-391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115" dirty="0">
                <a:solidFill>
                  <a:schemeClr val="tx1"/>
                </a:solidFill>
                <a:latin typeface="Calibri" panose="020F0502020204030204" pitchFamily="34" charset="0"/>
              </a:rPr>
              <a:t>el</a:t>
            </a:r>
            <a:r>
              <a:rPr sz="4578" b="1" spc="-421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sz="4578" b="1" spc="-45" dirty="0">
                <a:solidFill>
                  <a:schemeClr val="tx1"/>
                </a:solidFill>
                <a:latin typeface="Calibri" panose="020F0502020204030204" pitchFamily="34" charset="0"/>
              </a:rPr>
              <a:t>atributo.</a:t>
            </a:r>
            <a:endParaRPr sz="4578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94DCA37A-B313-61D9-1460-3EDEC3704CC5}"/>
              </a:ext>
            </a:extLst>
          </p:cNvPr>
          <p:cNvSpPr txBox="1">
            <a:spLocks/>
          </p:cNvSpPr>
          <p:nvPr/>
        </p:nvSpPr>
        <p:spPr>
          <a:xfrm>
            <a:off x="109728" y="1870402"/>
            <a:ext cx="11644122" cy="2877945"/>
          </a:xfrm>
          <a:prstGeom prst="rect">
            <a:avLst/>
          </a:prstGeom>
        </p:spPr>
        <p:txBody>
          <a:bodyPr vert="horz" wrap="square" lIns="0" tIns="1478512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05" b="0" i="0" kern="1200">
                <a:solidFill>
                  <a:srgbClr val="CE1F15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228600" marR="3081" indent="38100" algn="ctr">
              <a:lnSpc>
                <a:spcPts val="5397"/>
              </a:lnSpc>
              <a:spcBef>
                <a:spcPts val="343"/>
              </a:spcBef>
            </a:pPr>
            <a:r>
              <a:rPr lang="en-US" sz="4578" b="1" spc="273" dirty="0">
                <a:solidFill>
                  <a:srgbClr val="000000"/>
                </a:solidFill>
              </a:rPr>
              <a:t>¿</a:t>
            </a:r>
            <a:r>
              <a:rPr lang="en-US" sz="4578" b="1" spc="273" dirty="0" err="1">
                <a:solidFill>
                  <a:srgbClr val="000000"/>
                </a:solidFill>
              </a:rPr>
              <a:t>Qué</a:t>
            </a:r>
            <a:r>
              <a:rPr lang="en-US" sz="4578" b="1" spc="-215" dirty="0">
                <a:solidFill>
                  <a:srgbClr val="000000"/>
                </a:solidFill>
              </a:rPr>
              <a:t> </a:t>
            </a:r>
            <a:r>
              <a:rPr lang="en-US" sz="4578" b="1" spc="293" dirty="0">
                <a:solidFill>
                  <a:srgbClr val="000000"/>
                </a:solidFill>
              </a:rPr>
              <a:t>es</a:t>
            </a:r>
            <a:r>
              <a:rPr lang="en-US" sz="4578" b="1" spc="-212" dirty="0">
                <a:solidFill>
                  <a:srgbClr val="000000"/>
                </a:solidFill>
              </a:rPr>
              <a:t> </a:t>
            </a:r>
            <a:r>
              <a:rPr lang="en-US" sz="4578" b="1" dirty="0">
                <a:solidFill>
                  <a:srgbClr val="000000"/>
                </a:solidFill>
              </a:rPr>
              <a:t>la</a:t>
            </a:r>
            <a:r>
              <a:rPr lang="en-US" sz="4578" b="1" spc="-212" dirty="0">
                <a:solidFill>
                  <a:srgbClr val="000000"/>
                </a:solidFill>
              </a:rPr>
              <a:t> </a:t>
            </a:r>
            <a:r>
              <a:rPr lang="en-US" sz="4578" b="1" spc="97" dirty="0" err="1">
                <a:solidFill>
                  <a:srgbClr val="000000"/>
                </a:solidFill>
              </a:rPr>
              <a:t>calidad</a:t>
            </a:r>
            <a:r>
              <a:rPr lang="en-US" sz="4578" b="1" spc="-215" dirty="0">
                <a:solidFill>
                  <a:srgbClr val="000000"/>
                </a:solidFill>
              </a:rPr>
              <a:t> </a:t>
            </a:r>
            <a:r>
              <a:rPr lang="en-US" sz="4578" b="1" spc="255" dirty="0">
                <a:solidFill>
                  <a:srgbClr val="000000"/>
                </a:solidFill>
              </a:rPr>
              <a:t>de</a:t>
            </a:r>
            <a:r>
              <a:rPr lang="en-US" sz="4578" b="1" spc="-212" dirty="0">
                <a:solidFill>
                  <a:srgbClr val="000000"/>
                </a:solidFill>
              </a:rPr>
              <a:t> </a:t>
            </a:r>
            <a:r>
              <a:rPr lang="en-US" sz="4578" b="1" spc="203" dirty="0">
                <a:solidFill>
                  <a:srgbClr val="000000"/>
                </a:solidFill>
              </a:rPr>
              <a:t>un</a:t>
            </a:r>
            <a:r>
              <a:rPr lang="en-US" sz="4578" b="1" spc="-212" dirty="0">
                <a:solidFill>
                  <a:srgbClr val="000000"/>
                </a:solidFill>
              </a:rPr>
              <a:t> </a:t>
            </a:r>
            <a:r>
              <a:rPr lang="en-US" sz="4578" b="1" spc="69" dirty="0" err="1">
                <a:solidFill>
                  <a:srgbClr val="000000"/>
                </a:solidFill>
              </a:rPr>
              <a:t>instrumento</a:t>
            </a:r>
            <a:r>
              <a:rPr lang="en-US" sz="4578" b="1" spc="69" dirty="0">
                <a:solidFill>
                  <a:srgbClr val="000000"/>
                </a:solidFill>
              </a:rPr>
              <a:t> </a:t>
            </a:r>
            <a:r>
              <a:rPr lang="en-US" sz="4578" b="1" spc="255" dirty="0">
                <a:solidFill>
                  <a:srgbClr val="000000"/>
                </a:solidFill>
              </a:rPr>
              <a:t>de</a:t>
            </a:r>
            <a:r>
              <a:rPr lang="en-US" sz="4578" b="1" spc="-212" dirty="0">
                <a:solidFill>
                  <a:srgbClr val="000000"/>
                </a:solidFill>
              </a:rPr>
              <a:t> </a:t>
            </a:r>
            <a:r>
              <a:rPr lang="en-US" sz="4578" b="1" spc="164" dirty="0" err="1">
                <a:solidFill>
                  <a:srgbClr val="000000"/>
                </a:solidFill>
              </a:rPr>
              <a:t>medición</a:t>
            </a:r>
            <a:r>
              <a:rPr lang="en-US" sz="4578" b="1" spc="164" dirty="0">
                <a:solidFill>
                  <a:srgbClr val="000000"/>
                </a:solidFill>
              </a:rPr>
              <a:t> </a:t>
            </a:r>
            <a:r>
              <a:rPr lang="en-US" sz="4578" b="1" spc="164" dirty="0" err="1">
                <a:solidFill>
                  <a:srgbClr val="000000"/>
                </a:solidFill>
              </a:rPr>
              <a:t>en</a:t>
            </a:r>
            <a:r>
              <a:rPr lang="en-US" sz="4578" b="1" spc="164" dirty="0">
                <a:solidFill>
                  <a:srgbClr val="000000"/>
                </a:solidFill>
              </a:rPr>
              <a:t> </a:t>
            </a:r>
            <a:r>
              <a:rPr lang="en-US" sz="4578" b="1" spc="164" dirty="0" err="1">
                <a:solidFill>
                  <a:srgbClr val="000000"/>
                </a:solidFill>
              </a:rPr>
              <a:t>Ciencias</a:t>
            </a:r>
            <a:r>
              <a:rPr lang="en-US" sz="4578" b="1" spc="164" dirty="0">
                <a:solidFill>
                  <a:srgbClr val="000000"/>
                </a:solidFill>
              </a:rPr>
              <a:t> </a:t>
            </a:r>
            <a:r>
              <a:rPr lang="en-US" sz="4578" b="1" spc="164" dirty="0" err="1">
                <a:solidFill>
                  <a:srgbClr val="000000"/>
                </a:solidFill>
              </a:rPr>
              <a:t>Sociales</a:t>
            </a:r>
            <a:r>
              <a:rPr lang="en-US" sz="4578" b="1" spc="164" dirty="0">
                <a:solidFill>
                  <a:srgbClr val="000000"/>
                </a:solidFill>
              </a:rPr>
              <a:t>?</a:t>
            </a:r>
            <a:endParaRPr lang="en-US" sz="4578" b="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65801" y="1598736"/>
            <a:ext cx="10065588" cy="3721128"/>
          </a:xfrm>
          <a:prstGeom prst="rect">
            <a:avLst/>
          </a:prstGeom>
        </p:spPr>
        <p:txBody>
          <a:bodyPr vert="horz" wrap="square" lIns="0" tIns="34271" rIns="0" bIns="0" rtlCol="0">
            <a:spAutoFit/>
          </a:bodyPr>
          <a:lstStyle/>
          <a:p>
            <a:pPr marL="58145" marR="60840" indent="1540" algn="ctr">
              <a:lnSpc>
                <a:spcPts val="4051"/>
              </a:lnSpc>
              <a:spcBef>
                <a:spcPts val="270"/>
              </a:spcBef>
            </a:pPr>
            <a:r>
              <a:rPr sz="3426" spc="191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3426" spc="76" dirty="0">
                <a:latin typeface="Calibri" panose="020F0502020204030204" pitchFamily="34" charset="0"/>
                <a:cs typeface="Calibri" panose="020F0502020204030204" pitchFamily="34" charset="0"/>
              </a:rPr>
              <a:t>ciencias </a:t>
            </a:r>
            <a:r>
              <a:rPr sz="3426" spc="115" dirty="0">
                <a:latin typeface="Calibri" panose="020F0502020204030204" pitchFamily="34" charset="0"/>
                <a:cs typeface="Calibri" panose="020F0502020204030204" pitchFamily="34" charset="0"/>
              </a:rPr>
              <a:t>sociales </a:t>
            </a:r>
            <a:r>
              <a:rPr sz="3426" spc="176" dirty="0"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sz="3426" spc="115" dirty="0">
                <a:latin typeface="Calibri" panose="020F0502020204030204" pitchFamily="34" charset="0"/>
                <a:cs typeface="Calibri" panose="020F0502020204030204" pitchFamily="34" charset="0"/>
              </a:rPr>
              <a:t>hay </a:t>
            </a:r>
            <a:r>
              <a:rPr sz="3426" spc="167" dirty="0">
                <a:latin typeface="Calibri" panose="020F0502020204030204" pitchFamily="34" charset="0"/>
                <a:cs typeface="Calibri" panose="020F0502020204030204" pitchFamily="34" charset="0"/>
              </a:rPr>
              <a:t>documentos </a:t>
            </a:r>
            <a:r>
              <a:rPr sz="3426" spc="194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3426" spc="203" dirty="0">
                <a:latin typeface="Calibri" panose="020F0502020204030204" pitchFamily="34" charset="0"/>
                <a:cs typeface="Calibri" panose="020F0502020204030204" pitchFamily="34" charset="0"/>
              </a:rPr>
              <a:t>consenso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82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06" dirty="0">
                <a:latin typeface="Calibri" panose="020F0502020204030204" pitchFamily="34" charset="0"/>
                <a:cs typeface="Calibri" panose="020F0502020204030204" pitchFamily="34" charset="0"/>
              </a:rPr>
              <a:t>abarquen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15" dirty="0">
                <a:latin typeface="Calibri" panose="020F0502020204030204" pitchFamily="34" charset="0"/>
                <a:cs typeface="Calibri" panose="020F0502020204030204" pitchFamily="34" charset="0"/>
              </a:rPr>
              <a:t>todas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00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64" dirty="0">
                <a:latin typeface="Calibri" panose="020F0502020204030204" pitchFamily="34" charset="0"/>
                <a:cs typeface="Calibri" panose="020F0502020204030204" pitchFamily="34" charset="0"/>
              </a:rPr>
              <a:t>disciplinas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82" dirty="0">
                <a:latin typeface="Calibri" panose="020F0502020204030204" pitchFamily="34" charset="0"/>
                <a:cs typeface="Calibri" panose="020F0502020204030204" pitchFamily="34" charset="0"/>
              </a:rPr>
              <a:t>que  </a:t>
            </a:r>
            <a:r>
              <a:rPr sz="3426" dirty="0">
                <a:latin typeface="Calibri" panose="020F0502020204030204" pitchFamily="34" charset="0"/>
                <a:cs typeface="Calibri" panose="020F0502020204030204" pitchFamily="34" charset="0"/>
              </a:rPr>
              <a:t>realizan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24" dirty="0">
                <a:latin typeface="Calibri" panose="020F0502020204030204" pitchFamily="34" charset="0"/>
                <a:cs typeface="Calibri" panose="020F0502020204030204" pitchFamily="34" charset="0"/>
              </a:rPr>
              <a:t>mediciones</a:t>
            </a:r>
            <a:r>
              <a:rPr sz="3426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4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3426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42" dirty="0">
                <a:latin typeface="Calibri" panose="020F0502020204030204" pitchFamily="34" charset="0"/>
                <a:cs typeface="Calibri" panose="020F0502020204030204" pitchFamily="34" charset="0"/>
              </a:rPr>
              <a:t>contexto</a:t>
            </a:r>
            <a:r>
              <a:rPr sz="3426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36" dirty="0">
                <a:latin typeface="Calibri" panose="020F0502020204030204" pitchFamily="34" charset="0"/>
                <a:cs typeface="Calibri" panose="020F0502020204030204" pitchFamily="34" charset="0"/>
              </a:rPr>
              <a:t>sociales.</a:t>
            </a:r>
            <a:endParaRPr sz="342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"/>
              </a:spcBef>
            </a:pPr>
            <a:endParaRPr sz="345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 indent="-6931" algn="ctr">
              <a:lnSpc>
                <a:spcPts val="4051"/>
              </a:lnSpc>
              <a:spcBef>
                <a:spcPts val="3"/>
              </a:spcBef>
            </a:pPr>
            <a:r>
              <a:rPr sz="3426" spc="88" dirty="0">
                <a:latin typeface="Calibri" panose="020F0502020204030204" pitchFamily="34" charset="0"/>
                <a:cs typeface="Calibri" panose="020F0502020204030204" pitchFamily="34" charset="0"/>
              </a:rPr>
              <a:t>Pero</a:t>
            </a:r>
            <a:r>
              <a:rPr sz="3426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33" dirty="0">
                <a:latin typeface="Calibri" panose="020F0502020204030204" pitchFamily="34" charset="0"/>
                <a:cs typeface="Calibri" panose="020F0502020204030204" pitchFamily="34" charset="0"/>
              </a:rPr>
              <a:t>sí</a:t>
            </a:r>
            <a:r>
              <a:rPr sz="3426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15" dirty="0">
                <a:latin typeface="Calibri" panose="020F0502020204030204" pitchFamily="34" charset="0"/>
                <a:cs typeface="Calibri" panose="020F0502020204030204" pitchFamily="34" charset="0"/>
              </a:rPr>
              <a:t>hay</a:t>
            </a:r>
            <a:r>
              <a:rPr sz="3426" spc="-2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58" dirty="0">
                <a:latin typeface="Calibri" panose="020F0502020204030204" pitchFamily="34" charset="0"/>
                <a:cs typeface="Calibri" panose="020F0502020204030204" pitchFamily="34" charset="0"/>
              </a:rPr>
              <a:t>lineamientos</a:t>
            </a:r>
            <a:r>
              <a:rPr sz="3426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36" dirty="0">
                <a:latin typeface="Calibri" panose="020F0502020204030204" pitchFamily="34" charset="0"/>
                <a:cs typeface="Calibri" panose="020F0502020204030204" pitchFamily="34" charset="0"/>
              </a:rPr>
              <a:t>expresados</a:t>
            </a:r>
            <a:r>
              <a:rPr sz="3426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03" dirty="0"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sz="3426" spc="-2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27" dirty="0">
                <a:latin typeface="Calibri" panose="020F0502020204030204" pitchFamily="34" charset="0"/>
                <a:cs typeface="Calibri" panose="020F0502020204030204" pitchFamily="34" charset="0"/>
              </a:rPr>
              <a:t>distintos  </a:t>
            </a:r>
            <a:r>
              <a:rPr sz="3426" spc="197" dirty="0">
                <a:latin typeface="Calibri" panose="020F0502020204030204" pitchFamily="34" charset="0"/>
                <a:cs typeface="Calibri" panose="020F0502020204030204" pitchFamily="34" charset="0"/>
              </a:rPr>
              <a:t>grupos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36" dirty="0">
                <a:latin typeface="Calibri" panose="020F0502020204030204" pitchFamily="34" charset="0"/>
                <a:cs typeface="Calibri" panose="020F0502020204030204" pitchFamily="34" charset="0"/>
              </a:rPr>
              <a:t>profesionales,</a:t>
            </a:r>
            <a:r>
              <a:rPr sz="3426" spc="-2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79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3426" spc="-24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64" dirty="0">
                <a:latin typeface="Calibri" panose="020F0502020204030204" pitchFamily="34" charset="0"/>
                <a:cs typeface="Calibri" panose="020F0502020204030204" pitchFamily="34" charset="0"/>
              </a:rPr>
              <a:t>quizá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39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3426" spc="-2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230" dirty="0" err="1">
                <a:latin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sz="3426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36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s-MX" sz="3426" spc="36" dirty="0" err="1">
                <a:latin typeface="Calibri" panose="020F0502020204030204" pitchFamily="34" charset="0"/>
                <a:cs typeface="Calibri" panose="020F0502020204030204" pitchFamily="34" charset="0"/>
              </a:rPr>
              <a:t>nfl</a:t>
            </a:r>
            <a:r>
              <a:rPr sz="3426" spc="36" dirty="0" err="1">
                <a:latin typeface="Calibri" panose="020F0502020204030204" pitchFamily="34" charset="0"/>
                <a:cs typeface="Calibri" panose="020F0502020204030204" pitchFamily="34" charset="0"/>
              </a:rPr>
              <a:t>uyente</a:t>
            </a:r>
            <a:r>
              <a:rPr sz="3426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46" dirty="0">
                <a:latin typeface="Calibri" panose="020F0502020204030204" pitchFamily="34" charset="0"/>
                <a:cs typeface="Calibri" panose="020F0502020204030204" pitchFamily="34" charset="0"/>
              </a:rPr>
              <a:t>en  </a:t>
            </a:r>
            <a:r>
              <a:rPr sz="3426" spc="61" dirty="0">
                <a:latin typeface="Calibri" panose="020F0502020204030204" pitchFamily="34" charset="0"/>
                <a:cs typeface="Calibri" panose="020F0502020204030204" pitchFamily="34" charset="0"/>
              </a:rPr>
              <a:t>psicometría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33" dirty="0">
                <a:latin typeface="Calibri" panose="020F0502020204030204" pitchFamily="34" charset="0"/>
                <a:cs typeface="Calibri" panose="020F0502020204030204" pitchFamily="34" charset="0"/>
              </a:rPr>
              <a:t>corresponde</a:t>
            </a:r>
            <a:r>
              <a:rPr sz="3426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79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3426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spc="139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3426" spc="-1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26" dirty="0">
                <a:latin typeface="Calibri" panose="020F0502020204030204" pitchFamily="34" charset="0"/>
                <a:cs typeface="Calibri" panose="020F0502020204030204" pitchFamily="34" charset="0"/>
              </a:rPr>
              <a:t>Estándares.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7747499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97" dirty="0">
                <a:solidFill>
                  <a:srgbClr val="4E4F52"/>
                </a:solidFill>
                <a:latin typeface="Calibri" panose="020F0502020204030204" pitchFamily="34" charset="0"/>
              </a:rPr>
              <a:t>¿Qué</a:t>
            </a:r>
            <a:r>
              <a:rPr sz="4487" spc="-246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00" dirty="0">
                <a:solidFill>
                  <a:srgbClr val="4E4F52"/>
                </a:solidFill>
                <a:latin typeface="Calibri" panose="020F0502020204030204" pitchFamily="34" charset="0"/>
              </a:rPr>
              <a:t>estándares?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52" dirty="0">
                <a:solidFill>
                  <a:srgbClr val="919191"/>
                </a:solidFill>
                <a:latin typeface="Calibri" panose="020F0502020204030204" pitchFamily="34" charset="0"/>
              </a:rPr>
              <a:t>Cautelando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9" dirty="0">
                <a:solidFill>
                  <a:srgbClr val="919191"/>
                </a:solidFill>
                <a:latin typeface="Calibri" panose="020F0502020204030204" pitchFamily="34" charset="0"/>
              </a:rPr>
              <a:t>la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2" dirty="0">
                <a:solidFill>
                  <a:srgbClr val="919191"/>
                </a:solidFill>
                <a:latin typeface="Calibri" panose="020F0502020204030204" pitchFamily="34" charset="0"/>
              </a:rPr>
              <a:t>calidad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en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08713" y="1107061"/>
            <a:ext cx="11435637" cy="3536295"/>
          </a:xfrm>
          <a:prstGeom prst="rect">
            <a:avLst/>
          </a:prstGeom>
        </p:spPr>
        <p:txBody>
          <a:bodyPr vert="horz" wrap="square" lIns="0" tIns="568395" rIns="0" bIns="0" rtlCol="0">
            <a:spAutoFit/>
          </a:bodyPr>
          <a:lstStyle/>
          <a:p>
            <a:pPr marL="3743977" marR="149790">
              <a:lnSpc>
                <a:spcPts val="2352"/>
              </a:lnSpc>
              <a:spcBef>
                <a:spcPts val="176"/>
              </a:spcBef>
            </a:pPr>
            <a:r>
              <a:rPr sz="2001" spc="-12" dirty="0">
                <a:latin typeface="Calibri" panose="020F0502020204030204" pitchFamily="34" charset="0"/>
              </a:rPr>
              <a:t>Tres </a:t>
            </a:r>
            <a:r>
              <a:rPr sz="2001" spc="88" dirty="0">
                <a:latin typeface="Calibri" panose="020F0502020204030204" pitchFamily="34" charset="0"/>
              </a:rPr>
              <a:t>grandes </a:t>
            </a:r>
            <a:r>
              <a:rPr sz="2001" spc="45" dirty="0">
                <a:latin typeface="Calibri" panose="020F0502020204030204" pitchFamily="34" charset="0"/>
              </a:rPr>
              <a:t>organizaciones </a:t>
            </a:r>
            <a:r>
              <a:rPr sz="2001" spc="36" dirty="0">
                <a:latin typeface="Calibri" panose="020F0502020204030204" pitchFamily="34" charset="0"/>
              </a:rPr>
              <a:t>profesionales </a:t>
            </a:r>
            <a:r>
              <a:rPr sz="2001" spc="76" dirty="0" err="1">
                <a:latin typeface="Calibri" panose="020F0502020204030204" pitchFamily="34" charset="0"/>
              </a:rPr>
              <a:t>en</a:t>
            </a:r>
            <a:r>
              <a:rPr sz="2001" spc="76" dirty="0">
                <a:latin typeface="Calibri" panose="020F0502020204030204" pitchFamily="34" charset="0"/>
              </a:rPr>
              <a:t> </a:t>
            </a:r>
            <a:r>
              <a:rPr sz="2001" spc="88" dirty="0" err="1">
                <a:latin typeface="Calibri" panose="020F0502020204030204" pitchFamily="34" charset="0"/>
              </a:rPr>
              <a:t>Estados</a:t>
            </a:r>
            <a:r>
              <a:rPr sz="2001" spc="88" dirty="0">
                <a:latin typeface="Calibri" panose="020F0502020204030204" pitchFamily="34" charset="0"/>
              </a:rPr>
              <a:t> </a:t>
            </a:r>
            <a:r>
              <a:rPr sz="2001" spc="91" dirty="0">
                <a:latin typeface="Calibri" panose="020F0502020204030204" pitchFamily="34" charset="0"/>
              </a:rPr>
              <a:t>Unidos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</a:rPr>
              <a:t>han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58" dirty="0">
                <a:latin typeface="Calibri" panose="020F0502020204030204" pitchFamily="34" charset="0"/>
              </a:rPr>
              <a:t>publicado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</a:rPr>
              <a:t>forma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</a:rPr>
              <a:t>conjunta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15" dirty="0">
                <a:latin typeface="Calibri" panose="020F0502020204030204" pitchFamily="34" charset="0"/>
              </a:rPr>
              <a:t>desde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</a:rPr>
              <a:t>1954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</a:rPr>
              <a:t>un </a:t>
            </a:r>
            <a:r>
              <a:rPr sz="2001" spc="12" dirty="0">
                <a:latin typeface="Calibri" panose="020F0502020204030204" pitchFamily="34" charset="0"/>
              </a:rPr>
              <a:t>conjunto </a:t>
            </a:r>
            <a:r>
              <a:rPr sz="2001" spc="103" dirty="0">
                <a:latin typeface="Calibri" panose="020F0502020204030204" pitchFamily="34" charset="0"/>
              </a:rPr>
              <a:t>de </a:t>
            </a:r>
            <a:r>
              <a:rPr sz="2001" spc="82" dirty="0">
                <a:latin typeface="Calibri" panose="020F0502020204030204" pitchFamily="34" charset="0"/>
              </a:rPr>
              <a:t>normas </a:t>
            </a:r>
            <a:r>
              <a:rPr sz="2001" spc="27" dirty="0">
                <a:latin typeface="Calibri" panose="020F0502020204030204" pitchFamily="34" charset="0"/>
              </a:rPr>
              <a:t>orientadas </a:t>
            </a:r>
            <a:r>
              <a:rPr sz="2001" spc="36" dirty="0">
                <a:latin typeface="Calibri" panose="020F0502020204030204" pitchFamily="34" charset="0"/>
              </a:rPr>
              <a:t>a </a:t>
            </a:r>
            <a:r>
              <a:rPr sz="2001" spc="42" dirty="0">
                <a:latin typeface="Calibri" panose="020F0502020204030204" pitchFamily="34" charset="0"/>
              </a:rPr>
              <a:t>resguardar </a:t>
            </a:r>
            <a:r>
              <a:rPr sz="2001" spc="-6" dirty="0">
                <a:latin typeface="Calibri" panose="020F0502020204030204" pitchFamily="34" charset="0"/>
              </a:rPr>
              <a:t>la </a:t>
            </a:r>
            <a:r>
              <a:rPr sz="2001" spc="36" dirty="0" err="1">
                <a:latin typeface="Calibri" panose="020F0502020204030204" pitchFamily="34" charset="0"/>
              </a:rPr>
              <a:t>calidad</a:t>
            </a:r>
            <a:r>
              <a:rPr sz="2001" spc="36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7" dirty="0">
                <a:latin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</a:rPr>
              <a:t>las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pruebas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</a:rPr>
              <a:t>educación</a:t>
            </a:r>
            <a:r>
              <a:rPr sz="2001" spc="-152" dirty="0">
                <a:latin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</a:rPr>
              <a:t>y</a:t>
            </a:r>
            <a:r>
              <a:rPr sz="2001" spc="-152" dirty="0">
                <a:latin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</a:rPr>
              <a:t>psicología.</a:t>
            </a:r>
            <a:endParaRPr sz="2001" dirty="0">
              <a:latin typeface="Calibri" panose="020F0502020204030204" pitchFamily="34" charset="0"/>
            </a:endParaRPr>
          </a:p>
          <a:p>
            <a:pPr marL="3743977" marR="3081">
              <a:lnSpc>
                <a:spcPts val="2352"/>
              </a:lnSpc>
              <a:spcBef>
                <a:spcPts val="1489"/>
              </a:spcBef>
            </a:pPr>
            <a:r>
              <a:rPr sz="2001" spc="94" dirty="0">
                <a:latin typeface="Calibri" panose="020F0502020204030204" pitchFamily="34" charset="0"/>
              </a:rPr>
              <a:t>La</a:t>
            </a:r>
            <a:r>
              <a:rPr sz="2001" spc="-161" dirty="0">
                <a:latin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</a:rPr>
              <a:t>Asociación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</a:rPr>
              <a:t>Psicológica</a:t>
            </a:r>
            <a:r>
              <a:rPr sz="2001" spc="-161" dirty="0">
                <a:latin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</a:rPr>
              <a:t>Americana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52" dirty="0">
                <a:latin typeface="Calibri" panose="020F0502020204030204" pitchFamily="34" charset="0"/>
              </a:rPr>
              <a:t>(APA),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161" dirty="0">
                <a:latin typeface="Calibri" panose="020F0502020204030204" pitchFamily="34" charset="0"/>
              </a:rPr>
              <a:t> </a:t>
            </a:r>
            <a:r>
              <a:rPr sz="2001" spc="61" dirty="0" err="1">
                <a:latin typeface="Calibri" panose="020F0502020204030204" pitchFamily="34" charset="0"/>
              </a:rPr>
              <a:t>Asociación</a:t>
            </a:r>
            <a:r>
              <a:rPr sz="2001" spc="6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 </a:t>
            </a:r>
            <a:r>
              <a:rPr sz="2001" spc="33" dirty="0">
                <a:latin typeface="Calibri" panose="020F0502020204030204" pitchFamily="34" charset="0"/>
              </a:rPr>
              <a:t>Investigación </a:t>
            </a:r>
            <a:r>
              <a:rPr sz="2001" spc="55" dirty="0">
                <a:latin typeface="Calibri" panose="020F0502020204030204" pitchFamily="34" charset="0"/>
              </a:rPr>
              <a:t>Educacional </a:t>
            </a:r>
            <a:r>
              <a:rPr sz="2001" spc="52" dirty="0">
                <a:latin typeface="Calibri" panose="020F0502020204030204" pitchFamily="34" charset="0"/>
              </a:rPr>
              <a:t>Americana </a:t>
            </a:r>
            <a:r>
              <a:rPr sz="2001" spc="33" dirty="0">
                <a:latin typeface="Calibri" panose="020F0502020204030204" pitchFamily="34" charset="0"/>
              </a:rPr>
              <a:t>(AERA) </a:t>
            </a:r>
            <a:r>
              <a:rPr sz="2001" spc="97" dirty="0">
                <a:latin typeface="Calibri" panose="020F0502020204030204" pitchFamily="34" charset="0"/>
              </a:rPr>
              <a:t>y </a:t>
            </a:r>
            <a:r>
              <a:rPr sz="2001" spc="15" dirty="0">
                <a:latin typeface="Calibri" panose="020F0502020204030204" pitchFamily="34" charset="0"/>
              </a:rPr>
              <a:t>el  </a:t>
            </a:r>
            <a:r>
              <a:rPr sz="2001" spc="61" dirty="0">
                <a:latin typeface="Calibri" panose="020F0502020204030204" pitchFamily="34" charset="0"/>
              </a:rPr>
              <a:t>Consejo </a:t>
            </a:r>
            <a:r>
              <a:rPr sz="2001" spc="55" dirty="0">
                <a:latin typeface="Calibri" panose="020F0502020204030204" pitchFamily="34" charset="0"/>
              </a:rPr>
              <a:t>Nacional </a:t>
            </a:r>
            <a:r>
              <a:rPr sz="2001" spc="24" dirty="0">
                <a:latin typeface="Calibri" panose="020F0502020204030204" pitchFamily="34" charset="0"/>
              </a:rPr>
              <a:t>para </a:t>
            </a:r>
            <a:r>
              <a:rPr sz="2001" spc="-6" dirty="0">
                <a:latin typeface="Calibri" panose="020F0502020204030204" pitchFamily="34" charset="0"/>
              </a:rPr>
              <a:t>la </a:t>
            </a:r>
            <a:r>
              <a:rPr sz="2001" spc="67" dirty="0">
                <a:latin typeface="Calibri" panose="020F0502020204030204" pitchFamily="34" charset="0"/>
              </a:rPr>
              <a:t>Medición </a:t>
            </a:r>
            <a:r>
              <a:rPr sz="2001" spc="55" dirty="0">
                <a:latin typeface="Calibri" panose="020F0502020204030204" pitchFamily="34" charset="0"/>
              </a:rPr>
              <a:t>Educacional </a:t>
            </a:r>
            <a:r>
              <a:rPr sz="2001" spc="85" dirty="0">
                <a:latin typeface="Calibri" panose="020F0502020204030204" pitchFamily="34" charset="0"/>
              </a:rPr>
              <a:t>(NCME) </a:t>
            </a:r>
            <a:r>
              <a:rPr sz="2001" spc="33" dirty="0">
                <a:latin typeface="Calibri" panose="020F0502020204030204" pitchFamily="34" charset="0"/>
              </a:rPr>
              <a:t>publicaron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en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</a:rPr>
              <a:t>2014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</a:rPr>
              <a:t>sexta</a:t>
            </a:r>
            <a:r>
              <a:rPr sz="2001" spc="-146" dirty="0">
                <a:latin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</a:rPr>
              <a:t>versión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</a:rPr>
              <a:t>estas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</a:rPr>
              <a:t>normas: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los 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Estándares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-61" dirty="0"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uso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pruebas educacionales </a:t>
            </a:r>
            <a:r>
              <a:rPr sz="2001" spc="-9" dirty="0">
                <a:latin typeface="Calibri" panose="020F0502020204030204" pitchFamily="34" charset="0"/>
                <a:cs typeface="Calibri" panose="020F0502020204030204" pitchFamily="34" charset="0"/>
              </a:rPr>
              <a:t>y 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r>
              <a:rPr sz="2001" spc="12" dirty="0">
                <a:latin typeface="Calibri" panose="020F0502020204030204" pitchFamily="34" charset="0"/>
              </a:rPr>
              <a:t>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02431" y="1638185"/>
            <a:ext cx="3099605" cy="4428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7747499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97" dirty="0">
                <a:solidFill>
                  <a:srgbClr val="4E4F52"/>
                </a:solidFill>
                <a:latin typeface="Calibri" panose="020F0502020204030204" pitchFamily="34" charset="0"/>
              </a:rPr>
              <a:t>¿Qué</a:t>
            </a:r>
            <a:r>
              <a:rPr sz="4487" spc="-246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00" dirty="0">
                <a:solidFill>
                  <a:srgbClr val="4E4F52"/>
                </a:solidFill>
                <a:latin typeface="Calibri" panose="020F0502020204030204" pitchFamily="34" charset="0"/>
              </a:rPr>
              <a:t>estándares?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52" dirty="0">
                <a:solidFill>
                  <a:srgbClr val="919191"/>
                </a:solidFill>
                <a:latin typeface="Calibri" panose="020F0502020204030204" pitchFamily="34" charset="0"/>
              </a:rPr>
              <a:t>Cautelando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9" dirty="0">
                <a:solidFill>
                  <a:srgbClr val="919191"/>
                </a:solidFill>
                <a:latin typeface="Calibri" panose="020F0502020204030204" pitchFamily="34" charset="0"/>
              </a:rPr>
              <a:t>la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2" dirty="0">
                <a:solidFill>
                  <a:srgbClr val="919191"/>
                </a:solidFill>
                <a:latin typeface="Calibri" panose="020F0502020204030204" pitchFamily="34" charset="0"/>
              </a:rPr>
              <a:t>calidad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en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08713" y="1107061"/>
            <a:ext cx="11264187" cy="3536295"/>
          </a:xfrm>
          <a:prstGeom prst="rect">
            <a:avLst/>
          </a:prstGeom>
        </p:spPr>
        <p:txBody>
          <a:bodyPr vert="horz" wrap="square" lIns="0" tIns="568395" rIns="0" bIns="0" rtlCol="0">
            <a:spAutoFit/>
          </a:bodyPr>
          <a:lstStyle/>
          <a:p>
            <a:pPr marL="3743977" marR="149790">
              <a:lnSpc>
                <a:spcPts val="2352"/>
              </a:lnSpc>
              <a:spcBef>
                <a:spcPts val="176"/>
              </a:spcBef>
            </a:pPr>
            <a:r>
              <a:rPr sz="2001" spc="-12" dirty="0">
                <a:latin typeface="Calibri" panose="020F0502020204030204" pitchFamily="34" charset="0"/>
              </a:rPr>
              <a:t>Tres </a:t>
            </a:r>
            <a:r>
              <a:rPr sz="2001" spc="88" dirty="0">
                <a:latin typeface="Calibri" panose="020F0502020204030204" pitchFamily="34" charset="0"/>
              </a:rPr>
              <a:t>grandes </a:t>
            </a:r>
            <a:r>
              <a:rPr sz="2001" spc="45" dirty="0">
                <a:latin typeface="Calibri" panose="020F0502020204030204" pitchFamily="34" charset="0"/>
              </a:rPr>
              <a:t>organizaciones </a:t>
            </a:r>
            <a:r>
              <a:rPr sz="2001" spc="36" dirty="0">
                <a:latin typeface="Calibri" panose="020F0502020204030204" pitchFamily="34" charset="0"/>
              </a:rPr>
              <a:t>profesionales </a:t>
            </a:r>
            <a:r>
              <a:rPr sz="2001" spc="76" dirty="0" err="1">
                <a:latin typeface="Calibri" panose="020F0502020204030204" pitchFamily="34" charset="0"/>
              </a:rPr>
              <a:t>en</a:t>
            </a:r>
            <a:r>
              <a:rPr sz="2001" spc="76" dirty="0">
                <a:latin typeface="Calibri" panose="020F0502020204030204" pitchFamily="34" charset="0"/>
              </a:rPr>
              <a:t> </a:t>
            </a:r>
            <a:r>
              <a:rPr sz="2001" spc="88" dirty="0" err="1">
                <a:latin typeface="Calibri" panose="020F0502020204030204" pitchFamily="34" charset="0"/>
              </a:rPr>
              <a:t>Estados</a:t>
            </a:r>
            <a:r>
              <a:rPr sz="2001" spc="88" dirty="0">
                <a:latin typeface="Calibri" panose="020F0502020204030204" pitchFamily="34" charset="0"/>
              </a:rPr>
              <a:t> </a:t>
            </a:r>
            <a:r>
              <a:rPr sz="2001" spc="91" dirty="0">
                <a:latin typeface="Calibri" panose="020F0502020204030204" pitchFamily="34" charset="0"/>
              </a:rPr>
              <a:t>Unidos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</a:rPr>
              <a:t>han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58" dirty="0">
                <a:latin typeface="Calibri" panose="020F0502020204030204" pitchFamily="34" charset="0"/>
              </a:rPr>
              <a:t>publicado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</a:rPr>
              <a:t>forma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</a:rPr>
              <a:t>conjunta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15" dirty="0">
                <a:latin typeface="Calibri" panose="020F0502020204030204" pitchFamily="34" charset="0"/>
              </a:rPr>
              <a:t>desde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</a:rPr>
              <a:t>1954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</a:rPr>
              <a:t>un </a:t>
            </a:r>
            <a:r>
              <a:rPr sz="2001" spc="12" dirty="0">
                <a:latin typeface="Calibri" panose="020F0502020204030204" pitchFamily="34" charset="0"/>
              </a:rPr>
              <a:t>conjunto </a:t>
            </a:r>
            <a:r>
              <a:rPr sz="2001" spc="103" dirty="0">
                <a:latin typeface="Calibri" panose="020F0502020204030204" pitchFamily="34" charset="0"/>
              </a:rPr>
              <a:t>de </a:t>
            </a:r>
            <a:r>
              <a:rPr sz="2001" spc="82" dirty="0">
                <a:latin typeface="Calibri" panose="020F0502020204030204" pitchFamily="34" charset="0"/>
              </a:rPr>
              <a:t>normas </a:t>
            </a:r>
            <a:r>
              <a:rPr sz="2001" spc="27" dirty="0">
                <a:latin typeface="Calibri" panose="020F0502020204030204" pitchFamily="34" charset="0"/>
              </a:rPr>
              <a:t>orientadas </a:t>
            </a:r>
            <a:r>
              <a:rPr sz="2001" spc="36" dirty="0">
                <a:latin typeface="Calibri" panose="020F0502020204030204" pitchFamily="34" charset="0"/>
              </a:rPr>
              <a:t>a </a:t>
            </a:r>
            <a:r>
              <a:rPr sz="2001" spc="42" dirty="0">
                <a:latin typeface="Calibri" panose="020F0502020204030204" pitchFamily="34" charset="0"/>
              </a:rPr>
              <a:t>resguardar </a:t>
            </a:r>
            <a:r>
              <a:rPr sz="2001" spc="-6" dirty="0">
                <a:latin typeface="Calibri" panose="020F0502020204030204" pitchFamily="34" charset="0"/>
              </a:rPr>
              <a:t>la </a:t>
            </a:r>
            <a:r>
              <a:rPr sz="2001" spc="36" dirty="0">
                <a:latin typeface="Calibri" panose="020F0502020204030204" pitchFamily="34" charset="0"/>
              </a:rPr>
              <a:t>calidad 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7" dirty="0">
                <a:latin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</a:rPr>
              <a:t>las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pruebas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</a:rPr>
              <a:t>educación</a:t>
            </a:r>
            <a:r>
              <a:rPr sz="2001" spc="-152" dirty="0">
                <a:latin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</a:rPr>
              <a:t>y</a:t>
            </a:r>
            <a:r>
              <a:rPr sz="2001" spc="-152" dirty="0">
                <a:latin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</a:rPr>
              <a:t>psicología.</a:t>
            </a:r>
            <a:endParaRPr sz="2001" dirty="0">
              <a:latin typeface="Calibri" panose="020F0502020204030204" pitchFamily="34" charset="0"/>
            </a:endParaRPr>
          </a:p>
          <a:p>
            <a:pPr marL="3743977" marR="3081">
              <a:lnSpc>
                <a:spcPts val="2352"/>
              </a:lnSpc>
              <a:spcBef>
                <a:spcPts val="1489"/>
              </a:spcBef>
            </a:pPr>
            <a:r>
              <a:rPr sz="2001" spc="94" dirty="0">
                <a:latin typeface="Calibri" panose="020F0502020204030204" pitchFamily="34" charset="0"/>
              </a:rPr>
              <a:t>La</a:t>
            </a:r>
            <a:r>
              <a:rPr sz="2001" spc="-161" dirty="0">
                <a:latin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</a:rPr>
              <a:t>Asociación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</a:rPr>
              <a:t>Psicológica</a:t>
            </a:r>
            <a:r>
              <a:rPr sz="2001" spc="-161" dirty="0">
                <a:latin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</a:rPr>
              <a:t>Americana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52" dirty="0">
                <a:latin typeface="Calibri" panose="020F0502020204030204" pitchFamily="34" charset="0"/>
              </a:rPr>
              <a:t>(APA),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161" dirty="0">
                <a:latin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</a:rPr>
              <a:t>Asociación  </a:t>
            </a:r>
            <a:r>
              <a:rPr sz="2001" spc="103" dirty="0">
                <a:latin typeface="Calibri" panose="020F0502020204030204" pitchFamily="34" charset="0"/>
              </a:rPr>
              <a:t>de </a:t>
            </a:r>
            <a:r>
              <a:rPr sz="2001" spc="33" dirty="0">
                <a:latin typeface="Calibri" panose="020F0502020204030204" pitchFamily="34" charset="0"/>
              </a:rPr>
              <a:t>Investigación </a:t>
            </a:r>
            <a:r>
              <a:rPr sz="2001" spc="55" dirty="0">
                <a:latin typeface="Calibri" panose="020F0502020204030204" pitchFamily="34" charset="0"/>
              </a:rPr>
              <a:t>Educacional </a:t>
            </a:r>
            <a:r>
              <a:rPr sz="2001" spc="52" dirty="0">
                <a:latin typeface="Calibri" panose="020F0502020204030204" pitchFamily="34" charset="0"/>
              </a:rPr>
              <a:t>Americana </a:t>
            </a:r>
            <a:r>
              <a:rPr sz="2001" spc="33" dirty="0">
                <a:latin typeface="Calibri" panose="020F0502020204030204" pitchFamily="34" charset="0"/>
              </a:rPr>
              <a:t>(AERA) </a:t>
            </a:r>
            <a:r>
              <a:rPr sz="2001" spc="97" dirty="0">
                <a:latin typeface="Calibri" panose="020F0502020204030204" pitchFamily="34" charset="0"/>
              </a:rPr>
              <a:t>y </a:t>
            </a:r>
            <a:r>
              <a:rPr sz="2001" spc="15" dirty="0">
                <a:latin typeface="Calibri" panose="020F0502020204030204" pitchFamily="34" charset="0"/>
              </a:rPr>
              <a:t>el  </a:t>
            </a:r>
            <a:r>
              <a:rPr sz="2001" spc="61" dirty="0">
                <a:latin typeface="Calibri" panose="020F0502020204030204" pitchFamily="34" charset="0"/>
              </a:rPr>
              <a:t>Consejo </a:t>
            </a:r>
            <a:r>
              <a:rPr sz="2001" spc="55" dirty="0">
                <a:latin typeface="Calibri" panose="020F0502020204030204" pitchFamily="34" charset="0"/>
              </a:rPr>
              <a:t>Nacional </a:t>
            </a:r>
            <a:r>
              <a:rPr sz="2001" spc="24" dirty="0">
                <a:latin typeface="Calibri" panose="020F0502020204030204" pitchFamily="34" charset="0"/>
              </a:rPr>
              <a:t>para </a:t>
            </a:r>
            <a:r>
              <a:rPr sz="2001" spc="-6" dirty="0">
                <a:latin typeface="Calibri" panose="020F0502020204030204" pitchFamily="34" charset="0"/>
              </a:rPr>
              <a:t>la </a:t>
            </a:r>
            <a:r>
              <a:rPr sz="2001" spc="67" dirty="0">
                <a:latin typeface="Calibri" panose="020F0502020204030204" pitchFamily="34" charset="0"/>
              </a:rPr>
              <a:t>Medición </a:t>
            </a:r>
            <a:r>
              <a:rPr sz="2001" spc="55" dirty="0">
                <a:latin typeface="Calibri" panose="020F0502020204030204" pitchFamily="34" charset="0"/>
              </a:rPr>
              <a:t>Educacional </a:t>
            </a:r>
            <a:r>
              <a:rPr sz="2001" spc="85" dirty="0">
                <a:latin typeface="Calibri" panose="020F0502020204030204" pitchFamily="34" charset="0"/>
              </a:rPr>
              <a:t>(NCME)  </a:t>
            </a:r>
            <a:r>
              <a:rPr sz="2001" spc="33" dirty="0">
                <a:latin typeface="Calibri" panose="020F0502020204030204" pitchFamily="34" charset="0"/>
              </a:rPr>
              <a:t>publicaron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en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</a:rPr>
              <a:t>2014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</a:rPr>
              <a:t>sexta</a:t>
            </a:r>
            <a:r>
              <a:rPr sz="2001" spc="-146" dirty="0">
                <a:latin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</a:rPr>
              <a:t>versión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</a:rPr>
              <a:t>estas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</a:rPr>
              <a:t>normas: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los 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Estándares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-61" dirty="0"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uso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pruebas educacionales </a:t>
            </a:r>
            <a:r>
              <a:rPr sz="2001" spc="-9" dirty="0">
                <a:latin typeface="Calibri" panose="020F0502020204030204" pitchFamily="34" charset="0"/>
                <a:cs typeface="Calibri" panose="020F0502020204030204" pitchFamily="34" charset="0"/>
              </a:rPr>
              <a:t>y 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r>
              <a:rPr sz="2001" spc="12" dirty="0">
                <a:latin typeface="Calibri" panose="020F0502020204030204" pitchFamily="34" charset="0"/>
              </a:rPr>
              <a:t>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7993" y="1619136"/>
            <a:ext cx="3128483" cy="4428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62616" y="1861185"/>
            <a:ext cx="10203056" cy="3785670"/>
          </a:xfrm>
          <a:prstGeom prst="rect">
            <a:avLst/>
          </a:prstGeom>
        </p:spPr>
        <p:txBody>
          <a:bodyPr vert="horz" wrap="square" lIns="0" tIns="164038" rIns="0" bIns="0" rtlCol="0">
            <a:spAutoFit/>
          </a:bodyPr>
          <a:lstStyle/>
          <a:p>
            <a:pPr marL="7701">
              <a:spcBef>
                <a:spcPts val="1292"/>
              </a:spcBef>
            </a:pPr>
            <a:r>
              <a:rPr sz="2001" spc="118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dirty="0">
                <a:latin typeface="Calibri" panose="020F0502020204030204" pitchFamily="34" charset="0"/>
                <a:cs typeface="Calibri" panose="020F0502020204030204" pitchFamily="34" charset="0"/>
              </a:rPr>
              <a:t>última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versión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4" dirty="0">
                <a:latin typeface="Calibri" panose="020F0502020204030204" pitchFamily="34" charset="0"/>
                <a:cs typeface="Calibri" panose="020F0502020204030204" pitchFamily="34" charset="0"/>
              </a:rPr>
              <a:t>(2014)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incluye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" dirty="0">
                <a:latin typeface="Calibri" panose="020F0502020204030204" pitchFamily="34" charset="0"/>
                <a:cs typeface="Calibri" panose="020F0502020204030204" pitchFamily="34" charset="0"/>
              </a:rPr>
              <a:t>tres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fundamentos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medición: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044" marR="418950">
              <a:spcBef>
                <a:spcPts val="1846"/>
              </a:spcBef>
            </a:pPr>
            <a:r>
              <a:rPr sz="3002" b="1" spc="176" dirty="0">
                <a:latin typeface="Calibri" panose="020F0502020204030204" pitchFamily="34" charset="0"/>
                <a:cs typeface="Calibri" panose="020F0502020204030204" pitchFamily="34" charset="0"/>
              </a:rPr>
              <a:t>VALIDEZ</a:t>
            </a:r>
            <a:r>
              <a:rPr sz="3002" spc="-3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grado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21" dirty="0">
                <a:latin typeface="Calibri" panose="020F0502020204030204" pitchFamily="34" charset="0"/>
                <a:cs typeface="Calibri" panose="020F0502020204030204" pitchFamily="34" charset="0"/>
              </a:rPr>
              <a:t>teoría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respaldan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interpretaciones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puntajes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9" dirty="0">
                <a:latin typeface="Calibri" panose="020F0502020204030204" pitchFamily="34" charset="0"/>
                <a:cs typeface="Calibri" panose="020F0502020204030204" pitchFamily="34" charset="0"/>
              </a:rPr>
              <a:t>sus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3" dirty="0">
                <a:latin typeface="Calibri" panose="020F0502020204030204" pitchFamily="34" charset="0"/>
                <a:cs typeface="Calibri" panose="020F0502020204030204" pitchFamily="34" charset="0"/>
              </a:rPr>
              <a:t>usos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propuestos.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044" marR="494422">
              <a:spcBef>
                <a:spcPts val="1846"/>
              </a:spcBef>
            </a:pPr>
            <a:r>
              <a:rPr sz="3002" b="1" spc="182" dirty="0">
                <a:latin typeface="Calibri" panose="020F0502020204030204" pitchFamily="34" charset="0"/>
                <a:cs typeface="Calibri" panose="020F0502020204030204" pitchFamily="34" charset="0"/>
              </a:rPr>
              <a:t>PRECISIÓN/CONFIABILIDAD</a:t>
            </a:r>
            <a:r>
              <a:rPr sz="3002" b="1" spc="-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consistencia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puntajes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entre 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realizaciones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procedimiento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medición.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044" marR="3081">
              <a:lnSpc>
                <a:spcPct val="98900"/>
              </a:lnSpc>
              <a:spcBef>
                <a:spcPts val="1886"/>
              </a:spcBef>
            </a:pPr>
            <a:r>
              <a:rPr sz="3002" b="1" spc="176" dirty="0">
                <a:latin typeface="Calibri" panose="020F0502020204030204" pitchFamily="34" charset="0"/>
                <a:cs typeface="Calibri" panose="020F0502020204030204" pitchFamily="34" charset="0"/>
              </a:rPr>
              <a:t>IMPARCIALIDAD</a:t>
            </a:r>
            <a:r>
              <a:rPr sz="3002" spc="-3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capacidad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responder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características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individuales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 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contextos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aplicación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45" dirty="0">
                <a:latin typeface="Calibri" panose="020F0502020204030204" pitchFamily="34" charset="0"/>
                <a:cs typeface="Calibri" panose="020F0502020204030204" pitchFamily="34" charset="0"/>
              </a:rPr>
              <a:t>tal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forma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puntajes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pruebas 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produzcan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interpretaciones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válidas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3" dirty="0">
                <a:latin typeface="Calibri" panose="020F0502020204030204" pitchFamily="34" charset="0"/>
                <a:cs typeface="Calibri" panose="020F0502020204030204" pitchFamily="34" charset="0"/>
              </a:rPr>
              <a:t>usos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intencionados.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-808"/>
            <a:ext cx="9794502" cy="1377837"/>
          </a:xfrm>
          <a:prstGeom prst="rect">
            <a:avLst/>
          </a:prstGeom>
        </p:spPr>
        <p:txBody>
          <a:bodyPr vert="horz" wrap="square" lIns="0" tIns="30304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386"/>
              </a:spcBef>
            </a:pPr>
            <a:r>
              <a:rPr sz="4487" spc="-109" dirty="0">
                <a:solidFill>
                  <a:srgbClr val="4E4F52"/>
                </a:solidFill>
                <a:latin typeface="Calibri" panose="020F0502020204030204" pitchFamily="34" charset="0"/>
              </a:rPr>
              <a:t>Tres</a:t>
            </a:r>
            <a:r>
              <a:rPr sz="4487" spc="-24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06" dirty="0">
                <a:solidFill>
                  <a:srgbClr val="4E4F52"/>
                </a:solidFill>
                <a:latin typeface="Calibri" panose="020F0502020204030204" pitchFamily="34" charset="0"/>
              </a:rPr>
              <a:t>fundamentos</a:t>
            </a:r>
            <a:r>
              <a:rPr sz="4487" spc="-240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67" dirty="0">
                <a:solidFill>
                  <a:srgbClr val="4E4F52"/>
                </a:solidFill>
                <a:latin typeface="Calibri" panose="020F0502020204030204" pitchFamily="34" charset="0"/>
              </a:rPr>
              <a:t>en</a:t>
            </a:r>
            <a:r>
              <a:rPr sz="4487" spc="-24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64" dirty="0">
                <a:solidFill>
                  <a:srgbClr val="4E4F52"/>
                </a:solidFill>
                <a:latin typeface="Calibri" panose="020F0502020204030204" pitchFamily="34" charset="0"/>
              </a:rPr>
              <a:t>los</a:t>
            </a:r>
            <a:r>
              <a:rPr sz="4487" spc="-240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88" dirty="0">
                <a:solidFill>
                  <a:srgbClr val="4E4F52"/>
                </a:solidFill>
                <a:latin typeface="Calibri" panose="020F0502020204030204" pitchFamily="34" charset="0"/>
              </a:rPr>
              <a:t>estándares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925"/>
              </a:spcBef>
            </a:pPr>
            <a:r>
              <a:rPr sz="1728" spc="-18" dirty="0">
                <a:solidFill>
                  <a:srgbClr val="919191"/>
                </a:solidFill>
                <a:latin typeface="Calibri" panose="020F0502020204030204" pitchFamily="34" charset="0"/>
              </a:rPr>
              <a:t>Validez, </a:t>
            </a:r>
            <a:r>
              <a:rPr sz="1728" spc="15" dirty="0">
                <a:solidFill>
                  <a:srgbClr val="919191"/>
                </a:solidFill>
                <a:latin typeface="Calibri" panose="020F0502020204030204" pitchFamily="34" charset="0"/>
              </a:rPr>
              <a:t>precisión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</a:rPr>
              <a:t>e</a:t>
            </a:r>
            <a:r>
              <a:rPr sz="1728" spc="-27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27" dirty="0">
                <a:solidFill>
                  <a:srgbClr val="919191"/>
                </a:solidFill>
                <a:latin typeface="Calibri" panose="020F0502020204030204" pitchFamily="34" charset="0"/>
              </a:rPr>
              <a:t>imparcialidad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3654" y="5954530"/>
            <a:ext cx="7840300" cy="31542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1001" spc="-24" dirty="0">
                <a:solidFill>
                  <a:srgbClr val="959595"/>
                </a:solidFill>
                <a:latin typeface="Arial"/>
                <a:cs typeface="Arial"/>
              </a:rPr>
              <a:t>AERA, </a:t>
            </a:r>
            <a:r>
              <a:rPr sz="1001" spc="-33" dirty="0">
                <a:solidFill>
                  <a:srgbClr val="959595"/>
                </a:solidFill>
                <a:latin typeface="Arial"/>
                <a:cs typeface="Arial"/>
              </a:rPr>
              <a:t>APA,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&amp; </a:t>
            </a:r>
            <a:r>
              <a:rPr sz="1001" spc="-12" dirty="0">
                <a:solidFill>
                  <a:srgbClr val="959595"/>
                </a:solidFill>
                <a:latin typeface="Arial"/>
                <a:cs typeface="Arial"/>
              </a:rPr>
              <a:t>NCME.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(2014). </a:t>
            </a:r>
            <a:r>
              <a:rPr sz="1001" spc="3" dirty="0">
                <a:solidFill>
                  <a:srgbClr val="959595"/>
                </a:solidFill>
                <a:latin typeface="Arial"/>
                <a:cs typeface="Arial"/>
              </a:rPr>
              <a:t>Standards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for </a:t>
            </a:r>
            <a:r>
              <a:rPr sz="1001" spc="9" dirty="0">
                <a:solidFill>
                  <a:srgbClr val="959595"/>
                </a:solidFill>
                <a:latin typeface="Arial"/>
                <a:cs typeface="Arial"/>
              </a:rPr>
              <a:t>educational </a:t>
            </a:r>
            <a:r>
              <a:rPr sz="1001" spc="15" dirty="0">
                <a:solidFill>
                  <a:srgbClr val="959595"/>
                </a:solidFill>
                <a:latin typeface="Arial"/>
                <a:cs typeface="Arial"/>
              </a:rPr>
              <a:t>and psychological </a:t>
            </a:r>
            <a:r>
              <a:rPr sz="1001" spc="6" dirty="0">
                <a:solidFill>
                  <a:srgbClr val="959595"/>
                </a:solidFill>
                <a:latin typeface="Arial"/>
                <a:cs typeface="Arial"/>
              </a:rPr>
              <a:t>testing. </a:t>
            </a:r>
            <a:r>
              <a:rPr sz="1001" spc="-6" dirty="0">
                <a:solidFill>
                  <a:srgbClr val="959595"/>
                </a:solidFill>
                <a:latin typeface="Arial"/>
                <a:cs typeface="Arial"/>
              </a:rPr>
              <a:t>Washington,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DC: </a:t>
            </a:r>
            <a:r>
              <a:rPr sz="1001" spc="6" dirty="0">
                <a:solidFill>
                  <a:srgbClr val="959595"/>
                </a:solidFill>
                <a:latin typeface="Arial"/>
                <a:cs typeface="Arial"/>
              </a:rPr>
              <a:t>American Psychological</a:t>
            </a:r>
            <a:r>
              <a:rPr sz="1001" spc="133" dirty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001" spc="3" dirty="0">
                <a:solidFill>
                  <a:srgbClr val="959595"/>
                </a:solidFill>
                <a:latin typeface="Arial"/>
                <a:cs typeface="Arial"/>
              </a:rPr>
              <a:t>Association.</a:t>
            </a:r>
            <a:endParaRPr sz="100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16598" y="1652707"/>
            <a:ext cx="10013604" cy="4471499"/>
          </a:xfrm>
          <a:prstGeom prst="rect">
            <a:avLst/>
          </a:prstGeom>
        </p:spPr>
        <p:txBody>
          <a:bodyPr vert="horz" wrap="square" lIns="0" tIns="25799" rIns="0" bIns="0" rtlCol="0">
            <a:spAutoFit/>
          </a:bodyPr>
          <a:lstStyle/>
          <a:p>
            <a:pPr marL="7701" marR="261844">
              <a:lnSpc>
                <a:spcPts val="2352"/>
              </a:lnSpc>
              <a:spcBef>
                <a:spcPts val="203"/>
              </a:spcBef>
            </a:pPr>
            <a:r>
              <a:rPr sz="2001" spc="130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8" dirty="0">
                <a:latin typeface="Calibri" panose="020F0502020204030204" pitchFamily="34" charset="0"/>
                <a:cs typeface="Calibri" panose="020F0502020204030204" pitchFamily="34" charset="0"/>
              </a:rPr>
              <a:t>conceptualizaciones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aquello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2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6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válido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han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8" dirty="0">
                <a:latin typeface="Calibri" panose="020F0502020204030204" pitchFamily="34" charset="0"/>
                <a:cs typeface="Calibri" panose="020F0502020204030204" pitchFamily="34" charset="0"/>
              </a:rPr>
              <a:t>cambiado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1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tiempo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9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6" dirty="0">
                <a:latin typeface="Calibri" panose="020F0502020204030204" pitchFamily="34" charset="0"/>
                <a:cs typeface="Calibri" panose="020F0502020204030204" pitchFamily="34" charset="0"/>
              </a:rPr>
              <a:t>es 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esperable </a:t>
            </a:r>
            <a:r>
              <a:rPr sz="2001" spc="112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3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continúen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haciéndolo.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365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9"/>
              </a:spcBef>
            </a:pPr>
            <a:endParaRPr sz="197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>
              <a:lnSpc>
                <a:spcPts val="2352"/>
              </a:lnSpc>
              <a:tabLst>
                <a:tab pos="3532192" algn="l"/>
              </a:tabLst>
            </a:pP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Deﬁnición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clásica</a:t>
            </a:r>
            <a:r>
              <a:rPr sz="2001" spc="-1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5" dirty="0" err="1">
                <a:latin typeface="Calibri" panose="020F0502020204030204" pitchFamily="34" charset="0"/>
                <a:cs typeface="Calibri" panose="020F0502020204030204" pitchFamily="34" charset="0"/>
              </a:rPr>
              <a:t>Validez</a:t>
            </a:r>
            <a:r>
              <a:rPr sz="2001" spc="-15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00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58" dirty="0">
                <a:latin typeface="Calibri" panose="020F0502020204030204" pitchFamily="34" charset="0"/>
                <a:cs typeface="Calibri" panose="020F0502020204030204" pitchFamily="34" charset="0"/>
              </a:rPr>
              <a:t>“Por</a:t>
            </a:r>
            <a:r>
              <a:rPr sz="2001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validez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6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entiende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grado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1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2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prueba  </a:t>
            </a:r>
            <a:r>
              <a:rPr sz="2001" spc="13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examinación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mide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lo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2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6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propone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0" dirty="0">
                <a:latin typeface="Calibri" panose="020F0502020204030204" pitchFamily="34" charset="0"/>
                <a:cs typeface="Calibri" panose="020F0502020204030204" pitchFamily="34" charset="0"/>
              </a:rPr>
              <a:t>medir”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" dirty="0">
                <a:latin typeface="Calibri" panose="020F0502020204030204" pitchFamily="34" charset="0"/>
                <a:cs typeface="Calibri" panose="020F0502020204030204" pitchFamily="34" charset="0"/>
              </a:rPr>
              <a:t>(Ruch,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1924).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365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9"/>
              </a:spcBef>
            </a:pPr>
            <a:endParaRPr sz="197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471318">
              <a:lnSpc>
                <a:spcPts val="2352"/>
              </a:lnSpc>
            </a:pP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Deﬁnición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actual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5" dirty="0">
                <a:latin typeface="Calibri" panose="020F0502020204030204" pitchFamily="34" charset="0"/>
                <a:cs typeface="Calibri" panose="020F0502020204030204" pitchFamily="34" charset="0"/>
              </a:rPr>
              <a:t>Validez: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21" dirty="0">
                <a:latin typeface="Calibri" panose="020F0502020204030204" pitchFamily="34" charset="0"/>
                <a:cs typeface="Calibri" panose="020F0502020204030204" pitchFamily="34" charset="0"/>
              </a:rPr>
              <a:t>“Validez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6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reﬁere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al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grado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1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2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9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2" dirty="0">
                <a:latin typeface="Calibri" panose="020F0502020204030204" pitchFamily="34" charset="0"/>
                <a:cs typeface="Calibri" panose="020F0502020204030204" pitchFamily="34" charset="0"/>
              </a:rPr>
              <a:t>teoría 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respaldan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las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interpretaciones </a:t>
            </a:r>
            <a:r>
              <a:rPr sz="2001" spc="118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puntajes </a:t>
            </a:r>
            <a:r>
              <a:rPr sz="2001" spc="118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91" dirty="0">
                <a:latin typeface="Calibri" panose="020F0502020204030204" pitchFamily="34" charset="0"/>
                <a:cs typeface="Calibri" panose="020F0502020204030204" pitchFamily="34" charset="0"/>
              </a:rPr>
              <a:t>pruebas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152" dirty="0">
                <a:latin typeface="Calibri" panose="020F0502020204030204" pitchFamily="34" charset="0"/>
                <a:cs typeface="Calibri" panose="020F0502020204030204" pitchFamily="34" charset="0"/>
              </a:rPr>
              <a:t>sus </a:t>
            </a:r>
            <a:r>
              <a:rPr sz="2001" spc="146" dirty="0">
                <a:latin typeface="Calibri" panose="020F0502020204030204" pitchFamily="34" charset="0"/>
                <a:cs typeface="Calibri" panose="020F0502020204030204" pitchFamily="34" charset="0"/>
              </a:rPr>
              <a:t>usos 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propuestos”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(AERA,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9" dirty="0">
                <a:latin typeface="Calibri" panose="020F0502020204030204" pitchFamily="34" charset="0"/>
                <a:cs typeface="Calibri" panose="020F0502020204030204" pitchFamily="34" charset="0"/>
              </a:rPr>
              <a:t>APA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4" dirty="0"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3" dirty="0">
                <a:latin typeface="Calibri" panose="020F0502020204030204" pitchFamily="34" charset="0"/>
                <a:cs typeface="Calibri" panose="020F0502020204030204" pitchFamily="34" charset="0"/>
              </a:rPr>
              <a:t>NCME,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27" dirty="0">
                <a:latin typeface="Calibri" panose="020F0502020204030204" pitchFamily="34" charset="0"/>
                <a:cs typeface="Calibri" panose="020F0502020204030204" pitchFamily="34" charset="0"/>
              </a:rPr>
              <a:t>2014)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365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7"/>
              </a:spcBef>
            </a:pPr>
            <a:endParaRPr sz="18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/>
            <a:r>
              <a:rPr sz="2001" spc="127" dirty="0">
                <a:latin typeface="Calibri" panose="020F0502020204030204" pitchFamily="34" charset="0"/>
                <a:cs typeface="Calibri" panose="020F0502020204030204" pitchFamily="34" charset="0"/>
              </a:rPr>
              <a:t>¿Qué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pasó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entre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deﬁnición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clásica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8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2" dirty="0">
                <a:latin typeface="Calibri" panose="020F0502020204030204" pitchFamily="34" charset="0"/>
                <a:cs typeface="Calibri" panose="020F0502020204030204" pitchFamily="34" charset="0"/>
              </a:rPr>
              <a:t>Ruch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9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8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Estándares?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4481"/>
            <a:ext cx="10342064" cy="1366640"/>
          </a:xfrm>
          <a:prstGeom prst="rect">
            <a:avLst/>
          </a:prstGeom>
        </p:spPr>
        <p:txBody>
          <a:bodyPr vert="horz" wrap="square" lIns="0" tIns="287258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61"/>
              </a:spcBef>
            </a:pPr>
            <a:r>
              <a:rPr sz="4518" spc="-64" dirty="0">
                <a:solidFill>
                  <a:srgbClr val="4E4F52"/>
                </a:solidFill>
                <a:latin typeface="Calibri" panose="020F0502020204030204" pitchFamily="34" charset="0"/>
              </a:rPr>
              <a:t>Validez:</a:t>
            </a:r>
            <a:r>
              <a:rPr sz="4518" spc="-246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518" spc="67" dirty="0">
                <a:solidFill>
                  <a:srgbClr val="4E4F52"/>
                </a:solidFill>
                <a:latin typeface="Calibri" panose="020F0502020204030204" pitchFamily="34" charset="0"/>
              </a:rPr>
              <a:t>un</a:t>
            </a:r>
            <a:r>
              <a:rPr sz="4518" spc="-246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518" spc="64" dirty="0">
                <a:solidFill>
                  <a:srgbClr val="4E4F52"/>
                </a:solidFill>
                <a:latin typeface="Calibri" panose="020F0502020204030204" pitchFamily="34" charset="0"/>
              </a:rPr>
              <a:t>constructo</a:t>
            </a:r>
            <a:r>
              <a:rPr sz="4518" spc="-367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518" spc="39" dirty="0">
                <a:solidFill>
                  <a:srgbClr val="4E4F52"/>
                </a:solidFill>
                <a:latin typeface="Calibri" panose="020F0502020204030204" pitchFamily="34" charset="0"/>
              </a:rPr>
              <a:t>variado</a:t>
            </a:r>
            <a:r>
              <a:rPr sz="4518" spc="-37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518" spc="69" dirty="0">
                <a:solidFill>
                  <a:srgbClr val="4E4F52"/>
                </a:solidFill>
                <a:latin typeface="Calibri" panose="020F0502020204030204" pitchFamily="34" charset="0"/>
              </a:rPr>
              <a:t>y</a:t>
            </a:r>
            <a:r>
              <a:rPr sz="4518" spc="-367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lang="es-MX" sz="4518" spc="52" dirty="0" err="1">
                <a:solidFill>
                  <a:srgbClr val="4E4F52"/>
                </a:solidFill>
                <a:latin typeface="Calibri" panose="020F0502020204030204" pitchFamily="34" charset="0"/>
              </a:rPr>
              <a:t>fl</a:t>
            </a:r>
            <a:r>
              <a:rPr sz="4518" spc="52" dirty="0" err="1">
                <a:solidFill>
                  <a:srgbClr val="4E4F52"/>
                </a:solidFill>
                <a:latin typeface="Calibri" panose="020F0502020204030204" pitchFamily="34" charset="0"/>
              </a:rPr>
              <a:t>uido</a:t>
            </a:r>
            <a:endParaRPr sz="4518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67"/>
              </a:spcBef>
            </a:pP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lang="es-MX" sz="1728" spc="24" dirty="0">
                <a:solidFill>
                  <a:srgbClr val="919191"/>
                </a:solidFill>
                <a:latin typeface="Calibri" panose="020F0502020204030204" pitchFamily="34" charset="0"/>
              </a:rPr>
              <a:t>fi</a:t>
            </a:r>
            <a:r>
              <a:rPr sz="1728" spc="24" dirty="0" err="1">
                <a:solidFill>
                  <a:srgbClr val="919191"/>
                </a:solidFill>
                <a:latin typeface="Calibri" panose="020F0502020204030204" pitchFamily="34" charset="0"/>
              </a:rPr>
              <a:t>niciones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267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15" dirty="0">
                <a:solidFill>
                  <a:srgbClr val="919191"/>
                </a:solidFill>
                <a:latin typeface="Calibri" panose="020F0502020204030204" pitchFamily="34" charset="0"/>
              </a:rPr>
              <a:t>Validez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-808"/>
            <a:ext cx="8635843" cy="1377837"/>
          </a:xfrm>
          <a:prstGeom prst="rect">
            <a:avLst/>
          </a:prstGeom>
        </p:spPr>
        <p:txBody>
          <a:bodyPr vert="horz" wrap="square" lIns="0" tIns="30304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386"/>
              </a:spcBef>
            </a:pPr>
            <a:r>
              <a:rPr sz="4487" spc="-24" dirty="0">
                <a:solidFill>
                  <a:srgbClr val="4E4F52"/>
                </a:solidFill>
                <a:latin typeface="Calibri" panose="020F0502020204030204" pitchFamily="34" charset="0"/>
              </a:rPr>
              <a:t>Primer </a:t>
            </a:r>
            <a:r>
              <a:rPr sz="4487" spc="21" dirty="0">
                <a:solidFill>
                  <a:srgbClr val="4E4F52"/>
                </a:solidFill>
                <a:latin typeface="Calibri" panose="020F0502020204030204" pitchFamily="34" charset="0"/>
              </a:rPr>
              <a:t>fundamento:</a:t>
            </a:r>
            <a:r>
              <a:rPr sz="4487" spc="-728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8" dirty="0">
                <a:solidFill>
                  <a:srgbClr val="4E4F52"/>
                </a:solidFill>
                <a:latin typeface="Calibri" panose="020F0502020204030204" pitchFamily="34" charset="0"/>
              </a:rPr>
              <a:t>Validez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925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acuerdo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los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Estándares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para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489859" y="1521840"/>
            <a:ext cx="11416587" cy="3567448"/>
          </a:xfrm>
          <a:prstGeom prst="rect">
            <a:avLst/>
          </a:prstGeom>
        </p:spPr>
        <p:txBody>
          <a:bodyPr vert="horz" wrap="square" lIns="0" tIns="223200" rIns="0" bIns="0" rtlCol="0">
            <a:spAutoFit/>
          </a:bodyPr>
          <a:lstStyle/>
          <a:p>
            <a:pPr marL="1305752" marR="278786">
              <a:lnSpc>
                <a:spcPct val="100499"/>
              </a:lnSpc>
              <a:spcBef>
                <a:spcPts val="58"/>
              </a:spcBef>
            </a:pPr>
            <a:r>
              <a:rPr sz="2400" spc="-118" dirty="0">
                <a:latin typeface="Calibri" panose="020F0502020204030204" pitchFamily="34" charset="0"/>
                <a:cs typeface="Calibri"/>
              </a:rPr>
              <a:t>Validez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se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36" dirty="0">
                <a:latin typeface="Calibri" panose="020F0502020204030204" pitchFamily="34" charset="0"/>
                <a:cs typeface="Calibri"/>
              </a:rPr>
              <a:t>refiere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al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0" dirty="0">
                <a:latin typeface="Calibri" panose="020F0502020204030204" pitchFamily="34" charset="0"/>
                <a:cs typeface="Calibri"/>
              </a:rPr>
              <a:t>grado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en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que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49" dirty="0">
                <a:latin typeface="Calibri" panose="020F0502020204030204" pitchFamily="34" charset="0"/>
                <a:cs typeface="Calibri"/>
              </a:rPr>
              <a:t>evidencia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y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36" dirty="0">
                <a:latin typeface="Calibri" panose="020F0502020204030204" pitchFamily="34" charset="0"/>
                <a:cs typeface="Calibri"/>
              </a:rPr>
              <a:t>teoría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49" dirty="0">
                <a:latin typeface="Calibri" panose="020F0502020204030204" pitchFamily="34" charset="0"/>
                <a:cs typeface="Calibri"/>
              </a:rPr>
              <a:t>respaldan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24" dirty="0">
                <a:latin typeface="Calibri" panose="020F0502020204030204" pitchFamily="34" charset="0"/>
                <a:cs typeface="Calibri"/>
              </a:rPr>
              <a:t>las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43" dirty="0">
                <a:latin typeface="Calibri" panose="020F0502020204030204" pitchFamily="34" charset="0"/>
                <a:cs typeface="Calibri"/>
              </a:rPr>
              <a:t>interpretaciones 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 </a:t>
            </a:r>
            <a:r>
              <a:rPr sz="2400" spc="-136" dirty="0">
                <a:latin typeface="Calibri" panose="020F0502020204030204" pitchFamily="34" charset="0"/>
                <a:cs typeface="Calibri"/>
              </a:rPr>
              <a:t>puntajes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pruebas </a:t>
            </a:r>
            <a:r>
              <a:rPr sz="2400" spc="-152" dirty="0">
                <a:latin typeface="Calibri" panose="020F0502020204030204" pitchFamily="34" charset="0"/>
                <a:cs typeface="Calibri"/>
              </a:rPr>
              <a:t>para sus </a:t>
            </a:r>
            <a:r>
              <a:rPr sz="2400" spc="-176" dirty="0">
                <a:latin typeface="Calibri" panose="020F0502020204030204" pitchFamily="34" charset="0"/>
                <a:cs typeface="Calibri"/>
              </a:rPr>
              <a:t>usos</a:t>
            </a:r>
            <a:r>
              <a:rPr sz="2400" spc="-355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64" dirty="0">
                <a:latin typeface="Calibri" panose="020F0502020204030204" pitchFamily="34" charset="0"/>
                <a:cs typeface="Calibri"/>
              </a:rPr>
              <a:t>propuestos.</a:t>
            </a:r>
          </a:p>
          <a:p>
            <a:pPr marL="1305752" marR="13092">
              <a:lnSpc>
                <a:spcPct val="100499"/>
              </a:lnSpc>
              <a:spcBef>
                <a:spcPts val="1501"/>
              </a:spcBef>
            </a:pPr>
            <a:r>
              <a:rPr sz="2400" spc="-118" dirty="0">
                <a:latin typeface="Calibri" panose="020F0502020204030204" pitchFamily="34" charset="0"/>
                <a:cs typeface="Calibri"/>
              </a:rPr>
              <a:t>Validez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3" dirty="0">
                <a:latin typeface="Calibri" panose="020F0502020204030204" pitchFamily="34" charset="0"/>
                <a:cs typeface="Calibri"/>
              </a:rPr>
              <a:t>es,</a:t>
            </a:r>
            <a:r>
              <a:rPr sz="2400" spc="-246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por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85" dirty="0">
                <a:latin typeface="Calibri" panose="020F0502020204030204" pitchFamily="34" charset="0"/>
                <a:cs typeface="Calibri"/>
              </a:rPr>
              <a:t>ende,</a:t>
            </a:r>
            <a:r>
              <a:rPr sz="2400" spc="-243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la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consideración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más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30" dirty="0">
                <a:latin typeface="Calibri" panose="020F0502020204030204" pitchFamily="34" charset="0"/>
                <a:cs typeface="Calibri"/>
              </a:rPr>
              <a:t>fundamental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en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33" dirty="0">
                <a:latin typeface="Calibri" panose="020F0502020204030204" pitchFamily="34" charset="0"/>
                <a:cs typeface="Calibri"/>
              </a:rPr>
              <a:t>el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39" dirty="0">
                <a:latin typeface="Calibri" panose="020F0502020204030204" pitchFamily="34" charset="0"/>
                <a:cs typeface="Calibri"/>
              </a:rPr>
              <a:t>desarrollo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pruebas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y  la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evaluación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pruebas… </a:t>
            </a:r>
            <a:r>
              <a:rPr sz="2400" spc="-121" dirty="0">
                <a:latin typeface="Calibri" panose="020F0502020204030204" pitchFamily="34" charset="0"/>
                <a:cs typeface="Calibri"/>
              </a:rPr>
              <a:t>Es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la </a:t>
            </a:r>
            <a:r>
              <a:rPr sz="2400" spc="-130" dirty="0">
                <a:latin typeface="Calibri" panose="020F0502020204030204" pitchFamily="34" charset="0"/>
                <a:cs typeface="Calibri"/>
              </a:rPr>
              <a:t>interpretación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los </a:t>
            </a:r>
            <a:r>
              <a:rPr sz="2400" spc="-136" dirty="0">
                <a:latin typeface="Calibri" panose="020F0502020204030204" pitchFamily="34" charset="0"/>
                <a:cs typeface="Calibri"/>
              </a:rPr>
              <a:t>puntajes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 </a:t>
            </a:r>
            <a:r>
              <a:rPr sz="2400" spc="-124" dirty="0">
                <a:latin typeface="Calibri" panose="020F0502020204030204" pitchFamily="34" charset="0"/>
                <a:cs typeface="Calibri"/>
              </a:rPr>
              <a:t>las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pruebas </a:t>
            </a:r>
            <a:r>
              <a:rPr sz="2400" spc="-152" dirty="0">
                <a:latin typeface="Calibri" panose="020F0502020204030204" pitchFamily="34" charset="0"/>
                <a:cs typeface="Calibri"/>
              </a:rPr>
              <a:t>para 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los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6" dirty="0">
                <a:latin typeface="Calibri" panose="020F0502020204030204" pitchFamily="34" charset="0"/>
                <a:cs typeface="Calibri"/>
              </a:rPr>
              <a:t>usos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0" dirty="0">
                <a:latin typeface="Calibri" panose="020F0502020204030204" pitchFamily="34" charset="0"/>
                <a:cs typeface="Calibri"/>
              </a:rPr>
              <a:t>propuestos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los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que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son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evaluados,</a:t>
            </a:r>
            <a:r>
              <a:rPr sz="2400" spc="-246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no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la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prueba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en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03" dirty="0">
                <a:latin typeface="Calibri" panose="020F0502020204030204" pitchFamily="34" charset="0"/>
                <a:cs typeface="Calibri"/>
              </a:rPr>
              <a:t>sí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67" dirty="0">
                <a:latin typeface="Calibri" panose="020F0502020204030204" pitchFamily="34" charset="0"/>
                <a:cs typeface="Calibri"/>
              </a:rPr>
              <a:t>misma…</a:t>
            </a:r>
          </a:p>
          <a:p>
            <a:pPr marL="1305752" marR="53139">
              <a:lnSpc>
                <a:spcPct val="100499"/>
              </a:lnSpc>
              <a:spcBef>
                <a:spcPts val="1504"/>
              </a:spcBef>
            </a:pPr>
            <a:r>
              <a:rPr sz="2400" spc="-130" dirty="0">
                <a:latin typeface="Calibri" panose="020F0502020204030204" pitchFamily="34" charset="0"/>
                <a:cs typeface="Calibri"/>
              </a:rPr>
              <a:t>Afirmaciones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respecto a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la </a:t>
            </a:r>
            <a:r>
              <a:rPr sz="2400" spc="-106" dirty="0">
                <a:latin typeface="Calibri" panose="020F0502020204030204" pitchFamily="34" charset="0"/>
                <a:cs typeface="Calibri"/>
              </a:rPr>
              <a:t>validez 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deben </a:t>
            </a:r>
            <a:r>
              <a:rPr sz="2400" spc="-133" dirty="0">
                <a:latin typeface="Calibri" panose="020F0502020204030204" pitchFamily="34" charset="0"/>
                <a:cs typeface="Calibri"/>
              </a:rPr>
              <a:t>referirse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a </a:t>
            </a:r>
            <a:r>
              <a:rPr sz="2400" spc="-143" dirty="0">
                <a:latin typeface="Calibri" panose="020F0502020204030204" pitchFamily="34" charset="0"/>
                <a:cs typeface="Calibri"/>
              </a:rPr>
              <a:t>interpretaciones </a:t>
            </a:r>
            <a:r>
              <a:rPr sz="2400" spc="-121" dirty="0">
                <a:latin typeface="Calibri" panose="020F0502020204030204" pitchFamily="34" charset="0"/>
                <a:cs typeface="Calibri"/>
              </a:rPr>
              <a:t>particulares  </a:t>
            </a:r>
            <a:r>
              <a:rPr sz="2400" spc="-152" dirty="0">
                <a:latin typeface="Calibri" panose="020F0502020204030204" pitchFamily="34" charset="0"/>
                <a:cs typeface="Calibri"/>
              </a:rPr>
              <a:t>para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6" dirty="0">
                <a:latin typeface="Calibri" panose="020F0502020204030204" pitchFamily="34" charset="0"/>
                <a:cs typeface="Calibri"/>
              </a:rPr>
              <a:t>usos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61" dirty="0">
                <a:latin typeface="Calibri" panose="020F0502020204030204" pitchFamily="34" charset="0"/>
                <a:cs typeface="Calibri"/>
              </a:rPr>
              <a:t>específicos.</a:t>
            </a:r>
            <a:r>
              <a:rPr sz="2400" spc="-243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21" dirty="0">
                <a:latin typeface="Calibri" panose="020F0502020204030204" pitchFamily="34" charset="0"/>
                <a:cs typeface="Calibri"/>
              </a:rPr>
              <a:t>Es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incorrecto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24" dirty="0">
                <a:latin typeface="Calibri" panose="020F0502020204030204" pitchFamily="34" charset="0"/>
                <a:cs typeface="Calibri"/>
              </a:rPr>
              <a:t>usar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43" dirty="0">
                <a:latin typeface="Calibri" panose="020F0502020204030204" pitchFamily="34" charset="0"/>
                <a:cs typeface="Calibri"/>
              </a:rPr>
              <a:t>incondicionalmente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la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frase</a:t>
            </a:r>
            <a:r>
              <a:rPr sz="2400" spc="-243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6" dirty="0">
                <a:latin typeface="Calibri" panose="020F0502020204030204" pitchFamily="34" charset="0"/>
                <a:cs typeface="Calibri"/>
              </a:rPr>
              <a:t>“la</a:t>
            </a:r>
            <a:r>
              <a:rPr sz="2400" spc="-191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06" dirty="0">
                <a:latin typeface="Calibri" panose="020F0502020204030204" pitchFamily="34" charset="0"/>
                <a:cs typeface="Calibri"/>
              </a:rPr>
              <a:t>validez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la  </a:t>
            </a:r>
            <a:r>
              <a:rPr sz="2400" spc="-206" dirty="0">
                <a:latin typeface="Calibri" panose="020F0502020204030204" pitchFamily="34" charset="0"/>
                <a:cs typeface="Calibri"/>
              </a:rPr>
              <a:t>prueba”.</a:t>
            </a:r>
          </a:p>
          <a:p>
            <a:pPr marL="1298051" marR="3081" algn="r">
              <a:lnSpc>
                <a:spcPct val="100000"/>
              </a:lnSpc>
              <a:spcBef>
                <a:spcPts val="549"/>
              </a:spcBef>
            </a:pPr>
            <a:r>
              <a:rPr sz="2000" spc="-9" dirty="0">
                <a:latin typeface="Calibri" panose="020F0502020204030204" pitchFamily="34" charset="0"/>
                <a:cs typeface="Calibri"/>
              </a:rPr>
              <a:t>AERA,</a:t>
            </a:r>
            <a:r>
              <a:rPr sz="2000" spc="-173" dirty="0">
                <a:latin typeface="Calibri" panose="020F0502020204030204" pitchFamily="34" charset="0"/>
                <a:cs typeface="Calibri"/>
              </a:rPr>
              <a:t> </a:t>
            </a:r>
            <a:r>
              <a:rPr sz="2000" spc="-33" dirty="0">
                <a:latin typeface="Calibri" panose="020F0502020204030204" pitchFamily="34" charset="0"/>
                <a:cs typeface="Calibri"/>
              </a:rPr>
              <a:t>APA</a:t>
            </a:r>
            <a:r>
              <a:rPr sz="2000" spc="-133" dirty="0">
                <a:latin typeface="Calibri" panose="020F0502020204030204" pitchFamily="34" charset="0"/>
                <a:cs typeface="Calibri"/>
              </a:rPr>
              <a:t> </a:t>
            </a:r>
            <a:r>
              <a:rPr sz="2000" spc="39" dirty="0">
                <a:latin typeface="Calibri" panose="020F0502020204030204" pitchFamily="34" charset="0"/>
                <a:cs typeface="Calibri"/>
              </a:rPr>
              <a:t>y</a:t>
            </a:r>
            <a:r>
              <a:rPr sz="2000" spc="-133" dirty="0">
                <a:latin typeface="Calibri" panose="020F0502020204030204" pitchFamily="34" charset="0"/>
                <a:cs typeface="Calibri"/>
              </a:rPr>
              <a:t> </a:t>
            </a:r>
            <a:r>
              <a:rPr sz="2000" spc="-27" dirty="0">
                <a:latin typeface="Calibri" panose="020F0502020204030204" pitchFamily="34" charset="0"/>
                <a:cs typeface="Calibri"/>
              </a:rPr>
              <a:t>NCME</a:t>
            </a:r>
            <a:r>
              <a:rPr sz="2000" spc="-173" dirty="0">
                <a:latin typeface="Calibri" panose="020F0502020204030204" pitchFamily="34" charset="0"/>
                <a:cs typeface="Calibri"/>
              </a:rPr>
              <a:t> </a:t>
            </a:r>
            <a:r>
              <a:rPr sz="1600" spc="-64" dirty="0">
                <a:latin typeface="Calibri" panose="020F0502020204030204" pitchFamily="34" charset="0"/>
                <a:cs typeface="Calibri"/>
              </a:rPr>
              <a:t>(2014)</a:t>
            </a:r>
            <a:endParaRPr sz="1600" dirty="0">
              <a:latin typeface="Calibri" panose="020F050202020403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07128" y="1700329"/>
            <a:ext cx="9296999" cy="204640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algn="just">
              <a:lnSpc>
                <a:spcPct val="100499"/>
              </a:lnSpc>
              <a:spcBef>
                <a:spcPts val="58"/>
              </a:spcBef>
            </a:pPr>
            <a:r>
              <a:rPr sz="2400" spc="-146" dirty="0">
                <a:latin typeface="Calibri" panose="020F0502020204030204" pitchFamily="34" charset="0"/>
                <a:cs typeface="Calibri"/>
              </a:rPr>
              <a:t>Subrepresentación </a:t>
            </a:r>
            <a:r>
              <a:rPr sz="2400" spc="-143" dirty="0">
                <a:latin typeface="Calibri" panose="020F0502020204030204" pitchFamily="34" charset="0"/>
                <a:cs typeface="Calibri"/>
              </a:rPr>
              <a:t>(o </a:t>
            </a:r>
            <a:r>
              <a:rPr sz="2400" spc="-130" dirty="0">
                <a:latin typeface="Calibri" panose="020F0502020204030204" pitchFamily="34" charset="0"/>
                <a:cs typeface="Calibri"/>
              </a:rPr>
              <a:t>deficiencia) </a:t>
            </a:r>
            <a:r>
              <a:rPr sz="2400" spc="-149" dirty="0">
                <a:latin typeface="Calibri" panose="020F0502020204030204" pitchFamily="34" charset="0"/>
                <a:cs typeface="Calibri"/>
              </a:rPr>
              <a:t>del </a:t>
            </a:r>
            <a:r>
              <a:rPr sz="2400" spc="-136" dirty="0">
                <a:latin typeface="Calibri" panose="020F0502020204030204" pitchFamily="34" charset="0"/>
                <a:cs typeface="Calibri"/>
              </a:rPr>
              <a:t>constructo: 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“grado </a:t>
            </a:r>
            <a:r>
              <a:rPr sz="2400" spc="-188" dirty="0">
                <a:latin typeface="Calibri" panose="020F0502020204030204" pitchFamily="34" charset="0"/>
                <a:cs typeface="Calibri"/>
              </a:rPr>
              <a:t>con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que </a:t>
            </a:r>
            <a:r>
              <a:rPr sz="2400" spc="-133" dirty="0">
                <a:latin typeface="Calibri" panose="020F0502020204030204" pitchFamily="34" charset="0"/>
                <a:cs typeface="Calibri"/>
              </a:rPr>
              <a:t>una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prueba </a:t>
            </a:r>
            <a:r>
              <a:rPr sz="2400" spc="-133" dirty="0">
                <a:latin typeface="Calibri" panose="020F0502020204030204" pitchFamily="34" charset="0"/>
                <a:cs typeface="Calibri"/>
              </a:rPr>
              <a:t>ignora  </a:t>
            </a:r>
            <a:r>
              <a:rPr sz="2400" spc="-143" dirty="0">
                <a:latin typeface="Calibri" panose="020F0502020204030204" pitchFamily="34" charset="0"/>
                <a:cs typeface="Calibri"/>
              </a:rPr>
              <a:t>(o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00" dirty="0">
                <a:latin typeface="Calibri" panose="020F0502020204030204" pitchFamily="34" charset="0"/>
                <a:cs typeface="Calibri"/>
              </a:rPr>
              <a:t>falla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en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18" dirty="0">
                <a:latin typeface="Calibri" panose="020F0502020204030204" pitchFamily="34" charset="0"/>
                <a:cs typeface="Calibri"/>
              </a:rPr>
              <a:t>medir)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85" dirty="0">
                <a:latin typeface="Calibri" panose="020F0502020204030204" pitchFamily="34" charset="0"/>
                <a:cs typeface="Calibri"/>
              </a:rPr>
              <a:t>aspectos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52" dirty="0">
                <a:latin typeface="Calibri" panose="020F0502020204030204" pitchFamily="34" charset="0"/>
                <a:cs typeface="Calibri"/>
              </a:rPr>
              <a:t>relevantes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06" dirty="0">
                <a:latin typeface="Calibri" panose="020F0502020204030204" pitchFamily="34" charset="0"/>
                <a:cs typeface="Calibri"/>
              </a:rPr>
              <a:t>un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 </a:t>
            </a:r>
            <a:r>
              <a:rPr sz="2400" spc="-173" dirty="0">
                <a:latin typeface="Calibri" panose="020F0502020204030204" pitchFamily="34" charset="0"/>
                <a:cs typeface="Calibri"/>
              </a:rPr>
              <a:t>constructo”</a:t>
            </a:r>
            <a:endParaRPr sz="2400" dirty="0">
              <a:latin typeface="Calibri" panose="020F0502020204030204" pitchFamily="34" charset="0"/>
              <a:cs typeface="Calibri"/>
            </a:endParaRPr>
          </a:p>
          <a:p>
            <a:pPr marL="7701" marR="3081" algn="just">
              <a:lnSpc>
                <a:spcPct val="100499"/>
              </a:lnSpc>
              <a:spcBef>
                <a:spcPts val="1501"/>
              </a:spcBef>
            </a:pPr>
            <a:r>
              <a:rPr sz="2400" spc="-112" dirty="0">
                <a:latin typeface="Calibri" panose="020F0502020204030204" pitchFamily="34" charset="0"/>
                <a:cs typeface="Calibri"/>
              </a:rPr>
              <a:t>Varianza </a:t>
            </a:r>
            <a:r>
              <a:rPr sz="2400" spc="-127" dirty="0">
                <a:latin typeface="Calibri" panose="020F0502020204030204" pitchFamily="34" charset="0"/>
                <a:cs typeface="Calibri"/>
              </a:rPr>
              <a:t>irrelevante </a:t>
            </a:r>
            <a:r>
              <a:rPr sz="2400" spc="-97" dirty="0">
                <a:latin typeface="Calibri" panose="020F0502020204030204" pitchFamily="34" charset="0"/>
                <a:cs typeface="Calibri"/>
              </a:rPr>
              <a:t>al </a:t>
            </a:r>
            <a:r>
              <a:rPr sz="2400" spc="-143" dirty="0">
                <a:latin typeface="Calibri" panose="020F0502020204030204" pitchFamily="34" charset="0"/>
                <a:cs typeface="Calibri"/>
              </a:rPr>
              <a:t>constructo </a:t>
            </a:r>
            <a:r>
              <a:rPr sz="2400" spc="-248" dirty="0">
                <a:latin typeface="Calibri" panose="020F0502020204030204" pitchFamily="34" charset="0"/>
                <a:cs typeface="Calibri"/>
              </a:rPr>
              <a:t>o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contaminación </a:t>
            </a:r>
            <a:r>
              <a:rPr sz="2400" spc="-149" dirty="0">
                <a:latin typeface="Calibri" panose="020F0502020204030204" pitchFamily="34" charset="0"/>
                <a:cs typeface="Calibri"/>
              </a:rPr>
              <a:t>del </a:t>
            </a:r>
            <a:r>
              <a:rPr sz="2400" spc="-136" dirty="0">
                <a:latin typeface="Calibri" panose="020F0502020204030204" pitchFamily="34" charset="0"/>
                <a:cs typeface="Calibri"/>
              </a:rPr>
              <a:t>constructo: </a:t>
            </a:r>
            <a:r>
              <a:rPr sz="2400" spc="-197" dirty="0">
                <a:latin typeface="Calibri" panose="020F0502020204030204" pitchFamily="34" charset="0"/>
                <a:cs typeface="Calibri"/>
              </a:rPr>
              <a:t>“grado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en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que </a:t>
            </a:r>
            <a:r>
              <a:rPr sz="2400" spc="-146" dirty="0">
                <a:latin typeface="Calibri" panose="020F0502020204030204" pitchFamily="34" charset="0"/>
                <a:cs typeface="Calibri"/>
              </a:rPr>
              <a:t>los  </a:t>
            </a:r>
            <a:r>
              <a:rPr sz="2400" spc="-136" dirty="0">
                <a:latin typeface="Calibri" panose="020F0502020204030204" pitchFamily="34" charset="0"/>
                <a:cs typeface="Calibri"/>
              </a:rPr>
              <a:t>puntajes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de </a:t>
            </a:r>
            <a:r>
              <a:rPr sz="2400" spc="-133" dirty="0">
                <a:latin typeface="Calibri" panose="020F0502020204030204" pitchFamily="34" charset="0"/>
                <a:cs typeface="Calibri"/>
              </a:rPr>
              <a:t>una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prueba </a:t>
            </a:r>
            <a:r>
              <a:rPr sz="2400" spc="-215" dirty="0">
                <a:latin typeface="Calibri" panose="020F0502020204030204" pitchFamily="34" charset="0"/>
                <a:cs typeface="Calibri"/>
              </a:rPr>
              <a:t>se </a:t>
            </a:r>
            <a:r>
              <a:rPr sz="2400" spc="-167" dirty="0">
                <a:latin typeface="Calibri" panose="020F0502020204030204" pitchFamily="34" charset="0"/>
                <a:cs typeface="Calibri"/>
              </a:rPr>
              <a:t>ven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afectados </a:t>
            </a:r>
            <a:r>
              <a:rPr sz="2400" spc="-158" dirty="0">
                <a:latin typeface="Calibri" panose="020F0502020204030204" pitchFamily="34" charset="0"/>
                <a:cs typeface="Calibri"/>
              </a:rPr>
              <a:t>por </a:t>
            </a:r>
            <a:r>
              <a:rPr sz="2400" spc="-194" dirty="0">
                <a:latin typeface="Calibri" panose="020F0502020204030204" pitchFamily="34" charset="0"/>
                <a:cs typeface="Calibri"/>
              </a:rPr>
              <a:t>procesos </a:t>
            </a:r>
            <a:r>
              <a:rPr sz="2400" spc="-167" dirty="0">
                <a:latin typeface="Calibri" panose="020F0502020204030204" pitchFamily="34" charset="0"/>
                <a:cs typeface="Calibri"/>
              </a:rPr>
              <a:t>ajenos </a:t>
            </a:r>
            <a:r>
              <a:rPr sz="2400" spc="-182" dirty="0">
                <a:latin typeface="Calibri" panose="020F0502020204030204" pitchFamily="34" charset="0"/>
                <a:cs typeface="Calibri"/>
              </a:rPr>
              <a:t>a </a:t>
            </a:r>
            <a:r>
              <a:rPr sz="2400" spc="-130" dirty="0">
                <a:latin typeface="Calibri" panose="020F0502020204030204" pitchFamily="34" charset="0"/>
                <a:cs typeface="Calibri"/>
              </a:rPr>
              <a:t>lo </a:t>
            </a:r>
            <a:r>
              <a:rPr sz="2400" spc="-179" dirty="0">
                <a:latin typeface="Calibri" panose="020F0502020204030204" pitchFamily="34" charset="0"/>
                <a:cs typeface="Calibri"/>
              </a:rPr>
              <a:t>que </a:t>
            </a:r>
            <a:r>
              <a:rPr sz="2400" spc="-170" dirty="0">
                <a:latin typeface="Calibri" panose="020F0502020204030204" pitchFamily="34" charset="0"/>
                <a:cs typeface="Calibri"/>
              </a:rPr>
              <a:t>esta pretende  </a:t>
            </a:r>
            <a:r>
              <a:rPr sz="2400" spc="-161" dirty="0">
                <a:latin typeface="Calibri" panose="020F0502020204030204" pitchFamily="34" charset="0"/>
                <a:cs typeface="Calibri"/>
              </a:rPr>
              <a:t>medir”</a:t>
            </a:r>
            <a:endParaRPr sz="2400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2" y="8537"/>
            <a:ext cx="10360162" cy="1361618"/>
          </a:xfrm>
          <a:prstGeom prst="rect">
            <a:avLst/>
          </a:prstGeom>
        </p:spPr>
        <p:txBody>
          <a:bodyPr vert="horz" wrap="square" lIns="0" tIns="267235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104"/>
              </a:spcBef>
            </a:pPr>
            <a:r>
              <a:rPr sz="4700" spc="-73" dirty="0">
                <a:solidFill>
                  <a:srgbClr val="4E4F52"/>
                </a:solidFill>
                <a:latin typeface="Calibri" panose="020F0502020204030204" pitchFamily="34" charset="0"/>
              </a:rPr>
              <a:t>Validez:</a:t>
            </a:r>
            <a:r>
              <a:rPr sz="4700" spc="-261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700" spc="103" dirty="0">
                <a:solidFill>
                  <a:srgbClr val="4E4F52"/>
                </a:solidFill>
                <a:latin typeface="Calibri" panose="020F0502020204030204" pitchFamily="34" charset="0"/>
              </a:rPr>
              <a:t>elementos</a:t>
            </a:r>
            <a:r>
              <a:rPr sz="4700" spc="-258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700" spc="130" dirty="0">
                <a:solidFill>
                  <a:srgbClr val="4E4F52"/>
                </a:solidFill>
                <a:latin typeface="Calibri" panose="020F0502020204030204" pitchFamily="34" charset="0"/>
              </a:rPr>
              <a:t>que</a:t>
            </a:r>
            <a:r>
              <a:rPr sz="4700" spc="-258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700" spc="88" dirty="0">
                <a:solidFill>
                  <a:srgbClr val="4E4F52"/>
                </a:solidFill>
                <a:latin typeface="Calibri" panose="020F0502020204030204" pitchFamily="34" charset="0"/>
              </a:rPr>
              <a:t>la</a:t>
            </a:r>
            <a:r>
              <a:rPr sz="4700" spc="-261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700" spc="94" dirty="0">
                <a:solidFill>
                  <a:srgbClr val="4E4F52"/>
                </a:solidFill>
                <a:latin typeface="Calibri" panose="020F0502020204030204" pitchFamily="34" charset="0"/>
              </a:rPr>
              <a:t>amenazan</a:t>
            </a:r>
            <a:endParaRPr sz="4700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782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acuerdo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los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Estándares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para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8889" y="4559744"/>
            <a:ext cx="1923012" cy="1046200"/>
          </a:xfrm>
          <a:prstGeom prst="rect">
            <a:avLst/>
          </a:prstGeom>
          <a:solidFill>
            <a:srgbClr val="FFFFFF"/>
          </a:solidFill>
          <a:ln w="17813">
            <a:solidFill>
              <a:srgbClr val="000000"/>
            </a:solidFill>
          </a:ln>
        </p:spPr>
        <p:txBody>
          <a:bodyPr vert="horz" wrap="square" lIns="0" tIns="1540" rIns="0" bIns="0" rtlCol="0">
            <a:spAutoFit/>
          </a:bodyPr>
          <a:lstStyle/>
          <a:p>
            <a:pPr>
              <a:spcBef>
                <a:spcPts val="12"/>
              </a:spcBef>
            </a:pPr>
            <a:endParaRPr sz="1455">
              <a:latin typeface="Times New Roman"/>
              <a:cs typeface="Times New Roman"/>
            </a:endParaRPr>
          </a:p>
          <a:p>
            <a:pPr marL="388915" marR="395076" algn="ctr">
              <a:lnSpc>
                <a:spcPts val="1613"/>
              </a:lnSpc>
            </a:pPr>
            <a:r>
              <a:rPr sz="1364" spc="9" dirty="0">
                <a:solidFill>
                  <a:srgbClr val="4E4F52"/>
                </a:solidFill>
                <a:latin typeface="Cambria"/>
                <a:cs typeface="Cambria"/>
              </a:rPr>
              <a:t>Atributo</a:t>
            </a:r>
            <a:r>
              <a:rPr sz="1364" dirty="0">
                <a:solidFill>
                  <a:srgbClr val="4E4F52"/>
                </a:solidFill>
                <a:latin typeface="Cambria"/>
                <a:cs typeface="Cambria"/>
              </a:rPr>
              <a:t> </a:t>
            </a:r>
            <a:r>
              <a:rPr sz="1364" spc="52" dirty="0">
                <a:solidFill>
                  <a:srgbClr val="4E4F52"/>
                </a:solidFill>
                <a:latin typeface="Cambria"/>
                <a:cs typeface="Cambria"/>
              </a:rPr>
              <a:t>sobre  </a:t>
            </a:r>
            <a:r>
              <a:rPr sz="1364" spc="64" dirty="0">
                <a:solidFill>
                  <a:srgbClr val="4E4F52"/>
                </a:solidFill>
                <a:latin typeface="Cambria"/>
                <a:cs typeface="Cambria"/>
              </a:rPr>
              <a:t>el </a:t>
            </a:r>
            <a:r>
              <a:rPr sz="1364" spc="91" dirty="0">
                <a:solidFill>
                  <a:srgbClr val="4E4F52"/>
                </a:solidFill>
                <a:latin typeface="Cambria"/>
                <a:cs typeface="Cambria"/>
              </a:rPr>
              <a:t>que </a:t>
            </a:r>
            <a:r>
              <a:rPr sz="1364" spc="64" dirty="0">
                <a:solidFill>
                  <a:srgbClr val="4E4F52"/>
                </a:solidFill>
                <a:latin typeface="Cambria"/>
                <a:cs typeface="Cambria"/>
              </a:rPr>
              <a:t>nos  </a:t>
            </a:r>
            <a:r>
              <a:rPr sz="1364" spc="24" dirty="0">
                <a:solidFill>
                  <a:srgbClr val="4E4F52"/>
                </a:solidFill>
                <a:latin typeface="Cambria"/>
                <a:cs typeface="Cambria"/>
              </a:rPr>
              <a:t>interesa </a:t>
            </a:r>
            <a:r>
              <a:rPr sz="1364" spc="58" dirty="0">
                <a:solidFill>
                  <a:srgbClr val="4E4F52"/>
                </a:solidFill>
                <a:latin typeface="Cambria"/>
                <a:cs typeface="Cambria"/>
              </a:rPr>
              <a:t>hacer  </a:t>
            </a:r>
            <a:r>
              <a:rPr sz="1364" spc="52" dirty="0">
                <a:solidFill>
                  <a:srgbClr val="4E4F52"/>
                </a:solidFill>
                <a:latin typeface="Cambria"/>
                <a:cs typeface="Cambria"/>
              </a:rPr>
              <a:t>una</a:t>
            </a:r>
            <a:r>
              <a:rPr sz="1364" spc="9" dirty="0">
                <a:solidFill>
                  <a:srgbClr val="4E4F52"/>
                </a:solidFill>
                <a:latin typeface="Cambria"/>
                <a:cs typeface="Cambria"/>
              </a:rPr>
              <a:t> </a:t>
            </a:r>
            <a:r>
              <a:rPr sz="1364" spc="24" dirty="0">
                <a:solidFill>
                  <a:srgbClr val="4E4F52"/>
                </a:solidFill>
                <a:latin typeface="Cambria"/>
                <a:cs typeface="Cambria"/>
              </a:rPr>
              <a:t>inferencia</a:t>
            </a:r>
            <a:endParaRPr sz="1364">
              <a:latin typeface="Cambria"/>
              <a:cs typeface="Cambri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217980"/>
              </p:ext>
            </p:extLst>
          </p:nvPr>
        </p:nvGraphicFramePr>
        <p:xfrm>
          <a:off x="1506695" y="4554343"/>
          <a:ext cx="2152415" cy="1263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2118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101">
                <a:tc gridSpan="4">
                  <a:txBody>
                    <a:bodyPr/>
                    <a:lstStyle/>
                    <a:p>
                      <a:pPr marL="331470" algn="l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400" spc="85" dirty="0">
                          <a:solidFill>
                            <a:srgbClr val="4E4F52"/>
                          </a:solidFill>
                          <a:latin typeface="Cambria"/>
                          <a:cs typeface="Cambria"/>
                        </a:rPr>
                        <a:t>Subrepresentación</a:t>
                      </a:r>
                      <a:endParaRPr sz="1400" dirty="0">
                        <a:latin typeface="Cambria"/>
                        <a:cs typeface="Cambria"/>
                      </a:endParaRPr>
                    </a:p>
                  </a:txBody>
                  <a:tcPr marL="0" marR="0" marT="10204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258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3851830" y="5191662"/>
            <a:ext cx="951880" cy="0"/>
          </a:xfrm>
          <a:custGeom>
            <a:avLst/>
            <a:gdLst/>
            <a:ahLst/>
            <a:cxnLst/>
            <a:rect l="l" t="t" r="r" b="b"/>
            <a:pathLst>
              <a:path w="1569720">
                <a:moveTo>
                  <a:pt x="1569354" y="0"/>
                </a:moveTo>
                <a:lnTo>
                  <a:pt x="0" y="0"/>
                </a:lnTo>
              </a:path>
            </a:pathLst>
          </a:custGeom>
          <a:ln w="35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3748131" y="5152775"/>
            <a:ext cx="103967" cy="77783"/>
          </a:xfrm>
          <a:custGeom>
            <a:avLst/>
            <a:gdLst/>
            <a:ahLst/>
            <a:cxnLst/>
            <a:rect l="l" t="t" r="r" b="b"/>
            <a:pathLst>
              <a:path w="171450" h="128270">
                <a:moveTo>
                  <a:pt x="0" y="64127"/>
                </a:moveTo>
                <a:lnTo>
                  <a:pt x="171007" y="128255"/>
                </a:lnTo>
                <a:lnTo>
                  <a:pt x="171007" y="0"/>
                </a:lnTo>
                <a:lnTo>
                  <a:pt x="0" y="64127"/>
                </a:lnTo>
                <a:close/>
              </a:path>
            </a:pathLst>
          </a:custGeom>
          <a:ln w="35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8762432" y="5834016"/>
            <a:ext cx="1923012" cy="324224"/>
          </a:xfrm>
          <a:custGeom>
            <a:avLst/>
            <a:gdLst/>
            <a:ahLst/>
            <a:cxnLst/>
            <a:rect l="l" t="t" r="r" b="b"/>
            <a:pathLst>
              <a:path w="3171190" h="534670">
                <a:moveTo>
                  <a:pt x="0" y="534669"/>
                </a:moveTo>
                <a:lnTo>
                  <a:pt x="3170772" y="534669"/>
                </a:lnTo>
                <a:lnTo>
                  <a:pt x="3170772" y="0"/>
                </a:lnTo>
                <a:lnTo>
                  <a:pt x="0" y="0"/>
                </a:lnTo>
                <a:lnTo>
                  <a:pt x="0" y="5346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7865862" y="5423538"/>
            <a:ext cx="2819443" cy="410479"/>
          </a:xfrm>
          <a:custGeom>
            <a:avLst/>
            <a:gdLst/>
            <a:ahLst/>
            <a:cxnLst/>
            <a:rect l="l" t="t" r="r" b="b"/>
            <a:pathLst>
              <a:path w="4649469" h="676909">
                <a:moveTo>
                  <a:pt x="0" y="676910"/>
                </a:moveTo>
                <a:lnTo>
                  <a:pt x="4649282" y="676910"/>
                </a:lnTo>
                <a:lnTo>
                  <a:pt x="4649282" y="0"/>
                </a:lnTo>
                <a:lnTo>
                  <a:pt x="0" y="0"/>
                </a:lnTo>
                <a:lnTo>
                  <a:pt x="0" y="6769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7865862" y="4570235"/>
            <a:ext cx="3262267" cy="853303"/>
          </a:xfrm>
          <a:custGeom>
            <a:avLst/>
            <a:gdLst/>
            <a:ahLst/>
            <a:cxnLst/>
            <a:rect l="l" t="t" r="r" b="b"/>
            <a:pathLst>
              <a:path w="5379719" h="1407159">
                <a:moveTo>
                  <a:pt x="0" y="1407159"/>
                </a:moveTo>
                <a:lnTo>
                  <a:pt x="5379626" y="1407159"/>
                </a:lnTo>
                <a:lnTo>
                  <a:pt x="5379626" y="0"/>
                </a:lnTo>
                <a:lnTo>
                  <a:pt x="0" y="0"/>
                </a:lnTo>
                <a:lnTo>
                  <a:pt x="0" y="14071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9205314" y="4159756"/>
            <a:ext cx="1923012" cy="410479"/>
          </a:xfrm>
          <a:custGeom>
            <a:avLst/>
            <a:gdLst/>
            <a:ahLst/>
            <a:cxnLst/>
            <a:rect l="l" t="t" r="r" b="b"/>
            <a:pathLst>
              <a:path w="3171190" h="676909">
                <a:moveTo>
                  <a:pt x="0" y="676909"/>
                </a:moveTo>
                <a:lnTo>
                  <a:pt x="3170772" y="676909"/>
                </a:lnTo>
                <a:lnTo>
                  <a:pt x="3170772" y="0"/>
                </a:lnTo>
                <a:lnTo>
                  <a:pt x="0" y="0"/>
                </a:lnTo>
                <a:lnTo>
                  <a:pt x="0" y="6769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7865862" y="4160069"/>
            <a:ext cx="3262267" cy="1998485"/>
          </a:xfrm>
          <a:custGeom>
            <a:avLst/>
            <a:gdLst/>
            <a:ahLst/>
            <a:cxnLst/>
            <a:rect l="l" t="t" r="r" b="b"/>
            <a:pathLst>
              <a:path w="5379719" h="3295650">
                <a:moveTo>
                  <a:pt x="1478506" y="2761066"/>
                </a:moveTo>
                <a:lnTo>
                  <a:pt x="1478506" y="3295466"/>
                </a:lnTo>
                <a:lnTo>
                  <a:pt x="4649279" y="3295466"/>
                </a:lnTo>
                <a:lnTo>
                  <a:pt x="4649279" y="2084159"/>
                </a:lnTo>
                <a:lnTo>
                  <a:pt x="5379626" y="2084159"/>
                </a:lnTo>
                <a:lnTo>
                  <a:pt x="5379626" y="0"/>
                </a:lnTo>
                <a:lnTo>
                  <a:pt x="2208853" y="0"/>
                </a:lnTo>
                <a:lnTo>
                  <a:pt x="2208853" y="676906"/>
                </a:lnTo>
                <a:lnTo>
                  <a:pt x="0" y="676906"/>
                </a:lnTo>
                <a:lnTo>
                  <a:pt x="0" y="2761066"/>
                </a:lnTo>
                <a:lnTo>
                  <a:pt x="1478506" y="2761066"/>
                </a:lnTo>
                <a:close/>
              </a:path>
            </a:pathLst>
          </a:custGeom>
          <a:ln w="17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7865862" y="4570546"/>
            <a:ext cx="1923012" cy="1264167"/>
          </a:xfrm>
          <a:custGeom>
            <a:avLst/>
            <a:gdLst/>
            <a:ahLst/>
            <a:cxnLst/>
            <a:rect l="l" t="t" r="r" b="b"/>
            <a:pathLst>
              <a:path w="3171190" h="2084704">
                <a:moveTo>
                  <a:pt x="0" y="0"/>
                </a:moveTo>
                <a:lnTo>
                  <a:pt x="3170773" y="0"/>
                </a:lnTo>
                <a:lnTo>
                  <a:pt x="3170773" y="2084159"/>
                </a:lnTo>
                <a:lnTo>
                  <a:pt x="0" y="2084159"/>
                </a:lnTo>
                <a:lnTo>
                  <a:pt x="0" y="0"/>
                </a:lnTo>
                <a:close/>
              </a:path>
            </a:pathLst>
          </a:custGeom>
          <a:ln w="17813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 txBox="1"/>
          <p:nvPr/>
        </p:nvSpPr>
        <p:spPr>
          <a:xfrm>
            <a:off x="7865862" y="4854499"/>
            <a:ext cx="3262267" cy="21731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018890">
              <a:spcBef>
                <a:spcPts val="58"/>
              </a:spcBef>
            </a:pPr>
            <a:r>
              <a:rPr sz="1364" spc="49" dirty="0">
                <a:solidFill>
                  <a:srgbClr val="4E4F52"/>
                </a:solidFill>
                <a:latin typeface="Cambria"/>
                <a:cs typeface="Cambria"/>
              </a:rPr>
              <a:t>Contaminación</a:t>
            </a:r>
            <a:endParaRPr sz="1364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69457" y="5202464"/>
            <a:ext cx="919534" cy="0"/>
          </a:xfrm>
          <a:custGeom>
            <a:avLst/>
            <a:gdLst/>
            <a:ahLst/>
            <a:cxnLst/>
            <a:rect l="l" t="t" r="r" b="b"/>
            <a:pathLst>
              <a:path w="1516379">
                <a:moveTo>
                  <a:pt x="0" y="0"/>
                </a:moveTo>
                <a:lnTo>
                  <a:pt x="1515914" y="0"/>
                </a:lnTo>
              </a:path>
            </a:pathLst>
          </a:custGeom>
          <a:ln w="35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7688709" y="5163577"/>
            <a:ext cx="103967" cy="77783"/>
          </a:xfrm>
          <a:custGeom>
            <a:avLst/>
            <a:gdLst/>
            <a:ahLst/>
            <a:cxnLst/>
            <a:rect l="l" t="t" r="r" b="b"/>
            <a:pathLst>
              <a:path w="171450" h="128270">
                <a:moveTo>
                  <a:pt x="171007" y="64127"/>
                </a:moveTo>
                <a:lnTo>
                  <a:pt x="0" y="0"/>
                </a:lnTo>
                <a:lnTo>
                  <a:pt x="0" y="128255"/>
                </a:lnTo>
                <a:lnTo>
                  <a:pt x="171007" y="64127"/>
                </a:lnTo>
                <a:close/>
              </a:path>
            </a:pathLst>
          </a:custGeom>
          <a:ln w="35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885264" y="1972238"/>
            <a:ext cx="1055077" cy="985765"/>
          </a:xfrm>
          <a:custGeom>
            <a:avLst/>
            <a:gdLst/>
            <a:ahLst/>
            <a:cxnLst/>
            <a:rect l="l" t="t" r="r" b="b"/>
            <a:pathLst>
              <a:path w="1739900" h="1625600">
                <a:moveTo>
                  <a:pt x="1662962" y="0"/>
                </a:moveTo>
                <a:lnTo>
                  <a:pt x="76558" y="0"/>
                </a:lnTo>
                <a:lnTo>
                  <a:pt x="36735" y="25400"/>
                </a:lnTo>
                <a:lnTo>
                  <a:pt x="9861" y="76200"/>
                </a:lnTo>
                <a:lnTo>
                  <a:pt x="0" y="114300"/>
                </a:lnTo>
                <a:lnTo>
                  <a:pt x="0" y="1130300"/>
                </a:lnTo>
                <a:lnTo>
                  <a:pt x="9861" y="1181100"/>
                </a:lnTo>
                <a:lnTo>
                  <a:pt x="36735" y="1219200"/>
                </a:lnTo>
                <a:lnTo>
                  <a:pt x="76558" y="1244600"/>
                </a:lnTo>
                <a:lnTo>
                  <a:pt x="125265" y="1257300"/>
                </a:lnTo>
                <a:lnTo>
                  <a:pt x="850837" y="1257300"/>
                </a:lnTo>
                <a:lnTo>
                  <a:pt x="850837" y="1625600"/>
                </a:lnTo>
                <a:lnTo>
                  <a:pt x="883135" y="1625600"/>
                </a:lnTo>
                <a:lnTo>
                  <a:pt x="947011" y="1562100"/>
                </a:lnTo>
                <a:lnTo>
                  <a:pt x="888681" y="1562100"/>
                </a:lnTo>
                <a:lnTo>
                  <a:pt x="888681" y="1231900"/>
                </a:lnTo>
                <a:lnTo>
                  <a:pt x="887193" y="1231900"/>
                </a:lnTo>
                <a:lnTo>
                  <a:pt x="883134" y="1219200"/>
                </a:lnTo>
                <a:lnTo>
                  <a:pt x="125265" y="1219200"/>
                </a:lnTo>
                <a:lnTo>
                  <a:pt x="91266" y="1206500"/>
                </a:lnTo>
                <a:lnTo>
                  <a:pt x="63468" y="1193800"/>
                </a:lnTo>
                <a:lnTo>
                  <a:pt x="44708" y="1168400"/>
                </a:lnTo>
                <a:lnTo>
                  <a:pt x="37825" y="1130300"/>
                </a:lnTo>
                <a:lnTo>
                  <a:pt x="37825" y="114300"/>
                </a:lnTo>
                <a:lnTo>
                  <a:pt x="44706" y="88900"/>
                </a:lnTo>
                <a:lnTo>
                  <a:pt x="63461" y="63500"/>
                </a:lnTo>
                <a:lnTo>
                  <a:pt x="91258" y="38100"/>
                </a:lnTo>
                <a:lnTo>
                  <a:pt x="1709503" y="38100"/>
                </a:lnTo>
                <a:lnTo>
                  <a:pt x="1702784" y="25400"/>
                </a:lnTo>
                <a:lnTo>
                  <a:pt x="1662962" y="0"/>
                </a:lnTo>
                <a:close/>
              </a:path>
              <a:path w="1739900" h="1625600">
                <a:moveTo>
                  <a:pt x="1709503" y="38100"/>
                </a:moveTo>
                <a:lnTo>
                  <a:pt x="1648273" y="38100"/>
                </a:lnTo>
                <a:lnTo>
                  <a:pt x="1676071" y="63500"/>
                </a:lnTo>
                <a:lnTo>
                  <a:pt x="1694830" y="88900"/>
                </a:lnTo>
                <a:lnTo>
                  <a:pt x="1701714" y="114300"/>
                </a:lnTo>
                <a:lnTo>
                  <a:pt x="1701714" y="1130300"/>
                </a:lnTo>
                <a:lnTo>
                  <a:pt x="1694833" y="1168400"/>
                </a:lnTo>
                <a:lnTo>
                  <a:pt x="1676078" y="1193800"/>
                </a:lnTo>
                <a:lnTo>
                  <a:pt x="1648281" y="1206500"/>
                </a:lnTo>
                <a:lnTo>
                  <a:pt x="1614274" y="1219200"/>
                </a:lnTo>
                <a:lnTo>
                  <a:pt x="1232430" y="1219200"/>
                </a:lnTo>
                <a:lnTo>
                  <a:pt x="888681" y="1562100"/>
                </a:lnTo>
                <a:lnTo>
                  <a:pt x="947011" y="1562100"/>
                </a:lnTo>
                <a:lnTo>
                  <a:pt x="1253614" y="1257300"/>
                </a:lnTo>
                <a:lnTo>
                  <a:pt x="1614255" y="1257300"/>
                </a:lnTo>
                <a:lnTo>
                  <a:pt x="1662962" y="1244600"/>
                </a:lnTo>
                <a:lnTo>
                  <a:pt x="1702784" y="1219200"/>
                </a:lnTo>
                <a:lnTo>
                  <a:pt x="1729658" y="1181100"/>
                </a:lnTo>
                <a:lnTo>
                  <a:pt x="1739519" y="1130300"/>
                </a:lnTo>
                <a:lnTo>
                  <a:pt x="1739519" y="114300"/>
                </a:lnTo>
                <a:lnTo>
                  <a:pt x="1729658" y="76200"/>
                </a:lnTo>
                <a:lnTo>
                  <a:pt x="1709503" y="38100"/>
                </a:lnTo>
                <a:close/>
              </a:path>
              <a:path w="1739900" h="1625600">
                <a:moveTo>
                  <a:pt x="774550" y="317500"/>
                </a:moveTo>
                <a:lnTo>
                  <a:pt x="750873" y="317500"/>
                </a:lnTo>
                <a:lnTo>
                  <a:pt x="701707" y="342900"/>
                </a:lnTo>
                <a:lnTo>
                  <a:pt x="655329" y="368300"/>
                </a:lnTo>
                <a:lnTo>
                  <a:pt x="611837" y="406400"/>
                </a:lnTo>
                <a:lnTo>
                  <a:pt x="571327" y="431800"/>
                </a:lnTo>
                <a:lnTo>
                  <a:pt x="533897" y="482600"/>
                </a:lnTo>
                <a:lnTo>
                  <a:pt x="501039" y="520700"/>
                </a:lnTo>
                <a:lnTo>
                  <a:pt x="475411" y="571500"/>
                </a:lnTo>
                <a:lnTo>
                  <a:pt x="457055" y="609600"/>
                </a:lnTo>
                <a:lnTo>
                  <a:pt x="446011" y="660400"/>
                </a:lnTo>
                <a:lnTo>
                  <a:pt x="442321" y="698500"/>
                </a:lnTo>
                <a:lnTo>
                  <a:pt x="445777" y="749300"/>
                </a:lnTo>
                <a:lnTo>
                  <a:pt x="456111" y="800100"/>
                </a:lnTo>
                <a:lnTo>
                  <a:pt x="473273" y="850900"/>
                </a:lnTo>
                <a:lnTo>
                  <a:pt x="497213" y="889000"/>
                </a:lnTo>
                <a:lnTo>
                  <a:pt x="528312" y="914400"/>
                </a:lnTo>
                <a:lnTo>
                  <a:pt x="565416" y="939800"/>
                </a:lnTo>
                <a:lnTo>
                  <a:pt x="608384" y="952500"/>
                </a:lnTo>
                <a:lnTo>
                  <a:pt x="689666" y="952500"/>
                </a:lnTo>
                <a:lnTo>
                  <a:pt x="720144" y="939800"/>
                </a:lnTo>
                <a:lnTo>
                  <a:pt x="748407" y="927100"/>
                </a:lnTo>
                <a:lnTo>
                  <a:pt x="761382" y="914400"/>
                </a:lnTo>
                <a:lnTo>
                  <a:pt x="616668" y="914400"/>
                </a:lnTo>
                <a:lnTo>
                  <a:pt x="581608" y="901700"/>
                </a:lnTo>
                <a:lnTo>
                  <a:pt x="526572" y="863600"/>
                </a:lnTo>
                <a:lnTo>
                  <a:pt x="506317" y="825500"/>
                </a:lnTo>
                <a:lnTo>
                  <a:pt x="491796" y="787400"/>
                </a:lnTo>
                <a:lnTo>
                  <a:pt x="483051" y="749300"/>
                </a:lnTo>
                <a:lnTo>
                  <a:pt x="480126" y="698500"/>
                </a:lnTo>
                <a:lnTo>
                  <a:pt x="485337" y="647700"/>
                </a:lnTo>
                <a:lnTo>
                  <a:pt x="500921" y="596900"/>
                </a:lnTo>
                <a:lnTo>
                  <a:pt x="526808" y="546100"/>
                </a:lnTo>
                <a:lnTo>
                  <a:pt x="562928" y="508000"/>
                </a:lnTo>
                <a:lnTo>
                  <a:pt x="595676" y="469900"/>
                </a:lnTo>
                <a:lnTo>
                  <a:pt x="630949" y="431800"/>
                </a:lnTo>
                <a:lnTo>
                  <a:pt x="668673" y="406400"/>
                </a:lnTo>
                <a:lnTo>
                  <a:pt x="708775" y="381000"/>
                </a:lnTo>
                <a:lnTo>
                  <a:pt x="751182" y="355600"/>
                </a:lnTo>
                <a:lnTo>
                  <a:pt x="794863" y="355600"/>
                </a:lnTo>
                <a:lnTo>
                  <a:pt x="774550" y="317500"/>
                </a:lnTo>
                <a:close/>
              </a:path>
              <a:path w="1739900" h="1625600">
                <a:moveTo>
                  <a:pt x="1196983" y="317500"/>
                </a:moveTo>
                <a:lnTo>
                  <a:pt x="1173306" y="317500"/>
                </a:lnTo>
                <a:lnTo>
                  <a:pt x="1124140" y="342900"/>
                </a:lnTo>
                <a:lnTo>
                  <a:pt x="1077762" y="368300"/>
                </a:lnTo>
                <a:lnTo>
                  <a:pt x="1034270" y="406400"/>
                </a:lnTo>
                <a:lnTo>
                  <a:pt x="993760" y="431800"/>
                </a:lnTo>
                <a:lnTo>
                  <a:pt x="956330" y="482600"/>
                </a:lnTo>
                <a:lnTo>
                  <a:pt x="923471" y="520700"/>
                </a:lnTo>
                <a:lnTo>
                  <a:pt x="897843" y="571500"/>
                </a:lnTo>
                <a:lnTo>
                  <a:pt x="879487" y="609600"/>
                </a:lnTo>
                <a:lnTo>
                  <a:pt x="868444" y="660400"/>
                </a:lnTo>
                <a:lnTo>
                  <a:pt x="864753" y="698500"/>
                </a:lnTo>
                <a:lnTo>
                  <a:pt x="868207" y="749300"/>
                </a:lnTo>
                <a:lnTo>
                  <a:pt x="878536" y="800100"/>
                </a:lnTo>
                <a:lnTo>
                  <a:pt x="895698" y="850900"/>
                </a:lnTo>
                <a:lnTo>
                  <a:pt x="919645" y="889000"/>
                </a:lnTo>
                <a:lnTo>
                  <a:pt x="950742" y="914400"/>
                </a:lnTo>
                <a:lnTo>
                  <a:pt x="987842" y="939800"/>
                </a:lnTo>
                <a:lnTo>
                  <a:pt x="1030809" y="952500"/>
                </a:lnTo>
                <a:lnTo>
                  <a:pt x="1112110" y="952500"/>
                </a:lnTo>
                <a:lnTo>
                  <a:pt x="1142589" y="939800"/>
                </a:lnTo>
                <a:lnTo>
                  <a:pt x="1170843" y="927100"/>
                </a:lnTo>
                <a:lnTo>
                  <a:pt x="1183807" y="914400"/>
                </a:lnTo>
                <a:lnTo>
                  <a:pt x="1039093" y="914400"/>
                </a:lnTo>
                <a:lnTo>
                  <a:pt x="1004033" y="901700"/>
                </a:lnTo>
                <a:lnTo>
                  <a:pt x="949004" y="863600"/>
                </a:lnTo>
                <a:lnTo>
                  <a:pt x="928750" y="825500"/>
                </a:lnTo>
                <a:lnTo>
                  <a:pt x="914229" y="787400"/>
                </a:lnTo>
                <a:lnTo>
                  <a:pt x="905484" y="749300"/>
                </a:lnTo>
                <a:lnTo>
                  <a:pt x="902559" y="698500"/>
                </a:lnTo>
                <a:lnTo>
                  <a:pt x="907770" y="647700"/>
                </a:lnTo>
                <a:lnTo>
                  <a:pt x="923354" y="596900"/>
                </a:lnTo>
                <a:lnTo>
                  <a:pt x="949241" y="546100"/>
                </a:lnTo>
                <a:lnTo>
                  <a:pt x="985360" y="508000"/>
                </a:lnTo>
                <a:lnTo>
                  <a:pt x="1018102" y="469900"/>
                </a:lnTo>
                <a:lnTo>
                  <a:pt x="1053374" y="431800"/>
                </a:lnTo>
                <a:lnTo>
                  <a:pt x="1091101" y="406400"/>
                </a:lnTo>
                <a:lnTo>
                  <a:pt x="1131207" y="381000"/>
                </a:lnTo>
                <a:lnTo>
                  <a:pt x="1173615" y="355600"/>
                </a:lnTo>
                <a:lnTo>
                  <a:pt x="1217287" y="355600"/>
                </a:lnTo>
                <a:lnTo>
                  <a:pt x="1196983" y="317500"/>
                </a:lnTo>
                <a:close/>
              </a:path>
              <a:path w="1739900" h="1625600">
                <a:moveTo>
                  <a:pt x="755973" y="660400"/>
                </a:moveTo>
                <a:lnTo>
                  <a:pt x="562695" y="660400"/>
                </a:lnTo>
                <a:lnTo>
                  <a:pt x="566271" y="673100"/>
                </a:lnTo>
                <a:lnTo>
                  <a:pt x="692523" y="673100"/>
                </a:lnTo>
                <a:lnTo>
                  <a:pt x="708951" y="685800"/>
                </a:lnTo>
                <a:lnTo>
                  <a:pt x="722883" y="685800"/>
                </a:lnTo>
                <a:lnTo>
                  <a:pt x="735374" y="698500"/>
                </a:lnTo>
                <a:lnTo>
                  <a:pt x="746391" y="698500"/>
                </a:lnTo>
                <a:lnTo>
                  <a:pt x="755898" y="711200"/>
                </a:lnTo>
                <a:lnTo>
                  <a:pt x="763650" y="723900"/>
                </a:lnTo>
                <a:lnTo>
                  <a:pt x="770187" y="736600"/>
                </a:lnTo>
                <a:lnTo>
                  <a:pt x="775484" y="736600"/>
                </a:lnTo>
                <a:lnTo>
                  <a:pt x="784929" y="774700"/>
                </a:lnTo>
                <a:lnTo>
                  <a:pt x="786746" y="800100"/>
                </a:lnTo>
                <a:lnTo>
                  <a:pt x="784394" y="825500"/>
                </a:lnTo>
                <a:lnTo>
                  <a:pt x="777290" y="838200"/>
                </a:lnTo>
                <a:lnTo>
                  <a:pt x="765366" y="863600"/>
                </a:lnTo>
                <a:lnTo>
                  <a:pt x="748554" y="876300"/>
                </a:lnTo>
                <a:lnTo>
                  <a:pt x="728226" y="889000"/>
                </a:lnTo>
                <a:lnTo>
                  <a:pt x="706305" y="901700"/>
                </a:lnTo>
                <a:lnTo>
                  <a:pt x="682634" y="914400"/>
                </a:lnTo>
                <a:lnTo>
                  <a:pt x="761382" y="914400"/>
                </a:lnTo>
                <a:lnTo>
                  <a:pt x="796274" y="876300"/>
                </a:lnTo>
                <a:lnTo>
                  <a:pt x="821446" y="825500"/>
                </a:lnTo>
                <a:lnTo>
                  <a:pt x="824609" y="800100"/>
                </a:lnTo>
                <a:lnTo>
                  <a:pt x="824034" y="787400"/>
                </a:lnTo>
                <a:lnTo>
                  <a:pt x="819464" y="749300"/>
                </a:lnTo>
                <a:lnTo>
                  <a:pt x="802653" y="711200"/>
                </a:lnTo>
                <a:lnTo>
                  <a:pt x="770491" y="673100"/>
                </a:lnTo>
                <a:lnTo>
                  <a:pt x="755973" y="660400"/>
                </a:lnTo>
                <a:close/>
              </a:path>
              <a:path w="1739900" h="1625600">
                <a:moveTo>
                  <a:pt x="1178377" y="660400"/>
                </a:moveTo>
                <a:lnTo>
                  <a:pt x="985148" y="660400"/>
                </a:lnTo>
                <a:lnTo>
                  <a:pt x="992318" y="673100"/>
                </a:lnTo>
                <a:lnTo>
                  <a:pt x="1114973" y="673100"/>
                </a:lnTo>
                <a:lnTo>
                  <a:pt x="1131403" y="685800"/>
                </a:lnTo>
                <a:lnTo>
                  <a:pt x="1145327" y="685800"/>
                </a:lnTo>
                <a:lnTo>
                  <a:pt x="1157817" y="698500"/>
                </a:lnTo>
                <a:lnTo>
                  <a:pt x="1168832" y="698500"/>
                </a:lnTo>
                <a:lnTo>
                  <a:pt x="1178331" y="711200"/>
                </a:lnTo>
                <a:lnTo>
                  <a:pt x="1186091" y="723900"/>
                </a:lnTo>
                <a:lnTo>
                  <a:pt x="1192629" y="736600"/>
                </a:lnTo>
                <a:lnTo>
                  <a:pt x="1197928" y="736600"/>
                </a:lnTo>
                <a:lnTo>
                  <a:pt x="1207381" y="774700"/>
                </a:lnTo>
                <a:lnTo>
                  <a:pt x="1209198" y="800100"/>
                </a:lnTo>
                <a:lnTo>
                  <a:pt x="1206843" y="825500"/>
                </a:lnTo>
                <a:lnTo>
                  <a:pt x="1199732" y="838200"/>
                </a:lnTo>
                <a:lnTo>
                  <a:pt x="1187802" y="863600"/>
                </a:lnTo>
                <a:lnTo>
                  <a:pt x="1170987" y="876300"/>
                </a:lnTo>
                <a:lnTo>
                  <a:pt x="1150662" y="889000"/>
                </a:lnTo>
                <a:lnTo>
                  <a:pt x="1128745" y="901700"/>
                </a:lnTo>
                <a:lnTo>
                  <a:pt x="1105075" y="914400"/>
                </a:lnTo>
                <a:lnTo>
                  <a:pt x="1183807" y="914400"/>
                </a:lnTo>
                <a:lnTo>
                  <a:pt x="1218699" y="876300"/>
                </a:lnTo>
                <a:lnTo>
                  <a:pt x="1243878" y="825500"/>
                </a:lnTo>
                <a:lnTo>
                  <a:pt x="1247042" y="800100"/>
                </a:lnTo>
                <a:lnTo>
                  <a:pt x="1246464" y="787400"/>
                </a:lnTo>
                <a:lnTo>
                  <a:pt x="1241881" y="749300"/>
                </a:lnTo>
                <a:lnTo>
                  <a:pt x="1225064" y="711200"/>
                </a:lnTo>
                <a:lnTo>
                  <a:pt x="1192888" y="673100"/>
                </a:lnTo>
                <a:lnTo>
                  <a:pt x="1178377" y="660400"/>
                </a:lnTo>
                <a:close/>
              </a:path>
              <a:path w="1739900" h="1625600">
                <a:moveTo>
                  <a:pt x="794863" y="355600"/>
                </a:moveTo>
                <a:lnTo>
                  <a:pt x="751182" y="355600"/>
                </a:lnTo>
                <a:lnTo>
                  <a:pt x="769235" y="381000"/>
                </a:lnTo>
                <a:lnTo>
                  <a:pt x="727796" y="406400"/>
                </a:lnTo>
                <a:lnTo>
                  <a:pt x="690669" y="431800"/>
                </a:lnTo>
                <a:lnTo>
                  <a:pt x="657952" y="457200"/>
                </a:lnTo>
                <a:lnTo>
                  <a:pt x="629745" y="495300"/>
                </a:lnTo>
                <a:lnTo>
                  <a:pt x="603378" y="520700"/>
                </a:lnTo>
                <a:lnTo>
                  <a:pt x="583169" y="558800"/>
                </a:lnTo>
                <a:lnTo>
                  <a:pt x="569171" y="609600"/>
                </a:lnTo>
                <a:lnTo>
                  <a:pt x="561439" y="647700"/>
                </a:lnTo>
                <a:lnTo>
                  <a:pt x="560936" y="660400"/>
                </a:lnTo>
                <a:lnTo>
                  <a:pt x="739712" y="660400"/>
                </a:lnTo>
                <a:lnTo>
                  <a:pt x="721765" y="647700"/>
                </a:lnTo>
                <a:lnTo>
                  <a:pt x="702220" y="647700"/>
                </a:lnTo>
                <a:lnTo>
                  <a:pt x="680111" y="635000"/>
                </a:lnTo>
                <a:lnTo>
                  <a:pt x="601932" y="635000"/>
                </a:lnTo>
                <a:lnTo>
                  <a:pt x="609891" y="596900"/>
                </a:lnTo>
                <a:lnTo>
                  <a:pt x="621948" y="571500"/>
                </a:lnTo>
                <a:lnTo>
                  <a:pt x="638068" y="546100"/>
                </a:lnTo>
                <a:lnTo>
                  <a:pt x="658215" y="520700"/>
                </a:lnTo>
                <a:lnTo>
                  <a:pt x="687026" y="482600"/>
                </a:lnTo>
                <a:lnTo>
                  <a:pt x="721103" y="457200"/>
                </a:lnTo>
                <a:lnTo>
                  <a:pt x="760319" y="431800"/>
                </a:lnTo>
                <a:lnTo>
                  <a:pt x="804547" y="406400"/>
                </a:lnTo>
                <a:lnTo>
                  <a:pt x="812955" y="406400"/>
                </a:lnTo>
                <a:lnTo>
                  <a:pt x="815951" y="393700"/>
                </a:lnTo>
                <a:lnTo>
                  <a:pt x="815177" y="393700"/>
                </a:lnTo>
                <a:lnTo>
                  <a:pt x="794863" y="355600"/>
                </a:lnTo>
                <a:close/>
              </a:path>
              <a:path w="1739900" h="1625600">
                <a:moveTo>
                  <a:pt x="1217287" y="355600"/>
                </a:moveTo>
                <a:lnTo>
                  <a:pt x="1173615" y="355600"/>
                </a:lnTo>
                <a:lnTo>
                  <a:pt x="1191706" y="381000"/>
                </a:lnTo>
                <a:lnTo>
                  <a:pt x="1150276" y="406400"/>
                </a:lnTo>
                <a:lnTo>
                  <a:pt x="1113147" y="431800"/>
                </a:lnTo>
                <a:lnTo>
                  <a:pt x="1080426" y="457200"/>
                </a:lnTo>
                <a:lnTo>
                  <a:pt x="1052216" y="495300"/>
                </a:lnTo>
                <a:lnTo>
                  <a:pt x="1025857" y="520700"/>
                </a:lnTo>
                <a:lnTo>
                  <a:pt x="1005647" y="558800"/>
                </a:lnTo>
                <a:lnTo>
                  <a:pt x="991645" y="609600"/>
                </a:lnTo>
                <a:lnTo>
                  <a:pt x="983911" y="647700"/>
                </a:lnTo>
                <a:lnTo>
                  <a:pt x="983408" y="660400"/>
                </a:lnTo>
                <a:lnTo>
                  <a:pt x="1162123" y="660400"/>
                </a:lnTo>
                <a:lnTo>
                  <a:pt x="1144178" y="647700"/>
                </a:lnTo>
                <a:lnTo>
                  <a:pt x="1124633" y="647700"/>
                </a:lnTo>
                <a:lnTo>
                  <a:pt x="1102524" y="635000"/>
                </a:lnTo>
                <a:lnTo>
                  <a:pt x="1024345" y="635000"/>
                </a:lnTo>
                <a:lnTo>
                  <a:pt x="1032305" y="596900"/>
                </a:lnTo>
                <a:lnTo>
                  <a:pt x="1044362" y="571500"/>
                </a:lnTo>
                <a:lnTo>
                  <a:pt x="1060481" y="546100"/>
                </a:lnTo>
                <a:lnTo>
                  <a:pt x="1080628" y="520700"/>
                </a:lnTo>
                <a:lnTo>
                  <a:pt x="1109442" y="482600"/>
                </a:lnTo>
                <a:lnTo>
                  <a:pt x="1143524" y="457200"/>
                </a:lnTo>
                <a:lnTo>
                  <a:pt x="1182741" y="431800"/>
                </a:lnTo>
                <a:lnTo>
                  <a:pt x="1226960" y="406400"/>
                </a:lnTo>
                <a:lnTo>
                  <a:pt x="1235387" y="406400"/>
                </a:lnTo>
                <a:lnTo>
                  <a:pt x="1238364" y="393700"/>
                </a:lnTo>
                <a:lnTo>
                  <a:pt x="1237591" y="393700"/>
                </a:lnTo>
                <a:lnTo>
                  <a:pt x="1217287" y="3556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03899" y="2089556"/>
            <a:ext cx="5986214" cy="3949040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701">
              <a:spcBef>
                <a:spcPts val="55"/>
              </a:spcBef>
            </a:pPr>
            <a:r>
              <a:rPr sz="1940" spc="33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82" dirty="0"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1940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69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940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15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940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36" dirty="0">
                <a:latin typeface="Calibri" panose="020F0502020204030204" pitchFamily="34" charset="0"/>
                <a:cs typeface="Calibri" panose="020F0502020204030204" pitchFamily="34" charset="0"/>
              </a:rPr>
              <a:t>contenido</a:t>
            </a:r>
            <a:r>
              <a:rPr sz="1940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97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940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58" dirty="0">
                <a:latin typeface="Calibri" panose="020F0502020204030204" pitchFamily="34" charset="0"/>
                <a:cs typeface="Calibri" panose="020F0502020204030204" pitchFamily="34" charset="0"/>
              </a:rPr>
              <a:t>prueba</a:t>
            </a:r>
            <a:endParaRPr sz="194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229498">
              <a:lnSpc>
                <a:spcPts val="7101"/>
              </a:lnSpc>
              <a:spcBef>
                <a:spcPts val="979"/>
              </a:spcBef>
            </a:pPr>
            <a:r>
              <a:rPr sz="1940" spc="33" dirty="0">
                <a:latin typeface="Calibri" panose="020F0502020204030204" pitchFamily="34" charset="0"/>
                <a:cs typeface="Calibri" panose="020F0502020204030204" pitchFamily="34" charset="0"/>
              </a:rPr>
              <a:t>Evidencia </a:t>
            </a:r>
            <a:r>
              <a:rPr sz="1940" spc="82" dirty="0">
                <a:latin typeface="Calibri" panose="020F0502020204030204" pitchFamily="34" charset="0"/>
                <a:cs typeface="Calibri" panose="020F0502020204030204" pitchFamily="34" charset="0"/>
              </a:rPr>
              <a:t>basada </a:t>
            </a:r>
            <a:r>
              <a:rPr sz="1940" spc="69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1940" spc="73" dirty="0"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1940" spc="85" dirty="0">
                <a:latin typeface="Calibri" panose="020F0502020204030204" pitchFamily="34" charset="0"/>
                <a:cs typeface="Calibri" panose="020F0502020204030204" pitchFamily="34" charset="0"/>
              </a:rPr>
              <a:t>procesos </a:t>
            </a:r>
            <a:r>
              <a:rPr sz="1940" spc="97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1940" spc="49" dirty="0">
                <a:latin typeface="Calibri" panose="020F0502020204030204" pitchFamily="34" charset="0"/>
                <a:cs typeface="Calibri" panose="020F0502020204030204" pitchFamily="34" charset="0"/>
              </a:rPr>
              <a:t>respuesta  </a:t>
            </a:r>
            <a:r>
              <a:rPr sz="1940" spc="33" dirty="0">
                <a:latin typeface="Calibri" panose="020F0502020204030204" pitchFamily="34" charset="0"/>
                <a:cs typeface="Calibri" panose="020F0502020204030204" pitchFamily="34" charset="0"/>
              </a:rPr>
              <a:t>Evidencia </a:t>
            </a:r>
            <a:r>
              <a:rPr sz="1940" spc="82" dirty="0">
                <a:latin typeface="Calibri" panose="020F0502020204030204" pitchFamily="34" charset="0"/>
                <a:cs typeface="Calibri" panose="020F0502020204030204" pitchFamily="34" charset="0"/>
              </a:rPr>
              <a:t>basada </a:t>
            </a:r>
            <a:r>
              <a:rPr sz="1940" spc="69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1940" spc="-6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1940" spc="12" dirty="0">
                <a:latin typeface="Calibri" panose="020F0502020204030204" pitchFamily="34" charset="0"/>
                <a:cs typeface="Calibri" panose="020F0502020204030204" pitchFamily="34" charset="0"/>
              </a:rPr>
              <a:t>estructura </a:t>
            </a:r>
            <a:r>
              <a:rPr sz="1940" spc="-18" dirty="0">
                <a:latin typeface="Calibri" panose="020F0502020204030204" pitchFamily="34" charset="0"/>
                <a:cs typeface="Calibri" panose="020F0502020204030204" pitchFamily="34" charset="0"/>
              </a:rPr>
              <a:t>interna  </a:t>
            </a:r>
            <a:r>
              <a:rPr sz="1940" spc="33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1940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82" dirty="0"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1940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69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940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940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9" dirty="0">
                <a:latin typeface="Calibri" panose="020F0502020204030204" pitchFamily="34" charset="0"/>
                <a:cs typeface="Calibri" panose="020F0502020204030204" pitchFamily="34" charset="0"/>
              </a:rPr>
              <a:t>relación</a:t>
            </a:r>
            <a:r>
              <a:rPr sz="1940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88" dirty="0"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1940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12" dirty="0">
                <a:latin typeface="Calibri" panose="020F0502020204030204" pitchFamily="34" charset="0"/>
                <a:cs typeface="Calibri" panose="020F0502020204030204" pitchFamily="34" charset="0"/>
              </a:rPr>
              <a:t>otras</a:t>
            </a:r>
            <a:r>
              <a:rPr sz="1940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21" dirty="0">
                <a:latin typeface="Calibri" panose="020F0502020204030204" pitchFamily="34" charset="0"/>
                <a:cs typeface="Calibri" panose="020F0502020204030204" pitchFamily="34" charset="0"/>
              </a:rPr>
              <a:t>variables</a:t>
            </a:r>
            <a:endParaRPr sz="194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4"/>
              </a:spcBef>
            </a:pPr>
            <a:endParaRPr sz="315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/>
            <a:r>
              <a:rPr sz="1940" spc="33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1940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82" dirty="0"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69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49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76" dirty="0">
                <a:latin typeface="Calibri" panose="020F0502020204030204" pitchFamily="34" charset="0"/>
                <a:cs typeface="Calibri" panose="020F0502020204030204" pitchFamily="34" charset="0"/>
              </a:rPr>
              <a:t>consecuencias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97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940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40" spc="58" dirty="0">
                <a:latin typeface="Calibri" panose="020F0502020204030204" pitchFamily="34" charset="0"/>
                <a:cs typeface="Calibri" panose="020F0502020204030204" pitchFamily="34" charset="0"/>
              </a:rPr>
              <a:t>prueba</a:t>
            </a:r>
            <a:endParaRPr sz="194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79603"/>
            <a:ext cx="8923486" cy="1460507"/>
          </a:xfrm>
          <a:prstGeom prst="rect">
            <a:avLst/>
          </a:prstGeom>
        </p:spPr>
        <p:txBody>
          <a:bodyPr vert="horz" wrap="square" lIns="0" tIns="40047" rIns="0" bIns="0" rtlCol="0" anchor="ctr">
            <a:spAutoFit/>
          </a:bodyPr>
          <a:lstStyle/>
          <a:p>
            <a:pPr marL="7701" marR="3081">
              <a:lnSpc>
                <a:spcPts val="4299"/>
              </a:lnSpc>
              <a:spcBef>
                <a:spcPts val="315"/>
              </a:spcBef>
            </a:pPr>
            <a:r>
              <a:rPr sz="3699" spc="-61" dirty="0">
                <a:solidFill>
                  <a:srgbClr val="4E4F52"/>
                </a:solidFill>
                <a:latin typeface="Calibri" panose="020F0502020204030204" pitchFamily="34" charset="0"/>
              </a:rPr>
              <a:t>Validez:</a:t>
            </a:r>
            <a:r>
              <a:rPr sz="3699" spc="-209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99" spc="61" dirty="0">
                <a:solidFill>
                  <a:srgbClr val="4E4F52"/>
                </a:solidFill>
                <a:latin typeface="Calibri" panose="020F0502020204030204" pitchFamily="34" charset="0"/>
              </a:rPr>
              <a:t>argumentación</a:t>
            </a:r>
            <a:r>
              <a:rPr sz="3699" spc="-209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99" spc="112" dirty="0">
                <a:solidFill>
                  <a:srgbClr val="4E4F52"/>
                </a:solidFill>
                <a:latin typeface="Calibri" panose="020F0502020204030204" pitchFamily="34" charset="0"/>
              </a:rPr>
              <a:t>a</a:t>
            </a:r>
            <a:r>
              <a:rPr sz="3699" spc="-209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99" spc="-73" dirty="0">
                <a:solidFill>
                  <a:srgbClr val="4E4F52"/>
                </a:solidFill>
                <a:latin typeface="Calibri" panose="020F0502020204030204" pitchFamily="34" charset="0"/>
              </a:rPr>
              <a:t>partir</a:t>
            </a:r>
            <a:r>
              <a:rPr sz="3699" spc="-29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99" spc="139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3699" spc="-209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99" spc="52" dirty="0">
                <a:solidFill>
                  <a:srgbClr val="4E4F52"/>
                </a:solidFill>
                <a:latin typeface="Calibri" panose="020F0502020204030204" pitchFamily="34" charset="0"/>
              </a:rPr>
              <a:t>cinco  </a:t>
            </a:r>
            <a:r>
              <a:rPr sz="3699" spc="33" dirty="0">
                <a:solidFill>
                  <a:srgbClr val="4E4F52"/>
                </a:solidFill>
                <a:latin typeface="Calibri" panose="020F0502020204030204" pitchFamily="34" charset="0"/>
              </a:rPr>
              <a:t>fuentes </a:t>
            </a:r>
            <a:r>
              <a:rPr sz="3699" spc="139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3699" spc="-44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99" spc="27" dirty="0">
                <a:solidFill>
                  <a:srgbClr val="4E4F52"/>
                </a:solidFill>
                <a:latin typeface="Calibri" panose="020F0502020204030204" pitchFamily="34" charset="0"/>
              </a:rPr>
              <a:t>evidencia</a:t>
            </a:r>
            <a:endParaRPr sz="3699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412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acuerdo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los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Estándares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para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722" y="317420"/>
            <a:ext cx="8129868" cy="1135902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marL="7701">
              <a:lnSpc>
                <a:spcPts val="4369"/>
              </a:lnSpc>
              <a:spcBef>
                <a:spcPts val="58"/>
              </a:spcBef>
            </a:pPr>
            <a:r>
              <a:rPr sz="3699" spc="106" dirty="0">
                <a:latin typeface="Calibri" panose="020F0502020204030204" pitchFamily="34" charset="0"/>
                <a:cs typeface="Calibri" panose="020F0502020204030204" pitchFamily="34" charset="0"/>
              </a:rPr>
              <a:t>Argumentación </a:t>
            </a:r>
            <a:r>
              <a:rPr sz="3699" spc="194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3699" spc="-5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36" dirty="0">
                <a:latin typeface="Calibri" panose="020F0502020204030204" pitchFamily="34" charset="0"/>
                <a:cs typeface="Calibri" panose="020F0502020204030204" pitchFamily="34" charset="0"/>
              </a:rPr>
              <a:t>validez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lnSpc>
                <a:spcPts val="4369"/>
              </a:lnSpc>
            </a:pPr>
            <a:r>
              <a:rPr sz="3699" spc="69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3699" spc="-1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-79" dirty="0">
                <a:latin typeface="Calibri" panose="020F0502020204030204" pitchFamily="34" charset="0"/>
                <a:cs typeface="Calibri" panose="020F0502020204030204" pitchFamily="34" charset="0"/>
              </a:rPr>
              <a:t>partir</a:t>
            </a:r>
            <a:r>
              <a:rPr sz="3699" spc="-26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94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3699" spc="-1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94" dirty="0">
                <a:latin typeface="Calibri" panose="020F0502020204030204" pitchFamily="34" charset="0"/>
                <a:cs typeface="Calibri" panose="020F0502020204030204" pitchFamily="34" charset="0"/>
              </a:rPr>
              <a:t>cinco</a:t>
            </a:r>
            <a:r>
              <a:rPr sz="3699" spc="-1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67" dirty="0">
                <a:latin typeface="Calibri" panose="020F0502020204030204" pitchFamily="34" charset="0"/>
                <a:cs typeface="Calibri" panose="020F0502020204030204" pitchFamily="34" charset="0"/>
              </a:rPr>
              <a:t>fuentes</a:t>
            </a:r>
            <a:r>
              <a:rPr sz="3699" spc="-18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94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3699" spc="-1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61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8169" y="1497144"/>
            <a:ext cx="8399028" cy="27640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2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3412" y="3097231"/>
            <a:ext cx="9538049" cy="1641437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2244" spc="97" dirty="0">
                <a:latin typeface="Calibri" panose="020F0502020204030204" pitchFamily="34" charset="0"/>
                <a:cs typeface="Calibri" panose="020F0502020204030204" pitchFamily="34" charset="0"/>
              </a:rPr>
              <a:t>Estos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1" dirty="0">
                <a:latin typeface="Calibri" panose="020F0502020204030204" pitchFamily="34" charset="0"/>
                <a:cs typeface="Calibri" panose="020F0502020204030204" pitchFamily="34" charset="0"/>
              </a:rPr>
              <a:t>cinco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3" dirty="0">
                <a:latin typeface="Calibri" panose="020F0502020204030204" pitchFamily="34" charset="0"/>
                <a:cs typeface="Calibri" panose="020F0502020204030204" pitchFamily="34" charset="0"/>
              </a:rPr>
              <a:t>tipos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9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40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55" dirty="0">
                <a:latin typeface="Calibri" panose="020F0502020204030204" pitchFamily="34" charset="0"/>
                <a:cs typeface="Calibri" panose="020F0502020204030204" pitchFamily="34" charset="0"/>
              </a:rPr>
              <a:t>SON</a:t>
            </a:r>
            <a:r>
              <a:rPr sz="2244" spc="-16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latin typeface="Calibri" panose="020F0502020204030204" pitchFamily="34" charset="0"/>
                <a:cs typeface="Calibri" panose="020F0502020204030204" pitchFamily="34" charset="0"/>
              </a:rPr>
              <a:t>TIPOS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33" dirty="0">
                <a:latin typeface="Calibri" panose="020F0502020204030204" pitchFamily="34" charset="0"/>
                <a:cs typeface="Calibri" panose="020F0502020204030204" pitchFamily="34" charset="0"/>
              </a:rPr>
              <a:t>DISTINTOS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00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1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9" dirty="0">
                <a:latin typeface="Calibri" panose="020F0502020204030204" pitchFamily="34" charset="0"/>
                <a:cs typeface="Calibri" panose="020F0502020204030204" pitchFamily="34" charset="0"/>
              </a:rPr>
              <a:t>VALIDEZ.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>
              <a:lnSpc>
                <a:spcPts val="2650"/>
              </a:lnSpc>
              <a:spcBef>
                <a:spcPts val="2079"/>
              </a:spcBef>
            </a:pPr>
            <a:r>
              <a:rPr sz="2244" spc="58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244" spc="-1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94" dirty="0">
                <a:latin typeface="Calibri" panose="020F0502020204030204" pitchFamily="34" charset="0"/>
                <a:cs typeface="Calibri" panose="020F0502020204030204" pitchFamily="34" charset="0"/>
              </a:rPr>
              <a:t>proceso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1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0" dirty="0">
                <a:latin typeface="Calibri" panose="020F0502020204030204" pitchFamily="34" charset="0"/>
                <a:cs typeface="Calibri" panose="020F0502020204030204" pitchFamily="34" charset="0"/>
              </a:rPr>
              <a:t>validación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97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0" dirty="0">
                <a:latin typeface="Calibri" panose="020F0502020204030204" pitchFamily="34" charset="0"/>
                <a:cs typeface="Calibri" panose="020F0502020204030204" pitchFamily="34" charset="0"/>
              </a:rPr>
              <a:t>instrumento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39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03" dirty="0">
                <a:latin typeface="Calibri" panose="020F0502020204030204" pitchFamily="34" charset="0"/>
                <a:cs typeface="Calibri" panose="020F0502020204030204" pitchFamily="34" charset="0"/>
              </a:rPr>
              <a:t>basa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91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-3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49" dirty="0">
                <a:latin typeface="Calibri" panose="020F0502020204030204" pitchFamily="34" charset="0"/>
                <a:cs typeface="Calibri" panose="020F0502020204030204" pitchFamily="34" charset="0"/>
              </a:rPr>
              <a:t>recolección</a:t>
            </a:r>
            <a:r>
              <a:rPr sz="2244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244" spc="88" dirty="0">
                <a:latin typeface="Calibri" panose="020F0502020204030204" pitchFamily="34" charset="0"/>
                <a:cs typeface="Calibri" panose="020F0502020204030204" pitchFamily="34" charset="0"/>
              </a:rPr>
              <a:t>estos </a:t>
            </a:r>
            <a:r>
              <a:rPr sz="2244" spc="33" dirty="0">
                <a:latin typeface="Calibri" panose="020F0502020204030204" pitchFamily="34" charset="0"/>
                <a:cs typeface="Calibri" panose="020F0502020204030204" pitchFamily="34" charset="0"/>
              </a:rPr>
              <a:t>tipos </a:t>
            </a:r>
            <a:r>
              <a:rPr sz="2244" spc="121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244" spc="39" dirty="0">
                <a:latin typeface="Calibri" panose="020F0502020204030204" pitchFamily="34" charset="0"/>
                <a:cs typeface="Calibri" panose="020F0502020204030204" pitchFamily="34" charset="0"/>
              </a:rPr>
              <a:t>evidencia </a:t>
            </a:r>
            <a:r>
              <a:rPr sz="2244" spc="30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244" spc="12" dirty="0">
                <a:latin typeface="Calibri" panose="020F0502020204030204" pitchFamily="34" charset="0"/>
                <a:cs typeface="Calibri" panose="020F0502020204030204" pitchFamily="34" charset="0"/>
              </a:rPr>
              <a:t>formar </a:t>
            </a:r>
            <a:r>
              <a:rPr sz="2244" spc="97" dirty="0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2244" spc="-42" dirty="0">
                <a:latin typeface="Calibri" panose="020F0502020204030204" pitchFamily="34" charset="0"/>
                <a:cs typeface="Calibri" panose="020F0502020204030204" pitchFamily="34" charset="0"/>
              </a:rPr>
              <a:t>juicio </a:t>
            </a:r>
            <a:r>
              <a:rPr sz="2244" spc="39" dirty="0">
                <a:latin typeface="Calibri" panose="020F0502020204030204" pitchFamily="34" charset="0"/>
                <a:cs typeface="Calibri" panose="020F0502020204030204" pitchFamily="34" charset="0"/>
              </a:rPr>
              <a:t>uniﬁcado </a:t>
            </a:r>
            <a:r>
              <a:rPr sz="2244" spc="91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2244" spc="18" dirty="0">
                <a:latin typeface="Calibri" panose="020F0502020204030204" pitchFamily="34" charset="0"/>
                <a:cs typeface="Calibri" panose="020F0502020204030204" pitchFamily="34" charset="0"/>
              </a:rPr>
              <a:t>relación </a:t>
            </a:r>
            <a:r>
              <a:rPr sz="2244" spc="45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sz="2244" spc="-3" dirty="0">
                <a:latin typeface="Calibri" panose="020F0502020204030204" pitchFamily="34" charset="0"/>
                <a:cs typeface="Calibri" panose="020F0502020204030204" pitchFamily="34" charset="0"/>
              </a:rPr>
              <a:t>la  </a:t>
            </a:r>
            <a:r>
              <a:rPr sz="2244" spc="24" dirty="0">
                <a:latin typeface="Calibri" panose="020F0502020204030204" pitchFamily="34" charset="0"/>
                <a:cs typeface="Calibri" panose="020F0502020204030204" pitchFamily="34" charset="0"/>
              </a:rPr>
              <a:t>validez</a:t>
            </a:r>
            <a:r>
              <a:rPr sz="2244" spc="-1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54" dirty="0">
                <a:latin typeface="Calibri" panose="020F0502020204030204" pitchFamily="34" charset="0"/>
                <a:cs typeface="Calibri" panose="020F0502020204030204" pitchFamily="34" charset="0"/>
              </a:rPr>
              <a:t>usos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33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244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-9" dirty="0">
                <a:latin typeface="Calibri" panose="020F0502020204030204" pitchFamily="34" charset="0"/>
                <a:cs typeface="Calibri" panose="020F0502020204030204" pitchFamily="34" charset="0"/>
              </a:rPr>
              <a:t>interpretaciones.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721" y="310033"/>
            <a:ext cx="10419847" cy="662198"/>
          </a:xfrm>
          <a:prstGeom prst="rect">
            <a:avLst/>
          </a:prstGeom>
        </p:spPr>
        <p:txBody>
          <a:bodyPr vert="horz" wrap="square" lIns="0" tIns="885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69"/>
              </a:spcBef>
            </a:pPr>
            <a:r>
              <a:rPr sz="4245" spc="-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Validez:</a:t>
            </a:r>
            <a:r>
              <a:rPr sz="4245" spc="-2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4245" spc="-1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1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4245" spc="-2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1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4245" spc="-1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4245" spc="-3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contenido</a:t>
            </a:r>
            <a:endParaRPr sz="424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85264" y="1972238"/>
            <a:ext cx="1055077" cy="985765"/>
          </a:xfrm>
          <a:custGeom>
            <a:avLst/>
            <a:gdLst/>
            <a:ahLst/>
            <a:cxnLst/>
            <a:rect l="l" t="t" r="r" b="b"/>
            <a:pathLst>
              <a:path w="1739900" h="1625600">
                <a:moveTo>
                  <a:pt x="1662962" y="0"/>
                </a:moveTo>
                <a:lnTo>
                  <a:pt x="76558" y="0"/>
                </a:lnTo>
                <a:lnTo>
                  <a:pt x="36735" y="25400"/>
                </a:lnTo>
                <a:lnTo>
                  <a:pt x="9861" y="76200"/>
                </a:lnTo>
                <a:lnTo>
                  <a:pt x="0" y="114300"/>
                </a:lnTo>
                <a:lnTo>
                  <a:pt x="0" y="1130300"/>
                </a:lnTo>
                <a:lnTo>
                  <a:pt x="9861" y="1181100"/>
                </a:lnTo>
                <a:lnTo>
                  <a:pt x="36735" y="1219200"/>
                </a:lnTo>
                <a:lnTo>
                  <a:pt x="76558" y="1244600"/>
                </a:lnTo>
                <a:lnTo>
                  <a:pt x="125265" y="1257300"/>
                </a:lnTo>
                <a:lnTo>
                  <a:pt x="850837" y="1257300"/>
                </a:lnTo>
                <a:lnTo>
                  <a:pt x="850837" y="1625600"/>
                </a:lnTo>
                <a:lnTo>
                  <a:pt x="883135" y="1625600"/>
                </a:lnTo>
                <a:lnTo>
                  <a:pt x="947011" y="1562100"/>
                </a:lnTo>
                <a:lnTo>
                  <a:pt x="888681" y="1562100"/>
                </a:lnTo>
                <a:lnTo>
                  <a:pt x="888681" y="1231900"/>
                </a:lnTo>
                <a:lnTo>
                  <a:pt x="887193" y="1231900"/>
                </a:lnTo>
                <a:lnTo>
                  <a:pt x="883134" y="1219200"/>
                </a:lnTo>
                <a:lnTo>
                  <a:pt x="125265" y="1219200"/>
                </a:lnTo>
                <a:lnTo>
                  <a:pt x="91266" y="1206500"/>
                </a:lnTo>
                <a:lnTo>
                  <a:pt x="63468" y="1193800"/>
                </a:lnTo>
                <a:lnTo>
                  <a:pt x="44708" y="1168400"/>
                </a:lnTo>
                <a:lnTo>
                  <a:pt x="37825" y="1130300"/>
                </a:lnTo>
                <a:lnTo>
                  <a:pt x="37825" y="114300"/>
                </a:lnTo>
                <a:lnTo>
                  <a:pt x="44706" y="88900"/>
                </a:lnTo>
                <a:lnTo>
                  <a:pt x="63461" y="63500"/>
                </a:lnTo>
                <a:lnTo>
                  <a:pt x="91258" y="38100"/>
                </a:lnTo>
                <a:lnTo>
                  <a:pt x="1709503" y="38100"/>
                </a:lnTo>
                <a:lnTo>
                  <a:pt x="1702784" y="25400"/>
                </a:lnTo>
                <a:lnTo>
                  <a:pt x="1662962" y="0"/>
                </a:lnTo>
                <a:close/>
              </a:path>
              <a:path w="1739900" h="1625600">
                <a:moveTo>
                  <a:pt x="1709503" y="38100"/>
                </a:moveTo>
                <a:lnTo>
                  <a:pt x="1648273" y="38100"/>
                </a:lnTo>
                <a:lnTo>
                  <a:pt x="1676071" y="63500"/>
                </a:lnTo>
                <a:lnTo>
                  <a:pt x="1694830" y="88900"/>
                </a:lnTo>
                <a:lnTo>
                  <a:pt x="1701714" y="114300"/>
                </a:lnTo>
                <a:lnTo>
                  <a:pt x="1701714" y="1130300"/>
                </a:lnTo>
                <a:lnTo>
                  <a:pt x="1694833" y="1168400"/>
                </a:lnTo>
                <a:lnTo>
                  <a:pt x="1676078" y="1193800"/>
                </a:lnTo>
                <a:lnTo>
                  <a:pt x="1648281" y="1206500"/>
                </a:lnTo>
                <a:lnTo>
                  <a:pt x="1614274" y="1219200"/>
                </a:lnTo>
                <a:lnTo>
                  <a:pt x="1232430" y="1219200"/>
                </a:lnTo>
                <a:lnTo>
                  <a:pt x="888681" y="1562100"/>
                </a:lnTo>
                <a:lnTo>
                  <a:pt x="947011" y="1562100"/>
                </a:lnTo>
                <a:lnTo>
                  <a:pt x="1253614" y="1257300"/>
                </a:lnTo>
                <a:lnTo>
                  <a:pt x="1614255" y="1257300"/>
                </a:lnTo>
                <a:lnTo>
                  <a:pt x="1662962" y="1244600"/>
                </a:lnTo>
                <a:lnTo>
                  <a:pt x="1702784" y="1219200"/>
                </a:lnTo>
                <a:lnTo>
                  <a:pt x="1729658" y="1181100"/>
                </a:lnTo>
                <a:lnTo>
                  <a:pt x="1739519" y="1130300"/>
                </a:lnTo>
                <a:lnTo>
                  <a:pt x="1739519" y="114300"/>
                </a:lnTo>
                <a:lnTo>
                  <a:pt x="1729658" y="76200"/>
                </a:lnTo>
                <a:lnTo>
                  <a:pt x="1709503" y="38100"/>
                </a:lnTo>
                <a:close/>
              </a:path>
              <a:path w="1739900" h="1625600">
                <a:moveTo>
                  <a:pt x="774550" y="317500"/>
                </a:moveTo>
                <a:lnTo>
                  <a:pt x="750873" y="317500"/>
                </a:lnTo>
                <a:lnTo>
                  <a:pt x="701707" y="342900"/>
                </a:lnTo>
                <a:lnTo>
                  <a:pt x="655329" y="368300"/>
                </a:lnTo>
                <a:lnTo>
                  <a:pt x="611837" y="406400"/>
                </a:lnTo>
                <a:lnTo>
                  <a:pt x="571327" y="431800"/>
                </a:lnTo>
                <a:lnTo>
                  <a:pt x="533897" y="482600"/>
                </a:lnTo>
                <a:lnTo>
                  <a:pt x="501039" y="520700"/>
                </a:lnTo>
                <a:lnTo>
                  <a:pt x="475411" y="571500"/>
                </a:lnTo>
                <a:lnTo>
                  <a:pt x="457055" y="609600"/>
                </a:lnTo>
                <a:lnTo>
                  <a:pt x="446011" y="660400"/>
                </a:lnTo>
                <a:lnTo>
                  <a:pt x="442321" y="698500"/>
                </a:lnTo>
                <a:lnTo>
                  <a:pt x="445777" y="749300"/>
                </a:lnTo>
                <a:lnTo>
                  <a:pt x="456111" y="800100"/>
                </a:lnTo>
                <a:lnTo>
                  <a:pt x="473273" y="850900"/>
                </a:lnTo>
                <a:lnTo>
                  <a:pt x="497213" y="889000"/>
                </a:lnTo>
                <a:lnTo>
                  <a:pt x="528312" y="914400"/>
                </a:lnTo>
                <a:lnTo>
                  <a:pt x="565416" y="939800"/>
                </a:lnTo>
                <a:lnTo>
                  <a:pt x="608384" y="952500"/>
                </a:lnTo>
                <a:lnTo>
                  <a:pt x="689666" y="952500"/>
                </a:lnTo>
                <a:lnTo>
                  <a:pt x="720144" y="939800"/>
                </a:lnTo>
                <a:lnTo>
                  <a:pt x="748407" y="927100"/>
                </a:lnTo>
                <a:lnTo>
                  <a:pt x="761382" y="914400"/>
                </a:lnTo>
                <a:lnTo>
                  <a:pt x="616668" y="914400"/>
                </a:lnTo>
                <a:lnTo>
                  <a:pt x="581608" y="901700"/>
                </a:lnTo>
                <a:lnTo>
                  <a:pt x="526572" y="863600"/>
                </a:lnTo>
                <a:lnTo>
                  <a:pt x="506317" y="825500"/>
                </a:lnTo>
                <a:lnTo>
                  <a:pt x="491796" y="787400"/>
                </a:lnTo>
                <a:lnTo>
                  <a:pt x="483051" y="749300"/>
                </a:lnTo>
                <a:lnTo>
                  <a:pt x="480126" y="698500"/>
                </a:lnTo>
                <a:lnTo>
                  <a:pt x="485337" y="647700"/>
                </a:lnTo>
                <a:lnTo>
                  <a:pt x="500921" y="596900"/>
                </a:lnTo>
                <a:lnTo>
                  <a:pt x="526808" y="546100"/>
                </a:lnTo>
                <a:lnTo>
                  <a:pt x="562928" y="508000"/>
                </a:lnTo>
                <a:lnTo>
                  <a:pt x="595676" y="469900"/>
                </a:lnTo>
                <a:lnTo>
                  <a:pt x="630949" y="431800"/>
                </a:lnTo>
                <a:lnTo>
                  <a:pt x="668673" y="406400"/>
                </a:lnTo>
                <a:lnTo>
                  <a:pt x="708775" y="381000"/>
                </a:lnTo>
                <a:lnTo>
                  <a:pt x="751182" y="355600"/>
                </a:lnTo>
                <a:lnTo>
                  <a:pt x="794863" y="355600"/>
                </a:lnTo>
                <a:lnTo>
                  <a:pt x="774550" y="317500"/>
                </a:lnTo>
                <a:close/>
              </a:path>
              <a:path w="1739900" h="1625600">
                <a:moveTo>
                  <a:pt x="1196983" y="317500"/>
                </a:moveTo>
                <a:lnTo>
                  <a:pt x="1173306" y="317500"/>
                </a:lnTo>
                <a:lnTo>
                  <a:pt x="1124140" y="342900"/>
                </a:lnTo>
                <a:lnTo>
                  <a:pt x="1077762" y="368300"/>
                </a:lnTo>
                <a:lnTo>
                  <a:pt x="1034270" y="406400"/>
                </a:lnTo>
                <a:lnTo>
                  <a:pt x="993760" y="431800"/>
                </a:lnTo>
                <a:lnTo>
                  <a:pt x="956330" y="482600"/>
                </a:lnTo>
                <a:lnTo>
                  <a:pt x="923471" y="520700"/>
                </a:lnTo>
                <a:lnTo>
                  <a:pt x="897843" y="571500"/>
                </a:lnTo>
                <a:lnTo>
                  <a:pt x="879487" y="609600"/>
                </a:lnTo>
                <a:lnTo>
                  <a:pt x="868444" y="660400"/>
                </a:lnTo>
                <a:lnTo>
                  <a:pt x="864753" y="698500"/>
                </a:lnTo>
                <a:lnTo>
                  <a:pt x="868207" y="749300"/>
                </a:lnTo>
                <a:lnTo>
                  <a:pt x="878536" y="800100"/>
                </a:lnTo>
                <a:lnTo>
                  <a:pt x="895698" y="850900"/>
                </a:lnTo>
                <a:lnTo>
                  <a:pt x="919645" y="889000"/>
                </a:lnTo>
                <a:lnTo>
                  <a:pt x="950742" y="914400"/>
                </a:lnTo>
                <a:lnTo>
                  <a:pt x="987842" y="939800"/>
                </a:lnTo>
                <a:lnTo>
                  <a:pt x="1030809" y="952500"/>
                </a:lnTo>
                <a:lnTo>
                  <a:pt x="1112110" y="952500"/>
                </a:lnTo>
                <a:lnTo>
                  <a:pt x="1142589" y="939800"/>
                </a:lnTo>
                <a:lnTo>
                  <a:pt x="1170843" y="927100"/>
                </a:lnTo>
                <a:lnTo>
                  <a:pt x="1183807" y="914400"/>
                </a:lnTo>
                <a:lnTo>
                  <a:pt x="1039093" y="914400"/>
                </a:lnTo>
                <a:lnTo>
                  <a:pt x="1004033" y="901700"/>
                </a:lnTo>
                <a:lnTo>
                  <a:pt x="949004" y="863600"/>
                </a:lnTo>
                <a:lnTo>
                  <a:pt x="928750" y="825500"/>
                </a:lnTo>
                <a:lnTo>
                  <a:pt x="914229" y="787400"/>
                </a:lnTo>
                <a:lnTo>
                  <a:pt x="905484" y="749300"/>
                </a:lnTo>
                <a:lnTo>
                  <a:pt x="902559" y="698500"/>
                </a:lnTo>
                <a:lnTo>
                  <a:pt x="907770" y="647700"/>
                </a:lnTo>
                <a:lnTo>
                  <a:pt x="923354" y="596900"/>
                </a:lnTo>
                <a:lnTo>
                  <a:pt x="949241" y="546100"/>
                </a:lnTo>
                <a:lnTo>
                  <a:pt x="985360" y="508000"/>
                </a:lnTo>
                <a:lnTo>
                  <a:pt x="1018102" y="469900"/>
                </a:lnTo>
                <a:lnTo>
                  <a:pt x="1053374" y="431800"/>
                </a:lnTo>
                <a:lnTo>
                  <a:pt x="1091101" y="406400"/>
                </a:lnTo>
                <a:lnTo>
                  <a:pt x="1131207" y="381000"/>
                </a:lnTo>
                <a:lnTo>
                  <a:pt x="1173615" y="355600"/>
                </a:lnTo>
                <a:lnTo>
                  <a:pt x="1217287" y="355600"/>
                </a:lnTo>
                <a:lnTo>
                  <a:pt x="1196983" y="317500"/>
                </a:lnTo>
                <a:close/>
              </a:path>
              <a:path w="1739900" h="1625600">
                <a:moveTo>
                  <a:pt x="755973" y="660400"/>
                </a:moveTo>
                <a:lnTo>
                  <a:pt x="562695" y="660400"/>
                </a:lnTo>
                <a:lnTo>
                  <a:pt x="566271" y="673100"/>
                </a:lnTo>
                <a:lnTo>
                  <a:pt x="692523" y="673100"/>
                </a:lnTo>
                <a:lnTo>
                  <a:pt x="708951" y="685800"/>
                </a:lnTo>
                <a:lnTo>
                  <a:pt x="722883" y="685800"/>
                </a:lnTo>
                <a:lnTo>
                  <a:pt x="735374" y="698500"/>
                </a:lnTo>
                <a:lnTo>
                  <a:pt x="746391" y="698500"/>
                </a:lnTo>
                <a:lnTo>
                  <a:pt x="755898" y="711200"/>
                </a:lnTo>
                <a:lnTo>
                  <a:pt x="763650" y="723900"/>
                </a:lnTo>
                <a:lnTo>
                  <a:pt x="770187" y="736600"/>
                </a:lnTo>
                <a:lnTo>
                  <a:pt x="775484" y="736600"/>
                </a:lnTo>
                <a:lnTo>
                  <a:pt x="784929" y="774700"/>
                </a:lnTo>
                <a:lnTo>
                  <a:pt x="786746" y="800100"/>
                </a:lnTo>
                <a:lnTo>
                  <a:pt x="784394" y="825500"/>
                </a:lnTo>
                <a:lnTo>
                  <a:pt x="777290" y="838200"/>
                </a:lnTo>
                <a:lnTo>
                  <a:pt x="765366" y="863600"/>
                </a:lnTo>
                <a:lnTo>
                  <a:pt x="748554" y="876300"/>
                </a:lnTo>
                <a:lnTo>
                  <a:pt x="728226" y="889000"/>
                </a:lnTo>
                <a:lnTo>
                  <a:pt x="706305" y="901700"/>
                </a:lnTo>
                <a:lnTo>
                  <a:pt x="682634" y="914400"/>
                </a:lnTo>
                <a:lnTo>
                  <a:pt x="761382" y="914400"/>
                </a:lnTo>
                <a:lnTo>
                  <a:pt x="796274" y="876300"/>
                </a:lnTo>
                <a:lnTo>
                  <a:pt x="821446" y="825500"/>
                </a:lnTo>
                <a:lnTo>
                  <a:pt x="824609" y="800100"/>
                </a:lnTo>
                <a:lnTo>
                  <a:pt x="824034" y="787400"/>
                </a:lnTo>
                <a:lnTo>
                  <a:pt x="819464" y="749300"/>
                </a:lnTo>
                <a:lnTo>
                  <a:pt x="802653" y="711200"/>
                </a:lnTo>
                <a:lnTo>
                  <a:pt x="770491" y="673100"/>
                </a:lnTo>
                <a:lnTo>
                  <a:pt x="755973" y="660400"/>
                </a:lnTo>
                <a:close/>
              </a:path>
              <a:path w="1739900" h="1625600">
                <a:moveTo>
                  <a:pt x="1178377" y="660400"/>
                </a:moveTo>
                <a:lnTo>
                  <a:pt x="985148" y="660400"/>
                </a:lnTo>
                <a:lnTo>
                  <a:pt x="992318" y="673100"/>
                </a:lnTo>
                <a:lnTo>
                  <a:pt x="1114973" y="673100"/>
                </a:lnTo>
                <a:lnTo>
                  <a:pt x="1131403" y="685800"/>
                </a:lnTo>
                <a:lnTo>
                  <a:pt x="1145327" y="685800"/>
                </a:lnTo>
                <a:lnTo>
                  <a:pt x="1157817" y="698500"/>
                </a:lnTo>
                <a:lnTo>
                  <a:pt x="1168832" y="698500"/>
                </a:lnTo>
                <a:lnTo>
                  <a:pt x="1178331" y="711200"/>
                </a:lnTo>
                <a:lnTo>
                  <a:pt x="1186091" y="723900"/>
                </a:lnTo>
                <a:lnTo>
                  <a:pt x="1192629" y="736600"/>
                </a:lnTo>
                <a:lnTo>
                  <a:pt x="1197928" y="736600"/>
                </a:lnTo>
                <a:lnTo>
                  <a:pt x="1207381" y="774700"/>
                </a:lnTo>
                <a:lnTo>
                  <a:pt x="1209198" y="800100"/>
                </a:lnTo>
                <a:lnTo>
                  <a:pt x="1206843" y="825500"/>
                </a:lnTo>
                <a:lnTo>
                  <a:pt x="1199732" y="838200"/>
                </a:lnTo>
                <a:lnTo>
                  <a:pt x="1187802" y="863600"/>
                </a:lnTo>
                <a:lnTo>
                  <a:pt x="1170987" y="876300"/>
                </a:lnTo>
                <a:lnTo>
                  <a:pt x="1150662" y="889000"/>
                </a:lnTo>
                <a:lnTo>
                  <a:pt x="1128745" y="901700"/>
                </a:lnTo>
                <a:lnTo>
                  <a:pt x="1105075" y="914400"/>
                </a:lnTo>
                <a:lnTo>
                  <a:pt x="1183807" y="914400"/>
                </a:lnTo>
                <a:lnTo>
                  <a:pt x="1218699" y="876300"/>
                </a:lnTo>
                <a:lnTo>
                  <a:pt x="1243878" y="825500"/>
                </a:lnTo>
                <a:lnTo>
                  <a:pt x="1247042" y="800100"/>
                </a:lnTo>
                <a:lnTo>
                  <a:pt x="1246464" y="787400"/>
                </a:lnTo>
                <a:lnTo>
                  <a:pt x="1241881" y="749300"/>
                </a:lnTo>
                <a:lnTo>
                  <a:pt x="1225064" y="711200"/>
                </a:lnTo>
                <a:lnTo>
                  <a:pt x="1192888" y="673100"/>
                </a:lnTo>
                <a:lnTo>
                  <a:pt x="1178377" y="660400"/>
                </a:lnTo>
                <a:close/>
              </a:path>
              <a:path w="1739900" h="1625600">
                <a:moveTo>
                  <a:pt x="794863" y="355600"/>
                </a:moveTo>
                <a:lnTo>
                  <a:pt x="751182" y="355600"/>
                </a:lnTo>
                <a:lnTo>
                  <a:pt x="769235" y="381000"/>
                </a:lnTo>
                <a:lnTo>
                  <a:pt x="727796" y="406400"/>
                </a:lnTo>
                <a:lnTo>
                  <a:pt x="690669" y="431800"/>
                </a:lnTo>
                <a:lnTo>
                  <a:pt x="657952" y="457200"/>
                </a:lnTo>
                <a:lnTo>
                  <a:pt x="629745" y="495300"/>
                </a:lnTo>
                <a:lnTo>
                  <a:pt x="603378" y="520700"/>
                </a:lnTo>
                <a:lnTo>
                  <a:pt x="583169" y="558800"/>
                </a:lnTo>
                <a:lnTo>
                  <a:pt x="569171" y="609600"/>
                </a:lnTo>
                <a:lnTo>
                  <a:pt x="561439" y="647700"/>
                </a:lnTo>
                <a:lnTo>
                  <a:pt x="560936" y="660400"/>
                </a:lnTo>
                <a:lnTo>
                  <a:pt x="739712" y="660400"/>
                </a:lnTo>
                <a:lnTo>
                  <a:pt x="721765" y="647700"/>
                </a:lnTo>
                <a:lnTo>
                  <a:pt x="702220" y="647700"/>
                </a:lnTo>
                <a:lnTo>
                  <a:pt x="680111" y="635000"/>
                </a:lnTo>
                <a:lnTo>
                  <a:pt x="601932" y="635000"/>
                </a:lnTo>
                <a:lnTo>
                  <a:pt x="609891" y="596900"/>
                </a:lnTo>
                <a:lnTo>
                  <a:pt x="621948" y="571500"/>
                </a:lnTo>
                <a:lnTo>
                  <a:pt x="638068" y="546100"/>
                </a:lnTo>
                <a:lnTo>
                  <a:pt x="658215" y="520700"/>
                </a:lnTo>
                <a:lnTo>
                  <a:pt x="687026" y="482600"/>
                </a:lnTo>
                <a:lnTo>
                  <a:pt x="721103" y="457200"/>
                </a:lnTo>
                <a:lnTo>
                  <a:pt x="760319" y="431800"/>
                </a:lnTo>
                <a:lnTo>
                  <a:pt x="804547" y="406400"/>
                </a:lnTo>
                <a:lnTo>
                  <a:pt x="812955" y="406400"/>
                </a:lnTo>
                <a:lnTo>
                  <a:pt x="815951" y="393700"/>
                </a:lnTo>
                <a:lnTo>
                  <a:pt x="815177" y="393700"/>
                </a:lnTo>
                <a:lnTo>
                  <a:pt x="794863" y="355600"/>
                </a:lnTo>
                <a:close/>
              </a:path>
              <a:path w="1739900" h="1625600">
                <a:moveTo>
                  <a:pt x="1217287" y="355600"/>
                </a:moveTo>
                <a:lnTo>
                  <a:pt x="1173615" y="355600"/>
                </a:lnTo>
                <a:lnTo>
                  <a:pt x="1191706" y="381000"/>
                </a:lnTo>
                <a:lnTo>
                  <a:pt x="1150276" y="406400"/>
                </a:lnTo>
                <a:lnTo>
                  <a:pt x="1113147" y="431800"/>
                </a:lnTo>
                <a:lnTo>
                  <a:pt x="1080426" y="457200"/>
                </a:lnTo>
                <a:lnTo>
                  <a:pt x="1052216" y="495300"/>
                </a:lnTo>
                <a:lnTo>
                  <a:pt x="1025857" y="520700"/>
                </a:lnTo>
                <a:lnTo>
                  <a:pt x="1005647" y="558800"/>
                </a:lnTo>
                <a:lnTo>
                  <a:pt x="991645" y="609600"/>
                </a:lnTo>
                <a:lnTo>
                  <a:pt x="983911" y="647700"/>
                </a:lnTo>
                <a:lnTo>
                  <a:pt x="983408" y="660400"/>
                </a:lnTo>
                <a:lnTo>
                  <a:pt x="1162123" y="660400"/>
                </a:lnTo>
                <a:lnTo>
                  <a:pt x="1144178" y="647700"/>
                </a:lnTo>
                <a:lnTo>
                  <a:pt x="1124633" y="647700"/>
                </a:lnTo>
                <a:lnTo>
                  <a:pt x="1102524" y="635000"/>
                </a:lnTo>
                <a:lnTo>
                  <a:pt x="1024345" y="635000"/>
                </a:lnTo>
                <a:lnTo>
                  <a:pt x="1032305" y="596900"/>
                </a:lnTo>
                <a:lnTo>
                  <a:pt x="1044362" y="571500"/>
                </a:lnTo>
                <a:lnTo>
                  <a:pt x="1060481" y="546100"/>
                </a:lnTo>
                <a:lnTo>
                  <a:pt x="1080628" y="520700"/>
                </a:lnTo>
                <a:lnTo>
                  <a:pt x="1109442" y="482600"/>
                </a:lnTo>
                <a:lnTo>
                  <a:pt x="1143524" y="457200"/>
                </a:lnTo>
                <a:lnTo>
                  <a:pt x="1182741" y="431800"/>
                </a:lnTo>
                <a:lnTo>
                  <a:pt x="1226960" y="406400"/>
                </a:lnTo>
                <a:lnTo>
                  <a:pt x="1235387" y="406400"/>
                </a:lnTo>
                <a:lnTo>
                  <a:pt x="1238364" y="393700"/>
                </a:lnTo>
                <a:lnTo>
                  <a:pt x="1237591" y="393700"/>
                </a:lnTo>
                <a:lnTo>
                  <a:pt x="1217287" y="3556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824518" y="1084422"/>
            <a:ext cx="10504947" cy="5354590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30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"/>
              </a:spcBef>
            </a:pPr>
            <a:endParaRPr sz="194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28086" marR="4621" algn="just">
              <a:lnSpc>
                <a:spcPts val="2650"/>
              </a:lnSpc>
            </a:pP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“Se 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puede </a:t>
            </a:r>
            <a:r>
              <a:rPr sz="2213" i="1" spc="-146" dirty="0">
                <a:solidFill>
                  <a:srgbClr val="606060"/>
                </a:solidFill>
                <a:latin typeface="Calibri"/>
                <a:cs typeface="Calibri"/>
              </a:rPr>
              <a:t>obtener </a:t>
            </a:r>
            <a:r>
              <a:rPr sz="2213" i="1" spc="-133" dirty="0">
                <a:solidFill>
                  <a:srgbClr val="606060"/>
                </a:solidFill>
                <a:latin typeface="Calibri"/>
                <a:cs typeface="Calibri"/>
              </a:rPr>
              <a:t>del </a:t>
            </a:r>
            <a:r>
              <a:rPr sz="2213" i="1" spc="-100" dirty="0">
                <a:solidFill>
                  <a:srgbClr val="606060"/>
                </a:solidFill>
                <a:latin typeface="Calibri"/>
                <a:cs typeface="Calibri"/>
              </a:rPr>
              <a:t>análisis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213" i="1" spc="-109" dirty="0">
                <a:solidFill>
                  <a:srgbClr val="606060"/>
                </a:solidFill>
                <a:latin typeface="Calibri"/>
                <a:cs typeface="Calibri"/>
              </a:rPr>
              <a:t>las </a:t>
            </a:r>
            <a:r>
              <a:rPr sz="2213" i="1" spc="-136" dirty="0">
                <a:solidFill>
                  <a:srgbClr val="606060"/>
                </a:solidFill>
                <a:latin typeface="Calibri"/>
                <a:cs typeface="Calibri"/>
              </a:rPr>
              <a:t>relaciones </a:t>
            </a:r>
            <a:r>
              <a:rPr sz="2213" i="1" spc="-124" dirty="0">
                <a:solidFill>
                  <a:srgbClr val="606060"/>
                </a:solidFill>
                <a:latin typeface="Calibri"/>
                <a:cs typeface="Calibri"/>
              </a:rPr>
              <a:t>entre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el </a:t>
            </a:r>
            <a:r>
              <a:rPr sz="2213" i="1" spc="-143" dirty="0">
                <a:solidFill>
                  <a:srgbClr val="606060"/>
                </a:solidFill>
                <a:latin typeface="Calibri"/>
                <a:cs typeface="Calibri"/>
              </a:rPr>
              <a:t>contenido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213" i="1" spc="-88" dirty="0">
                <a:solidFill>
                  <a:srgbClr val="606060"/>
                </a:solidFill>
                <a:latin typeface="Calibri"/>
                <a:cs typeface="Calibri"/>
              </a:rPr>
              <a:t>la </a:t>
            </a:r>
            <a:r>
              <a:rPr sz="2213" i="1" spc="-139" dirty="0">
                <a:solidFill>
                  <a:srgbClr val="606060"/>
                </a:solidFill>
                <a:latin typeface="Calibri"/>
                <a:cs typeface="Calibri"/>
              </a:rPr>
              <a:t>prueba </a:t>
            </a:r>
            <a:r>
              <a:rPr sz="2213" i="1" spc="-85" dirty="0">
                <a:solidFill>
                  <a:srgbClr val="606060"/>
                </a:solidFill>
                <a:latin typeface="Calibri"/>
                <a:cs typeface="Calibri"/>
              </a:rPr>
              <a:t>y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el </a:t>
            </a:r>
            <a:r>
              <a:rPr sz="2213" i="1" spc="-127" dirty="0">
                <a:solidFill>
                  <a:srgbClr val="606060"/>
                </a:solidFill>
                <a:latin typeface="Calibri"/>
                <a:cs typeface="Calibri"/>
              </a:rPr>
              <a:t>constructo  </a:t>
            </a:r>
            <a:r>
              <a:rPr sz="2213" i="1" spc="-161" dirty="0">
                <a:solidFill>
                  <a:srgbClr val="606060"/>
                </a:solidFill>
                <a:latin typeface="Calibri"/>
                <a:cs typeface="Calibri"/>
              </a:rPr>
              <a:t>que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se </a:t>
            </a:r>
            <a:r>
              <a:rPr sz="2213" i="1" spc="-103" dirty="0">
                <a:solidFill>
                  <a:srgbClr val="606060"/>
                </a:solidFill>
                <a:latin typeface="Calibri"/>
                <a:cs typeface="Calibri"/>
              </a:rPr>
              <a:t>intenta</a:t>
            </a:r>
            <a:r>
              <a:rPr sz="2213" i="1" spc="-17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43" dirty="0">
                <a:solidFill>
                  <a:srgbClr val="606060"/>
                </a:solidFill>
                <a:latin typeface="Calibri"/>
                <a:cs typeface="Calibri"/>
              </a:rPr>
              <a:t>medir”</a:t>
            </a:r>
            <a:endParaRPr sz="2213" dirty="0">
              <a:latin typeface="Calibri"/>
              <a:cs typeface="Calibri"/>
            </a:endParaRPr>
          </a:p>
          <a:p>
            <a:pPr marL="1328086" marR="4621" algn="just">
              <a:lnSpc>
                <a:spcPts val="2650"/>
              </a:lnSpc>
              <a:spcBef>
                <a:spcPts val="1301"/>
              </a:spcBef>
            </a:pPr>
            <a:r>
              <a:rPr sz="2213" i="1" spc="-94" dirty="0">
                <a:solidFill>
                  <a:srgbClr val="606060"/>
                </a:solidFill>
                <a:latin typeface="Calibri"/>
                <a:cs typeface="Calibri"/>
              </a:rPr>
              <a:t>[La </a:t>
            </a:r>
            <a:r>
              <a:rPr sz="2213" i="1" spc="-143" dirty="0">
                <a:solidFill>
                  <a:srgbClr val="606060"/>
                </a:solidFill>
                <a:latin typeface="Calibri"/>
                <a:cs typeface="Calibri"/>
              </a:rPr>
              <a:t>obtención de] </a:t>
            </a:r>
            <a:r>
              <a:rPr sz="2213" i="1" spc="-133" dirty="0">
                <a:solidFill>
                  <a:srgbClr val="606060"/>
                </a:solidFill>
                <a:latin typeface="Calibri"/>
                <a:cs typeface="Calibri"/>
              </a:rPr>
              <a:t>evidencia </a:t>
            </a:r>
            <a:r>
              <a:rPr sz="2213" i="1" spc="-161" dirty="0">
                <a:solidFill>
                  <a:srgbClr val="606060"/>
                </a:solidFill>
                <a:latin typeface="Calibri"/>
                <a:cs typeface="Calibri"/>
              </a:rPr>
              <a:t>basada </a:t>
            </a:r>
            <a:r>
              <a:rPr sz="2213" i="1" spc="-164" dirty="0">
                <a:solidFill>
                  <a:srgbClr val="606060"/>
                </a:solidFill>
                <a:latin typeface="Calibri"/>
                <a:cs typeface="Calibri"/>
              </a:rPr>
              <a:t>en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el </a:t>
            </a:r>
            <a:r>
              <a:rPr sz="2213" i="1" spc="-143" dirty="0">
                <a:solidFill>
                  <a:srgbClr val="606060"/>
                </a:solidFill>
                <a:latin typeface="Calibri"/>
                <a:cs typeface="Calibri"/>
              </a:rPr>
              <a:t>contenido 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puede </a:t>
            </a:r>
            <a:r>
              <a:rPr sz="2213" i="1" spc="-67" dirty="0">
                <a:solidFill>
                  <a:srgbClr val="606060"/>
                </a:solidFill>
                <a:latin typeface="Calibri"/>
                <a:cs typeface="Calibri"/>
              </a:rPr>
              <a:t>incluir </a:t>
            </a:r>
            <a:r>
              <a:rPr sz="2213" i="1" spc="-100" dirty="0">
                <a:solidFill>
                  <a:srgbClr val="606060"/>
                </a:solidFill>
                <a:latin typeface="Calibri"/>
                <a:cs typeface="Calibri"/>
              </a:rPr>
              <a:t>análisis </a:t>
            </a:r>
            <a:r>
              <a:rPr sz="2213" i="1" spc="-139" dirty="0">
                <a:solidFill>
                  <a:srgbClr val="606060"/>
                </a:solidFill>
                <a:latin typeface="Calibri"/>
                <a:cs typeface="Calibri"/>
              </a:rPr>
              <a:t>lógicos </a:t>
            </a:r>
            <a:r>
              <a:rPr sz="2213" i="1" spc="-224" dirty="0">
                <a:solidFill>
                  <a:srgbClr val="606060"/>
                </a:solidFill>
                <a:latin typeface="Calibri"/>
                <a:cs typeface="Calibri"/>
              </a:rPr>
              <a:t>o </a:t>
            </a:r>
            <a:r>
              <a:rPr sz="2213" i="1" spc="-133" dirty="0">
                <a:solidFill>
                  <a:srgbClr val="606060"/>
                </a:solidFill>
                <a:latin typeface="Calibri"/>
                <a:cs typeface="Calibri"/>
              </a:rPr>
              <a:t>empíricos</a:t>
            </a:r>
            <a:r>
              <a:rPr sz="2213" i="1" spc="-267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 </a:t>
            </a:r>
            <a:r>
              <a:rPr sz="2213" i="1" spc="-88" dirty="0">
                <a:solidFill>
                  <a:srgbClr val="606060"/>
                </a:solidFill>
                <a:latin typeface="Calibri"/>
                <a:cs typeface="Calibri"/>
              </a:rPr>
              <a:t>la </a:t>
            </a:r>
            <a:r>
              <a:rPr sz="2213" i="1" spc="-152" dirty="0">
                <a:solidFill>
                  <a:srgbClr val="606060"/>
                </a:solidFill>
                <a:latin typeface="Calibri"/>
                <a:cs typeface="Calibri"/>
              </a:rPr>
              <a:t>adecuación </a:t>
            </a:r>
            <a:r>
              <a:rPr sz="2213" i="1" spc="-170" dirty="0">
                <a:solidFill>
                  <a:srgbClr val="606060"/>
                </a:solidFill>
                <a:latin typeface="Calibri"/>
                <a:cs typeface="Calibri"/>
              </a:rPr>
              <a:t>con </a:t>
            </a:r>
            <a:r>
              <a:rPr sz="2213" i="1" spc="-161" dirty="0">
                <a:solidFill>
                  <a:srgbClr val="606060"/>
                </a:solidFill>
                <a:latin typeface="Calibri"/>
                <a:cs typeface="Calibri"/>
              </a:rPr>
              <a:t>que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el </a:t>
            </a:r>
            <a:r>
              <a:rPr sz="2213" i="1" spc="-143" dirty="0">
                <a:solidFill>
                  <a:srgbClr val="606060"/>
                </a:solidFill>
                <a:latin typeface="Calibri"/>
                <a:cs typeface="Calibri"/>
              </a:rPr>
              <a:t>contenido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una </a:t>
            </a:r>
            <a:r>
              <a:rPr sz="2213" i="1" spc="-139" dirty="0">
                <a:solidFill>
                  <a:srgbClr val="606060"/>
                </a:solidFill>
                <a:latin typeface="Calibri"/>
                <a:cs typeface="Calibri"/>
              </a:rPr>
              <a:t>prueba </a:t>
            </a:r>
            <a:r>
              <a:rPr sz="2213" i="1" spc="-143" dirty="0">
                <a:solidFill>
                  <a:srgbClr val="606060"/>
                </a:solidFill>
                <a:latin typeface="Calibri"/>
                <a:cs typeface="Calibri"/>
              </a:rPr>
              <a:t>representa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el </a:t>
            </a:r>
            <a:r>
              <a:rPr sz="2213" i="1" spc="-130" dirty="0">
                <a:solidFill>
                  <a:srgbClr val="606060"/>
                </a:solidFill>
                <a:latin typeface="Calibri"/>
                <a:cs typeface="Calibri"/>
              </a:rPr>
              <a:t>dominio </a:t>
            </a:r>
            <a:r>
              <a:rPr sz="2213" i="1" spc="-136" dirty="0">
                <a:solidFill>
                  <a:srgbClr val="606060"/>
                </a:solidFill>
                <a:latin typeface="Calibri"/>
                <a:cs typeface="Calibri"/>
              </a:rPr>
              <a:t>conceptual </a:t>
            </a:r>
            <a:r>
              <a:rPr sz="2213" i="1" spc="-85" dirty="0">
                <a:solidFill>
                  <a:srgbClr val="606060"/>
                </a:solidFill>
                <a:latin typeface="Calibri"/>
                <a:cs typeface="Calibri"/>
              </a:rPr>
              <a:t>y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213" i="1" spc="-88" dirty="0">
                <a:solidFill>
                  <a:srgbClr val="606060"/>
                </a:solidFill>
                <a:latin typeface="Calibri"/>
                <a:cs typeface="Calibri"/>
              </a:rPr>
              <a:t>la  </a:t>
            </a:r>
            <a:r>
              <a:rPr sz="2213" i="1" spc="-127" dirty="0">
                <a:solidFill>
                  <a:srgbClr val="606060"/>
                </a:solidFill>
                <a:latin typeface="Calibri"/>
                <a:cs typeface="Calibri"/>
              </a:rPr>
              <a:t>relevancia</a:t>
            </a:r>
            <a:r>
              <a:rPr sz="2213" i="1" spc="-176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33" dirty="0">
                <a:solidFill>
                  <a:srgbClr val="606060"/>
                </a:solidFill>
                <a:latin typeface="Calibri"/>
                <a:cs typeface="Calibri"/>
              </a:rPr>
              <a:t>del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30" dirty="0">
                <a:solidFill>
                  <a:srgbClr val="606060"/>
                </a:solidFill>
                <a:latin typeface="Calibri"/>
                <a:cs typeface="Calibri"/>
              </a:rPr>
              <a:t>dominio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36" dirty="0">
                <a:solidFill>
                  <a:srgbClr val="606060"/>
                </a:solidFill>
                <a:latin typeface="Calibri"/>
                <a:cs typeface="Calibri"/>
              </a:rPr>
              <a:t>conceptual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64" dirty="0">
                <a:solidFill>
                  <a:srgbClr val="606060"/>
                </a:solidFill>
                <a:latin typeface="Calibri"/>
                <a:cs typeface="Calibri"/>
              </a:rPr>
              <a:t>en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88" dirty="0">
                <a:solidFill>
                  <a:srgbClr val="606060"/>
                </a:solidFill>
                <a:latin typeface="Calibri"/>
                <a:cs typeface="Calibri"/>
              </a:rPr>
              <a:t>la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15" dirty="0">
                <a:solidFill>
                  <a:srgbClr val="606060"/>
                </a:solidFill>
                <a:latin typeface="Calibri"/>
                <a:cs typeface="Calibri"/>
              </a:rPr>
              <a:t>interpretación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30" dirty="0">
                <a:solidFill>
                  <a:srgbClr val="606060"/>
                </a:solidFill>
                <a:latin typeface="Calibri"/>
                <a:cs typeface="Calibri"/>
              </a:rPr>
              <a:t>los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21" dirty="0">
                <a:solidFill>
                  <a:srgbClr val="606060"/>
                </a:solidFill>
                <a:latin typeface="Calibri"/>
                <a:cs typeface="Calibri"/>
              </a:rPr>
              <a:t>puntajes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61" dirty="0">
                <a:solidFill>
                  <a:srgbClr val="606060"/>
                </a:solidFill>
                <a:latin typeface="Calibri"/>
                <a:cs typeface="Calibri"/>
              </a:rPr>
              <a:t>que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se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52" dirty="0">
                <a:solidFill>
                  <a:srgbClr val="606060"/>
                </a:solidFill>
                <a:latin typeface="Calibri"/>
                <a:cs typeface="Calibri"/>
              </a:rPr>
              <a:t>pretende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61" dirty="0">
                <a:solidFill>
                  <a:srgbClr val="606060"/>
                </a:solidFill>
                <a:latin typeface="Calibri"/>
                <a:cs typeface="Calibri"/>
              </a:rPr>
              <a:t>hacer”</a:t>
            </a:r>
            <a:endParaRPr sz="2213" dirty="0">
              <a:latin typeface="Calibri"/>
              <a:cs typeface="Calibri"/>
            </a:endParaRPr>
          </a:p>
          <a:p>
            <a:pPr marR="3081" algn="r">
              <a:spcBef>
                <a:spcPts val="455"/>
              </a:spcBef>
            </a:pPr>
            <a:r>
              <a:rPr sz="1759" spc="55" dirty="0">
                <a:solidFill>
                  <a:srgbClr val="606060"/>
                </a:solidFill>
                <a:latin typeface="Calibri"/>
                <a:cs typeface="Calibri"/>
              </a:rPr>
              <a:t>aera,</a:t>
            </a:r>
            <a:r>
              <a:rPr sz="1759" spc="-14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59" spc="-18" dirty="0">
                <a:solidFill>
                  <a:srgbClr val="606060"/>
                </a:solidFill>
                <a:latin typeface="Calibri"/>
                <a:cs typeface="Calibri"/>
              </a:rPr>
              <a:t>apa</a:t>
            </a:r>
            <a:r>
              <a:rPr sz="1759" spc="-118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59" spc="45" dirty="0">
                <a:solidFill>
                  <a:srgbClr val="606060"/>
                </a:solidFill>
                <a:latin typeface="Calibri"/>
                <a:cs typeface="Calibri"/>
              </a:rPr>
              <a:t>y</a:t>
            </a:r>
            <a:r>
              <a:rPr sz="1759" spc="-115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59" spc="-21" dirty="0">
                <a:solidFill>
                  <a:srgbClr val="606060"/>
                </a:solidFill>
                <a:latin typeface="Calibri"/>
                <a:cs typeface="Calibri"/>
              </a:rPr>
              <a:t>ncme</a:t>
            </a:r>
            <a:r>
              <a:rPr sz="1759" spc="-152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546" spc="-61" dirty="0">
                <a:solidFill>
                  <a:srgbClr val="606060"/>
                </a:solidFill>
                <a:latin typeface="Calibri"/>
                <a:cs typeface="Calibri"/>
              </a:rPr>
              <a:t>(2014)</a:t>
            </a:r>
            <a:endParaRPr sz="1546" dirty="0">
              <a:latin typeface="Calibri"/>
              <a:cs typeface="Calibri"/>
            </a:endParaRPr>
          </a:p>
          <a:p>
            <a:pPr marL="394691">
              <a:spcBef>
                <a:spcPts val="834"/>
              </a:spcBef>
            </a:pPr>
            <a:r>
              <a:rPr sz="1971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Ejemplos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971" spc="-1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contenido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prueba:</a:t>
            </a:r>
            <a:endParaRPr sz="197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7479" marR="56604" indent="-247981">
              <a:lnSpc>
                <a:spcPts val="2298"/>
              </a:lnSpc>
              <a:spcBef>
                <a:spcPts val="1364"/>
              </a:spcBef>
              <a:buClr>
                <a:srgbClr val="7C8597"/>
              </a:buClr>
              <a:buSzPct val="75384"/>
              <a:buFont typeface="Microsoft Sans Serif"/>
              <a:buChar char="◉"/>
              <a:tabLst>
                <a:tab pos="807479" algn="l"/>
                <a:tab pos="807864" algn="l"/>
              </a:tabLst>
            </a:pPr>
            <a:r>
              <a:rPr sz="1971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Documentación </a:t>
            </a:r>
            <a:r>
              <a:rPr sz="1971" spc="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 </a:t>
            </a:r>
            <a:r>
              <a:rPr sz="1971" spc="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1971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construcción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1971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preguntas </a:t>
            </a:r>
            <a:r>
              <a:rPr sz="1971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1971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corrección </a:t>
            </a:r>
            <a:r>
              <a:rPr sz="1971" spc="-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(por  </a:t>
            </a:r>
            <a:r>
              <a:rPr sz="1971" spc="-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ejemplo:</a:t>
            </a:r>
            <a:r>
              <a:rPr sz="1971" spc="-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plantillas</a:t>
            </a:r>
            <a:r>
              <a:rPr sz="1971" spc="-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71" spc="-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preguntas,</a:t>
            </a:r>
            <a:r>
              <a:rPr sz="1971" spc="-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hipótesis</a:t>
            </a:r>
            <a:r>
              <a:rPr sz="1971" spc="-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respecto</a:t>
            </a:r>
            <a:r>
              <a:rPr sz="1971" spc="-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971" spc="-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971" spc="-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diﬁcultad</a:t>
            </a:r>
            <a:r>
              <a:rPr sz="1971" spc="-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71" spc="-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1971" spc="-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preguntas)</a:t>
            </a:r>
            <a:endParaRPr sz="197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7479" indent="-247981">
              <a:spcBef>
                <a:spcPts val="1221"/>
              </a:spcBef>
              <a:buClr>
                <a:srgbClr val="7C8597"/>
              </a:buClr>
              <a:buSzPct val="75384"/>
              <a:buFont typeface="Microsoft Sans Serif"/>
              <a:buChar char="◉"/>
              <a:tabLst>
                <a:tab pos="807479" algn="l"/>
                <a:tab pos="807864" algn="l"/>
              </a:tabLst>
            </a:pPr>
            <a:r>
              <a:rPr sz="1971" spc="-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Literatura</a:t>
            </a:r>
            <a:r>
              <a:rPr sz="1971" spc="-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respecto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1971" spc="-1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-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endParaRPr sz="197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7479" indent="-247981">
              <a:spcBef>
                <a:spcPts val="1234"/>
              </a:spcBef>
              <a:buClr>
                <a:srgbClr val="7C8597"/>
              </a:buClr>
              <a:buSzPct val="75384"/>
              <a:buFont typeface="Microsoft Sans Serif"/>
              <a:buChar char="◉"/>
              <a:tabLst>
                <a:tab pos="807479" algn="l"/>
                <a:tab pos="807864" algn="l"/>
              </a:tabLst>
            </a:pPr>
            <a:r>
              <a:rPr sz="1971" spc="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Caracterización</a:t>
            </a:r>
            <a:r>
              <a:rPr sz="1971" spc="-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1971" spc="-1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-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71" spc="-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interes</a:t>
            </a:r>
            <a:endParaRPr sz="197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7479" indent="-247981">
              <a:spcBef>
                <a:spcPts val="1237"/>
              </a:spcBef>
              <a:buClr>
                <a:srgbClr val="7C8597"/>
              </a:buClr>
              <a:buSzPct val="75384"/>
              <a:buFont typeface="Microsoft Sans Serif"/>
              <a:buChar char="◉"/>
              <a:tabLst>
                <a:tab pos="807479" algn="l"/>
                <a:tab pos="807864" algn="l"/>
              </a:tabLst>
            </a:pPr>
            <a:r>
              <a:rPr sz="1971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Revisiones </a:t>
            </a:r>
            <a:r>
              <a:rPr sz="1971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971" spc="-24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71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expertos</a:t>
            </a:r>
            <a:endParaRPr sz="197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721" y="310033"/>
            <a:ext cx="10419847" cy="662198"/>
          </a:xfrm>
          <a:prstGeom prst="rect">
            <a:avLst/>
          </a:prstGeom>
        </p:spPr>
        <p:txBody>
          <a:bodyPr vert="horz" wrap="square" lIns="0" tIns="885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69"/>
              </a:spcBef>
            </a:pPr>
            <a:r>
              <a:rPr sz="4245" spc="-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Validez:</a:t>
            </a:r>
            <a:r>
              <a:rPr sz="4245" spc="-2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4245" spc="-1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1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4245" spc="-2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1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4245" spc="-1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4245" spc="-3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245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contenido</a:t>
            </a:r>
            <a:endParaRPr sz="424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4518" y="1084422"/>
            <a:ext cx="8399028" cy="27640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2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1996" y="2367031"/>
            <a:ext cx="9593884" cy="2839495"/>
          </a:xfrm>
          <a:prstGeom prst="rect">
            <a:avLst/>
          </a:prstGeom>
        </p:spPr>
        <p:txBody>
          <a:bodyPr vert="horz" wrap="square" lIns="0" tIns="192532" rIns="0" bIns="0" rtlCol="0">
            <a:spAutoFit/>
          </a:bodyPr>
          <a:lstStyle/>
          <a:p>
            <a:pPr marL="286873" indent="-279556">
              <a:spcBef>
                <a:spcPts val="1516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¿Tenemos</a:t>
            </a:r>
            <a:r>
              <a:rPr sz="2244" spc="-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deﬁnición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clara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2244" spc="-1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constructo?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873" indent="-279556">
              <a:spcBef>
                <a:spcPts val="1458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1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¿Qué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consideramos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deﬁnición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clara?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873" marR="64691" indent="-279556">
              <a:lnSpc>
                <a:spcPts val="2650"/>
              </a:lnSpc>
              <a:spcBef>
                <a:spcPts val="1580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1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¿Podemos </a:t>
            </a:r>
            <a:r>
              <a:rPr sz="2244" spc="-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interpretar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 </a:t>
            </a:r>
            <a:r>
              <a:rPr sz="2244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respuestas </a:t>
            </a:r>
            <a:r>
              <a:rPr sz="2244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 </a:t>
            </a:r>
            <a:r>
              <a:rPr sz="2244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preguntas </a:t>
            </a:r>
            <a:r>
              <a:rPr sz="2244" spc="14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 </a:t>
            </a:r>
            <a:r>
              <a:rPr sz="2244" spc="-1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  </a:t>
            </a:r>
            <a:r>
              <a:rPr sz="2244" spc="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respecto </a:t>
            </a:r>
            <a:r>
              <a:rPr sz="2244" spc="-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</a:t>
            </a:r>
            <a:r>
              <a:rPr sz="2244" spc="-33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constructo?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873" marR="3081" indent="-279556">
              <a:lnSpc>
                <a:spcPts val="2650"/>
              </a:lnSpc>
              <a:spcBef>
                <a:spcPts val="1501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¿Tenemos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cobertura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todos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aspectos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relevantes</a:t>
            </a:r>
            <a:r>
              <a:rPr sz="2244" spc="-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2244" spc="-1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constructo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 </a:t>
            </a:r>
            <a:r>
              <a:rPr sz="2244" spc="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través </a:t>
            </a:r>
            <a:r>
              <a:rPr sz="2244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244" spc="-4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preguntas?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721" y="76136"/>
            <a:ext cx="9517256" cy="1135902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marL="7701">
              <a:lnSpc>
                <a:spcPts val="4369"/>
              </a:lnSpc>
              <a:spcBef>
                <a:spcPts val="58"/>
              </a:spcBef>
            </a:pPr>
            <a:r>
              <a:rPr sz="3699" spc="-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Validez: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lnSpc>
                <a:spcPts val="4369"/>
              </a:lnSpc>
            </a:pPr>
            <a:r>
              <a:rPr sz="3699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3699" spc="-1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4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procesos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85264" y="1972238"/>
            <a:ext cx="1055077" cy="985765"/>
          </a:xfrm>
          <a:custGeom>
            <a:avLst/>
            <a:gdLst/>
            <a:ahLst/>
            <a:cxnLst/>
            <a:rect l="l" t="t" r="r" b="b"/>
            <a:pathLst>
              <a:path w="1739900" h="1625600">
                <a:moveTo>
                  <a:pt x="1662962" y="0"/>
                </a:moveTo>
                <a:lnTo>
                  <a:pt x="76558" y="0"/>
                </a:lnTo>
                <a:lnTo>
                  <a:pt x="36735" y="25400"/>
                </a:lnTo>
                <a:lnTo>
                  <a:pt x="9861" y="76200"/>
                </a:lnTo>
                <a:lnTo>
                  <a:pt x="0" y="114300"/>
                </a:lnTo>
                <a:lnTo>
                  <a:pt x="0" y="1130300"/>
                </a:lnTo>
                <a:lnTo>
                  <a:pt x="9861" y="1181100"/>
                </a:lnTo>
                <a:lnTo>
                  <a:pt x="36735" y="1219200"/>
                </a:lnTo>
                <a:lnTo>
                  <a:pt x="76558" y="1244600"/>
                </a:lnTo>
                <a:lnTo>
                  <a:pt x="125265" y="1257300"/>
                </a:lnTo>
                <a:lnTo>
                  <a:pt x="850837" y="1257300"/>
                </a:lnTo>
                <a:lnTo>
                  <a:pt x="850837" y="1625600"/>
                </a:lnTo>
                <a:lnTo>
                  <a:pt x="883135" y="1625600"/>
                </a:lnTo>
                <a:lnTo>
                  <a:pt x="947011" y="1562100"/>
                </a:lnTo>
                <a:lnTo>
                  <a:pt x="888681" y="1562100"/>
                </a:lnTo>
                <a:lnTo>
                  <a:pt x="888681" y="1231900"/>
                </a:lnTo>
                <a:lnTo>
                  <a:pt x="887193" y="1231900"/>
                </a:lnTo>
                <a:lnTo>
                  <a:pt x="883134" y="1219200"/>
                </a:lnTo>
                <a:lnTo>
                  <a:pt x="125265" y="1219200"/>
                </a:lnTo>
                <a:lnTo>
                  <a:pt x="91266" y="1206500"/>
                </a:lnTo>
                <a:lnTo>
                  <a:pt x="63468" y="1193800"/>
                </a:lnTo>
                <a:lnTo>
                  <a:pt x="44708" y="1168400"/>
                </a:lnTo>
                <a:lnTo>
                  <a:pt x="37825" y="1130300"/>
                </a:lnTo>
                <a:lnTo>
                  <a:pt x="37825" y="114300"/>
                </a:lnTo>
                <a:lnTo>
                  <a:pt x="44706" y="88900"/>
                </a:lnTo>
                <a:lnTo>
                  <a:pt x="63461" y="63500"/>
                </a:lnTo>
                <a:lnTo>
                  <a:pt x="91258" y="38100"/>
                </a:lnTo>
                <a:lnTo>
                  <a:pt x="1709503" y="38100"/>
                </a:lnTo>
                <a:lnTo>
                  <a:pt x="1702784" y="25400"/>
                </a:lnTo>
                <a:lnTo>
                  <a:pt x="1662962" y="0"/>
                </a:lnTo>
                <a:close/>
              </a:path>
              <a:path w="1739900" h="1625600">
                <a:moveTo>
                  <a:pt x="1709503" y="38100"/>
                </a:moveTo>
                <a:lnTo>
                  <a:pt x="1648273" y="38100"/>
                </a:lnTo>
                <a:lnTo>
                  <a:pt x="1676071" y="63500"/>
                </a:lnTo>
                <a:lnTo>
                  <a:pt x="1694830" y="88900"/>
                </a:lnTo>
                <a:lnTo>
                  <a:pt x="1701714" y="114300"/>
                </a:lnTo>
                <a:lnTo>
                  <a:pt x="1701714" y="1130300"/>
                </a:lnTo>
                <a:lnTo>
                  <a:pt x="1694833" y="1168400"/>
                </a:lnTo>
                <a:lnTo>
                  <a:pt x="1676078" y="1193800"/>
                </a:lnTo>
                <a:lnTo>
                  <a:pt x="1648281" y="1206500"/>
                </a:lnTo>
                <a:lnTo>
                  <a:pt x="1614274" y="1219200"/>
                </a:lnTo>
                <a:lnTo>
                  <a:pt x="1232430" y="1219200"/>
                </a:lnTo>
                <a:lnTo>
                  <a:pt x="888681" y="1562100"/>
                </a:lnTo>
                <a:lnTo>
                  <a:pt x="947011" y="1562100"/>
                </a:lnTo>
                <a:lnTo>
                  <a:pt x="1253614" y="1257300"/>
                </a:lnTo>
                <a:lnTo>
                  <a:pt x="1614255" y="1257300"/>
                </a:lnTo>
                <a:lnTo>
                  <a:pt x="1662962" y="1244600"/>
                </a:lnTo>
                <a:lnTo>
                  <a:pt x="1702784" y="1219200"/>
                </a:lnTo>
                <a:lnTo>
                  <a:pt x="1729658" y="1181100"/>
                </a:lnTo>
                <a:lnTo>
                  <a:pt x="1739519" y="1130300"/>
                </a:lnTo>
                <a:lnTo>
                  <a:pt x="1739519" y="114300"/>
                </a:lnTo>
                <a:lnTo>
                  <a:pt x="1729658" y="76200"/>
                </a:lnTo>
                <a:lnTo>
                  <a:pt x="1709503" y="38100"/>
                </a:lnTo>
                <a:close/>
              </a:path>
              <a:path w="1739900" h="1625600">
                <a:moveTo>
                  <a:pt x="774550" y="317500"/>
                </a:moveTo>
                <a:lnTo>
                  <a:pt x="750873" y="317500"/>
                </a:lnTo>
                <a:lnTo>
                  <a:pt x="701707" y="342900"/>
                </a:lnTo>
                <a:lnTo>
                  <a:pt x="655329" y="368300"/>
                </a:lnTo>
                <a:lnTo>
                  <a:pt x="611837" y="406400"/>
                </a:lnTo>
                <a:lnTo>
                  <a:pt x="571327" y="431800"/>
                </a:lnTo>
                <a:lnTo>
                  <a:pt x="533897" y="482600"/>
                </a:lnTo>
                <a:lnTo>
                  <a:pt x="501039" y="520700"/>
                </a:lnTo>
                <a:lnTo>
                  <a:pt x="475411" y="571500"/>
                </a:lnTo>
                <a:lnTo>
                  <a:pt x="457055" y="609600"/>
                </a:lnTo>
                <a:lnTo>
                  <a:pt x="446011" y="660400"/>
                </a:lnTo>
                <a:lnTo>
                  <a:pt x="442321" y="698500"/>
                </a:lnTo>
                <a:lnTo>
                  <a:pt x="445777" y="749300"/>
                </a:lnTo>
                <a:lnTo>
                  <a:pt x="456111" y="800100"/>
                </a:lnTo>
                <a:lnTo>
                  <a:pt x="473273" y="850900"/>
                </a:lnTo>
                <a:lnTo>
                  <a:pt x="497213" y="889000"/>
                </a:lnTo>
                <a:lnTo>
                  <a:pt x="528312" y="914400"/>
                </a:lnTo>
                <a:lnTo>
                  <a:pt x="565416" y="939800"/>
                </a:lnTo>
                <a:lnTo>
                  <a:pt x="608384" y="952500"/>
                </a:lnTo>
                <a:lnTo>
                  <a:pt x="689666" y="952500"/>
                </a:lnTo>
                <a:lnTo>
                  <a:pt x="720144" y="939800"/>
                </a:lnTo>
                <a:lnTo>
                  <a:pt x="748407" y="927100"/>
                </a:lnTo>
                <a:lnTo>
                  <a:pt x="761382" y="914400"/>
                </a:lnTo>
                <a:lnTo>
                  <a:pt x="616668" y="914400"/>
                </a:lnTo>
                <a:lnTo>
                  <a:pt x="581608" y="901700"/>
                </a:lnTo>
                <a:lnTo>
                  <a:pt x="526572" y="863600"/>
                </a:lnTo>
                <a:lnTo>
                  <a:pt x="506317" y="825500"/>
                </a:lnTo>
                <a:lnTo>
                  <a:pt x="491796" y="787400"/>
                </a:lnTo>
                <a:lnTo>
                  <a:pt x="483051" y="749300"/>
                </a:lnTo>
                <a:lnTo>
                  <a:pt x="480126" y="698500"/>
                </a:lnTo>
                <a:lnTo>
                  <a:pt x="485337" y="647700"/>
                </a:lnTo>
                <a:lnTo>
                  <a:pt x="500921" y="596900"/>
                </a:lnTo>
                <a:lnTo>
                  <a:pt x="526808" y="546100"/>
                </a:lnTo>
                <a:lnTo>
                  <a:pt x="562928" y="508000"/>
                </a:lnTo>
                <a:lnTo>
                  <a:pt x="595676" y="469900"/>
                </a:lnTo>
                <a:lnTo>
                  <a:pt x="630949" y="431800"/>
                </a:lnTo>
                <a:lnTo>
                  <a:pt x="668673" y="406400"/>
                </a:lnTo>
                <a:lnTo>
                  <a:pt x="708775" y="381000"/>
                </a:lnTo>
                <a:lnTo>
                  <a:pt x="751182" y="355600"/>
                </a:lnTo>
                <a:lnTo>
                  <a:pt x="794863" y="355600"/>
                </a:lnTo>
                <a:lnTo>
                  <a:pt x="774550" y="317500"/>
                </a:lnTo>
                <a:close/>
              </a:path>
              <a:path w="1739900" h="1625600">
                <a:moveTo>
                  <a:pt x="1196983" y="317500"/>
                </a:moveTo>
                <a:lnTo>
                  <a:pt x="1173306" y="317500"/>
                </a:lnTo>
                <a:lnTo>
                  <a:pt x="1124140" y="342900"/>
                </a:lnTo>
                <a:lnTo>
                  <a:pt x="1077762" y="368300"/>
                </a:lnTo>
                <a:lnTo>
                  <a:pt x="1034270" y="406400"/>
                </a:lnTo>
                <a:lnTo>
                  <a:pt x="993760" y="431800"/>
                </a:lnTo>
                <a:lnTo>
                  <a:pt x="956330" y="482600"/>
                </a:lnTo>
                <a:lnTo>
                  <a:pt x="923471" y="520700"/>
                </a:lnTo>
                <a:lnTo>
                  <a:pt x="897843" y="571500"/>
                </a:lnTo>
                <a:lnTo>
                  <a:pt x="879487" y="609600"/>
                </a:lnTo>
                <a:lnTo>
                  <a:pt x="868444" y="660400"/>
                </a:lnTo>
                <a:lnTo>
                  <a:pt x="864753" y="698500"/>
                </a:lnTo>
                <a:lnTo>
                  <a:pt x="868207" y="749300"/>
                </a:lnTo>
                <a:lnTo>
                  <a:pt x="878536" y="800100"/>
                </a:lnTo>
                <a:lnTo>
                  <a:pt x="895698" y="850900"/>
                </a:lnTo>
                <a:lnTo>
                  <a:pt x="919645" y="889000"/>
                </a:lnTo>
                <a:lnTo>
                  <a:pt x="950742" y="914400"/>
                </a:lnTo>
                <a:lnTo>
                  <a:pt x="987842" y="939800"/>
                </a:lnTo>
                <a:lnTo>
                  <a:pt x="1030809" y="952500"/>
                </a:lnTo>
                <a:lnTo>
                  <a:pt x="1112110" y="952500"/>
                </a:lnTo>
                <a:lnTo>
                  <a:pt x="1142589" y="939800"/>
                </a:lnTo>
                <a:lnTo>
                  <a:pt x="1170843" y="927100"/>
                </a:lnTo>
                <a:lnTo>
                  <a:pt x="1183807" y="914400"/>
                </a:lnTo>
                <a:lnTo>
                  <a:pt x="1039093" y="914400"/>
                </a:lnTo>
                <a:lnTo>
                  <a:pt x="1004033" y="901700"/>
                </a:lnTo>
                <a:lnTo>
                  <a:pt x="949004" y="863600"/>
                </a:lnTo>
                <a:lnTo>
                  <a:pt x="928750" y="825500"/>
                </a:lnTo>
                <a:lnTo>
                  <a:pt x="914229" y="787400"/>
                </a:lnTo>
                <a:lnTo>
                  <a:pt x="905484" y="749300"/>
                </a:lnTo>
                <a:lnTo>
                  <a:pt x="902559" y="698500"/>
                </a:lnTo>
                <a:lnTo>
                  <a:pt x="907770" y="647700"/>
                </a:lnTo>
                <a:lnTo>
                  <a:pt x="923354" y="596900"/>
                </a:lnTo>
                <a:lnTo>
                  <a:pt x="949241" y="546100"/>
                </a:lnTo>
                <a:lnTo>
                  <a:pt x="985360" y="508000"/>
                </a:lnTo>
                <a:lnTo>
                  <a:pt x="1018102" y="469900"/>
                </a:lnTo>
                <a:lnTo>
                  <a:pt x="1053374" y="431800"/>
                </a:lnTo>
                <a:lnTo>
                  <a:pt x="1091101" y="406400"/>
                </a:lnTo>
                <a:lnTo>
                  <a:pt x="1131207" y="381000"/>
                </a:lnTo>
                <a:lnTo>
                  <a:pt x="1173615" y="355600"/>
                </a:lnTo>
                <a:lnTo>
                  <a:pt x="1217287" y="355600"/>
                </a:lnTo>
                <a:lnTo>
                  <a:pt x="1196983" y="317500"/>
                </a:lnTo>
                <a:close/>
              </a:path>
              <a:path w="1739900" h="1625600">
                <a:moveTo>
                  <a:pt x="755973" y="660400"/>
                </a:moveTo>
                <a:lnTo>
                  <a:pt x="562695" y="660400"/>
                </a:lnTo>
                <a:lnTo>
                  <a:pt x="566271" y="673100"/>
                </a:lnTo>
                <a:lnTo>
                  <a:pt x="692523" y="673100"/>
                </a:lnTo>
                <a:lnTo>
                  <a:pt x="708951" y="685800"/>
                </a:lnTo>
                <a:lnTo>
                  <a:pt x="722883" y="685800"/>
                </a:lnTo>
                <a:lnTo>
                  <a:pt x="735374" y="698500"/>
                </a:lnTo>
                <a:lnTo>
                  <a:pt x="746391" y="698500"/>
                </a:lnTo>
                <a:lnTo>
                  <a:pt x="755898" y="711200"/>
                </a:lnTo>
                <a:lnTo>
                  <a:pt x="763650" y="723900"/>
                </a:lnTo>
                <a:lnTo>
                  <a:pt x="770187" y="736600"/>
                </a:lnTo>
                <a:lnTo>
                  <a:pt x="775484" y="736600"/>
                </a:lnTo>
                <a:lnTo>
                  <a:pt x="784929" y="774700"/>
                </a:lnTo>
                <a:lnTo>
                  <a:pt x="786746" y="800100"/>
                </a:lnTo>
                <a:lnTo>
                  <a:pt x="784394" y="825500"/>
                </a:lnTo>
                <a:lnTo>
                  <a:pt x="777290" y="838200"/>
                </a:lnTo>
                <a:lnTo>
                  <a:pt x="765366" y="863600"/>
                </a:lnTo>
                <a:lnTo>
                  <a:pt x="748554" y="876300"/>
                </a:lnTo>
                <a:lnTo>
                  <a:pt x="728226" y="889000"/>
                </a:lnTo>
                <a:lnTo>
                  <a:pt x="706305" y="901700"/>
                </a:lnTo>
                <a:lnTo>
                  <a:pt x="682634" y="914400"/>
                </a:lnTo>
                <a:lnTo>
                  <a:pt x="761382" y="914400"/>
                </a:lnTo>
                <a:lnTo>
                  <a:pt x="796274" y="876300"/>
                </a:lnTo>
                <a:lnTo>
                  <a:pt x="821446" y="825500"/>
                </a:lnTo>
                <a:lnTo>
                  <a:pt x="824609" y="800100"/>
                </a:lnTo>
                <a:lnTo>
                  <a:pt x="824034" y="787400"/>
                </a:lnTo>
                <a:lnTo>
                  <a:pt x="819464" y="749300"/>
                </a:lnTo>
                <a:lnTo>
                  <a:pt x="802653" y="711200"/>
                </a:lnTo>
                <a:lnTo>
                  <a:pt x="770491" y="673100"/>
                </a:lnTo>
                <a:lnTo>
                  <a:pt x="755973" y="660400"/>
                </a:lnTo>
                <a:close/>
              </a:path>
              <a:path w="1739900" h="1625600">
                <a:moveTo>
                  <a:pt x="1178377" y="660400"/>
                </a:moveTo>
                <a:lnTo>
                  <a:pt x="985148" y="660400"/>
                </a:lnTo>
                <a:lnTo>
                  <a:pt x="992318" y="673100"/>
                </a:lnTo>
                <a:lnTo>
                  <a:pt x="1114973" y="673100"/>
                </a:lnTo>
                <a:lnTo>
                  <a:pt x="1131403" y="685800"/>
                </a:lnTo>
                <a:lnTo>
                  <a:pt x="1145327" y="685800"/>
                </a:lnTo>
                <a:lnTo>
                  <a:pt x="1157817" y="698500"/>
                </a:lnTo>
                <a:lnTo>
                  <a:pt x="1168832" y="698500"/>
                </a:lnTo>
                <a:lnTo>
                  <a:pt x="1178331" y="711200"/>
                </a:lnTo>
                <a:lnTo>
                  <a:pt x="1186091" y="723900"/>
                </a:lnTo>
                <a:lnTo>
                  <a:pt x="1192629" y="736600"/>
                </a:lnTo>
                <a:lnTo>
                  <a:pt x="1197928" y="736600"/>
                </a:lnTo>
                <a:lnTo>
                  <a:pt x="1207381" y="774700"/>
                </a:lnTo>
                <a:lnTo>
                  <a:pt x="1209198" y="800100"/>
                </a:lnTo>
                <a:lnTo>
                  <a:pt x="1206843" y="825500"/>
                </a:lnTo>
                <a:lnTo>
                  <a:pt x="1199732" y="838200"/>
                </a:lnTo>
                <a:lnTo>
                  <a:pt x="1187802" y="863600"/>
                </a:lnTo>
                <a:lnTo>
                  <a:pt x="1170987" y="876300"/>
                </a:lnTo>
                <a:lnTo>
                  <a:pt x="1150662" y="889000"/>
                </a:lnTo>
                <a:lnTo>
                  <a:pt x="1128745" y="901700"/>
                </a:lnTo>
                <a:lnTo>
                  <a:pt x="1105075" y="914400"/>
                </a:lnTo>
                <a:lnTo>
                  <a:pt x="1183807" y="914400"/>
                </a:lnTo>
                <a:lnTo>
                  <a:pt x="1218699" y="876300"/>
                </a:lnTo>
                <a:lnTo>
                  <a:pt x="1243878" y="825500"/>
                </a:lnTo>
                <a:lnTo>
                  <a:pt x="1247042" y="800100"/>
                </a:lnTo>
                <a:lnTo>
                  <a:pt x="1246464" y="787400"/>
                </a:lnTo>
                <a:lnTo>
                  <a:pt x="1241881" y="749300"/>
                </a:lnTo>
                <a:lnTo>
                  <a:pt x="1225064" y="711200"/>
                </a:lnTo>
                <a:lnTo>
                  <a:pt x="1192888" y="673100"/>
                </a:lnTo>
                <a:lnTo>
                  <a:pt x="1178377" y="660400"/>
                </a:lnTo>
                <a:close/>
              </a:path>
              <a:path w="1739900" h="1625600">
                <a:moveTo>
                  <a:pt x="794863" y="355600"/>
                </a:moveTo>
                <a:lnTo>
                  <a:pt x="751182" y="355600"/>
                </a:lnTo>
                <a:lnTo>
                  <a:pt x="769235" y="381000"/>
                </a:lnTo>
                <a:lnTo>
                  <a:pt x="727796" y="406400"/>
                </a:lnTo>
                <a:lnTo>
                  <a:pt x="690669" y="431800"/>
                </a:lnTo>
                <a:lnTo>
                  <a:pt x="657952" y="457200"/>
                </a:lnTo>
                <a:lnTo>
                  <a:pt x="629745" y="495300"/>
                </a:lnTo>
                <a:lnTo>
                  <a:pt x="603378" y="520700"/>
                </a:lnTo>
                <a:lnTo>
                  <a:pt x="583169" y="558800"/>
                </a:lnTo>
                <a:lnTo>
                  <a:pt x="569171" y="609600"/>
                </a:lnTo>
                <a:lnTo>
                  <a:pt x="561439" y="647700"/>
                </a:lnTo>
                <a:lnTo>
                  <a:pt x="560936" y="660400"/>
                </a:lnTo>
                <a:lnTo>
                  <a:pt x="739712" y="660400"/>
                </a:lnTo>
                <a:lnTo>
                  <a:pt x="721765" y="647700"/>
                </a:lnTo>
                <a:lnTo>
                  <a:pt x="702220" y="647700"/>
                </a:lnTo>
                <a:lnTo>
                  <a:pt x="680111" y="635000"/>
                </a:lnTo>
                <a:lnTo>
                  <a:pt x="601932" y="635000"/>
                </a:lnTo>
                <a:lnTo>
                  <a:pt x="609891" y="596900"/>
                </a:lnTo>
                <a:lnTo>
                  <a:pt x="621948" y="571500"/>
                </a:lnTo>
                <a:lnTo>
                  <a:pt x="638068" y="546100"/>
                </a:lnTo>
                <a:lnTo>
                  <a:pt x="658215" y="520700"/>
                </a:lnTo>
                <a:lnTo>
                  <a:pt x="687026" y="482600"/>
                </a:lnTo>
                <a:lnTo>
                  <a:pt x="721103" y="457200"/>
                </a:lnTo>
                <a:lnTo>
                  <a:pt x="760319" y="431800"/>
                </a:lnTo>
                <a:lnTo>
                  <a:pt x="804547" y="406400"/>
                </a:lnTo>
                <a:lnTo>
                  <a:pt x="812955" y="406400"/>
                </a:lnTo>
                <a:lnTo>
                  <a:pt x="815951" y="393700"/>
                </a:lnTo>
                <a:lnTo>
                  <a:pt x="815177" y="393700"/>
                </a:lnTo>
                <a:lnTo>
                  <a:pt x="794863" y="355600"/>
                </a:lnTo>
                <a:close/>
              </a:path>
              <a:path w="1739900" h="1625600">
                <a:moveTo>
                  <a:pt x="1217287" y="355600"/>
                </a:moveTo>
                <a:lnTo>
                  <a:pt x="1173615" y="355600"/>
                </a:lnTo>
                <a:lnTo>
                  <a:pt x="1191706" y="381000"/>
                </a:lnTo>
                <a:lnTo>
                  <a:pt x="1150276" y="406400"/>
                </a:lnTo>
                <a:lnTo>
                  <a:pt x="1113147" y="431800"/>
                </a:lnTo>
                <a:lnTo>
                  <a:pt x="1080426" y="457200"/>
                </a:lnTo>
                <a:lnTo>
                  <a:pt x="1052216" y="495300"/>
                </a:lnTo>
                <a:lnTo>
                  <a:pt x="1025857" y="520700"/>
                </a:lnTo>
                <a:lnTo>
                  <a:pt x="1005647" y="558800"/>
                </a:lnTo>
                <a:lnTo>
                  <a:pt x="991645" y="609600"/>
                </a:lnTo>
                <a:lnTo>
                  <a:pt x="983911" y="647700"/>
                </a:lnTo>
                <a:lnTo>
                  <a:pt x="983408" y="660400"/>
                </a:lnTo>
                <a:lnTo>
                  <a:pt x="1162123" y="660400"/>
                </a:lnTo>
                <a:lnTo>
                  <a:pt x="1144178" y="647700"/>
                </a:lnTo>
                <a:lnTo>
                  <a:pt x="1124633" y="647700"/>
                </a:lnTo>
                <a:lnTo>
                  <a:pt x="1102524" y="635000"/>
                </a:lnTo>
                <a:lnTo>
                  <a:pt x="1024345" y="635000"/>
                </a:lnTo>
                <a:lnTo>
                  <a:pt x="1032305" y="596900"/>
                </a:lnTo>
                <a:lnTo>
                  <a:pt x="1044362" y="571500"/>
                </a:lnTo>
                <a:lnTo>
                  <a:pt x="1060481" y="546100"/>
                </a:lnTo>
                <a:lnTo>
                  <a:pt x="1080628" y="520700"/>
                </a:lnTo>
                <a:lnTo>
                  <a:pt x="1109442" y="482600"/>
                </a:lnTo>
                <a:lnTo>
                  <a:pt x="1143524" y="457200"/>
                </a:lnTo>
                <a:lnTo>
                  <a:pt x="1182741" y="431800"/>
                </a:lnTo>
                <a:lnTo>
                  <a:pt x="1226960" y="406400"/>
                </a:lnTo>
                <a:lnTo>
                  <a:pt x="1235387" y="406400"/>
                </a:lnTo>
                <a:lnTo>
                  <a:pt x="1238364" y="393700"/>
                </a:lnTo>
                <a:lnTo>
                  <a:pt x="1237591" y="393700"/>
                </a:lnTo>
                <a:lnTo>
                  <a:pt x="1217287" y="3556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824518" y="1167501"/>
            <a:ext cx="10504947" cy="5240691"/>
          </a:xfrm>
          <a:prstGeom prst="rect">
            <a:avLst/>
          </a:prstGeom>
        </p:spPr>
        <p:txBody>
          <a:bodyPr vert="horz" wrap="square" lIns="0" tIns="98577" rIns="0" bIns="0" rtlCol="0">
            <a:spAutoFit/>
          </a:bodyPr>
          <a:lstStyle/>
          <a:p>
            <a:pPr marL="7701">
              <a:spcBef>
                <a:spcPts val="776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30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28086" marR="5006">
              <a:lnSpc>
                <a:spcPts val="2450"/>
              </a:lnSpc>
              <a:spcBef>
                <a:spcPts val="946"/>
              </a:spcBef>
              <a:tabLst>
                <a:tab pos="2246078" algn="l"/>
                <a:tab pos="3846404" algn="l"/>
                <a:tab pos="4436322" algn="l"/>
                <a:tab pos="5595750" algn="l"/>
                <a:tab pos="6578818" algn="l"/>
                <a:tab pos="7066695" algn="l"/>
                <a:tab pos="7274244" algn="l"/>
                <a:tab pos="7976216" algn="l"/>
                <a:tab pos="9240766" algn="l"/>
                <a:tab pos="9929645" algn="l"/>
                <a:tab pos="10243858" algn="l"/>
              </a:tabLst>
            </a:pPr>
            <a:r>
              <a:rPr sz="2062" i="1" spc="-464" dirty="0">
                <a:solidFill>
                  <a:srgbClr val="606060"/>
                </a:solidFill>
                <a:latin typeface="Calibri"/>
                <a:cs typeface="Calibri"/>
              </a:rPr>
              <a:t>“</a:t>
            </a:r>
            <a:r>
              <a:rPr sz="2062" i="1" spc="-49" dirty="0">
                <a:solidFill>
                  <a:srgbClr val="606060"/>
                </a:solidFill>
                <a:latin typeface="Calibri"/>
                <a:cs typeface="Calibri"/>
              </a:rPr>
              <a:t>A</a:t>
            </a:r>
            <a:r>
              <a:rPr sz="2062" i="1" spc="-106" dirty="0">
                <a:solidFill>
                  <a:srgbClr val="606060"/>
                </a:solidFill>
                <a:latin typeface="Calibri"/>
                <a:cs typeface="Calibri"/>
              </a:rPr>
              <a:t>lgunas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45" dirty="0">
                <a:solidFill>
                  <a:srgbClr val="606060"/>
                </a:solidFill>
                <a:latin typeface="Calibri"/>
                <a:cs typeface="Calibri"/>
              </a:rPr>
              <a:t>in</a:t>
            </a:r>
            <a:r>
              <a:rPr sz="2062" i="1" spc="-76" dirty="0">
                <a:solidFill>
                  <a:srgbClr val="606060"/>
                </a:solidFill>
                <a:latin typeface="Calibri"/>
                <a:cs typeface="Calibri"/>
              </a:rPr>
              <a:t>t</a:t>
            </a:r>
            <a:r>
              <a:rPr sz="2062" i="1" spc="-112" dirty="0">
                <a:solidFill>
                  <a:srgbClr val="606060"/>
                </a:solidFill>
                <a:latin typeface="Calibri"/>
                <a:cs typeface="Calibri"/>
              </a:rPr>
              <a:t>erp</a:t>
            </a:r>
            <a:r>
              <a:rPr sz="2062" i="1" spc="-106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062" i="1" spc="-133" dirty="0">
                <a:solidFill>
                  <a:srgbClr val="606060"/>
                </a:solidFill>
                <a:latin typeface="Calibri"/>
                <a:cs typeface="Calibri"/>
              </a:rPr>
              <a:t>e</a:t>
            </a:r>
            <a:r>
              <a:rPr sz="2062" i="1" spc="-127" dirty="0">
                <a:solidFill>
                  <a:srgbClr val="606060"/>
                </a:solidFill>
                <a:latin typeface="Calibri"/>
                <a:cs typeface="Calibri"/>
              </a:rPr>
              <a:t>t</a:t>
            </a:r>
            <a:r>
              <a:rPr sz="2062" i="1" spc="-143" dirty="0">
                <a:solidFill>
                  <a:srgbClr val="606060"/>
                </a:solidFill>
                <a:latin typeface="Calibri"/>
                <a:cs typeface="Calibri"/>
              </a:rPr>
              <a:t>aciones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143" dirty="0">
                <a:solidFill>
                  <a:srgbClr val="606060"/>
                </a:solidFill>
                <a:latin typeface="Calibri"/>
                <a:cs typeface="Calibri"/>
              </a:rPr>
              <a:t>sob</a:t>
            </a:r>
            <a:r>
              <a:rPr sz="2062" i="1" spc="-124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062" i="1" spc="-209" dirty="0">
                <a:solidFill>
                  <a:srgbClr val="606060"/>
                </a:solidFill>
                <a:latin typeface="Calibri"/>
                <a:cs typeface="Calibri"/>
              </a:rPr>
              <a:t>e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170" dirty="0">
                <a:solidFill>
                  <a:srgbClr val="606060"/>
                </a:solidFill>
                <a:latin typeface="Calibri"/>
                <a:cs typeface="Calibri"/>
              </a:rPr>
              <a:t>c</a:t>
            </a:r>
            <a:r>
              <a:rPr sz="2062" i="1" spc="-97" dirty="0">
                <a:solidFill>
                  <a:srgbClr val="606060"/>
                </a:solidFill>
                <a:latin typeface="Calibri"/>
                <a:cs typeface="Calibri"/>
              </a:rPr>
              <a:t>onstruc</a:t>
            </a:r>
            <a:r>
              <a:rPr sz="2062" i="1" spc="-109" dirty="0">
                <a:solidFill>
                  <a:srgbClr val="606060"/>
                </a:solidFill>
                <a:latin typeface="Calibri"/>
                <a:cs typeface="Calibri"/>
              </a:rPr>
              <a:t>t</a:t>
            </a:r>
            <a:r>
              <a:rPr sz="2062" i="1" spc="-176" dirty="0">
                <a:solidFill>
                  <a:srgbClr val="606060"/>
                </a:solidFill>
                <a:latin typeface="Calibri"/>
                <a:cs typeface="Calibri"/>
              </a:rPr>
              <a:t>os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49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062" i="1" spc="-121" dirty="0">
                <a:solidFill>
                  <a:srgbClr val="606060"/>
                </a:solidFill>
                <a:latin typeface="Calibri"/>
                <a:cs typeface="Calibri"/>
              </a:rPr>
              <a:t>equie</a:t>
            </a:r>
            <a:r>
              <a:rPr sz="2062" i="1" spc="-115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062" i="1" spc="-152" dirty="0">
                <a:solidFill>
                  <a:srgbClr val="606060"/>
                </a:solidFill>
                <a:latin typeface="Calibri"/>
                <a:cs typeface="Calibri"/>
              </a:rPr>
              <a:t>en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149" dirty="0">
                <a:solidFill>
                  <a:srgbClr val="606060"/>
                </a:solidFill>
                <a:latin typeface="Calibri"/>
                <a:cs typeface="Calibri"/>
              </a:rPr>
              <a:t>más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206" dirty="0">
                <a:solidFill>
                  <a:srgbClr val="606060"/>
                </a:solidFill>
                <a:latin typeface="Calibri"/>
                <a:cs typeface="Calibri"/>
              </a:rPr>
              <a:t>o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menos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76" dirty="0">
                <a:solidFill>
                  <a:srgbClr val="606060"/>
                </a:solidFill>
                <a:latin typeface="Calibri"/>
                <a:cs typeface="Calibri"/>
              </a:rPr>
              <a:t>explici</a:t>
            </a:r>
            <a:r>
              <a:rPr sz="2062" i="1" spc="-103" dirty="0">
                <a:solidFill>
                  <a:srgbClr val="606060"/>
                </a:solidFill>
                <a:latin typeface="Calibri"/>
                <a:cs typeface="Calibri"/>
              </a:rPr>
              <a:t>t</a:t>
            </a:r>
            <a:r>
              <a:rPr sz="2062" i="1" spc="-127" dirty="0">
                <a:solidFill>
                  <a:srgbClr val="606060"/>
                </a:solidFill>
                <a:latin typeface="Calibri"/>
                <a:cs typeface="Calibri"/>
              </a:rPr>
              <a:t>ación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176" dirty="0">
                <a:solidFill>
                  <a:srgbClr val="606060"/>
                </a:solidFill>
                <a:latin typeface="Calibri"/>
                <a:cs typeface="Calibri"/>
              </a:rPr>
              <a:t>a</a:t>
            </a:r>
            <a:r>
              <a:rPr sz="2062" i="1" spc="-146" dirty="0">
                <a:solidFill>
                  <a:srgbClr val="606060"/>
                </a:solidFill>
                <a:latin typeface="Calibri"/>
                <a:cs typeface="Calibri"/>
              </a:rPr>
              <a:t>c</a:t>
            </a:r>
            <a:r>
              <a:rPr sz="2062" i="1" spc="-139" dirty="0">
                <a:solidFill>
                  <a:srgbClr val="606060"/>
                </a:solidFill>
                <a:latin typeface="Calibri"/>
                <a:cs typeface="Calibri"/>
              </a:rPr>
              <a:t>e</a:t>
            </a:r>
            <a:r>
              <a:rPr sz="2062" i="1" spc="-121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062" i="1" spc="-170" dirty="0">
                <a:solidFill>
                  <a:srgbClr val="606060"/>
                </a:solidFill>
                <a:latin typeface="Calibri"/>
                <a:cs typeface="Calibri"/>
              </a:rPr>
              <a:t>c</a:t>
            </a:r>
            <a:r>
              <a:rPr sz="2062" i="1" spc="-152" dirty="0">
                <a:solidFill>
                  <a:srgbClr val="606060"/>
                </a:solidFill>
                <a:latin typeface="Calibri"/>
                <a:cs typeface="Calibri"/>
              </a:rPr>
              <a:t>a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179" dirty="0">
                <a:solidFill>
                  <a:srgbClr val="606060"/>
                </a:solidFill>
                <a:latin typeface="Calibri"/>
                <a:cs typeface="Calibri"/>
              </a:rPr>
              <a:t>de</a:t>
            </a:r>
            <a:r>
              <a:rPr sz="2062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062" i="1" spc="-109" dirty="0">
                <a:solidFill>
                  <a:srgbClr val="606060"/>
                </a:solidFill>
                <a:latin typeface="Calibri"/>
                <a:cs typeface="Calibri"/>
              </a:rPr>
              <a:t>los </a:t>
            </a:r>
            <a:r>
              <a:rPr sz="2062" i="1" spc="-7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procesos </a:t>
            </a:r>
            <a:r>
              <a:rPr sz="2062" i="1" spc="-115" dirty="0">
                <a:solidFill>
                  <a:srgbClr val="606060"/>
                </a:solidFill>
                <a:latin typeface="Calibri"/>
                <a:cs typeface="Calibri"/>
              </a:rPr>
              <a:t>cognitivos </a:t>
            </a:r>
            <a:r>
              <a:rPr sz="2062" i="1" spc="-118" dirty="0">
                <a:solidFill>
                  <a:srgbClr val="606060"/>
                </a:solidFill>
                <a:latin typeface="Calibri"/>
                <a:cs typeface="Calibri"/>
              </a:rPr>
              <a:t>involucrados </a:t>
            </a:r>
            <a:r>
              <a:rPr sz="2062" i="1" spc="-79" dirty="0">
                <a:solidFill>
                  <a:srgbClr val="606060"/>
                </a:solidFill>
                <a:latin typeface="Calibri"/>
                <a:cs typeface="Calibri"/>
              </a:rPr>
              <a:t>al </a:t>
            </a:r>
            <a:r>
              <a:rPr sz="2062" i="1" spc="-139" dirty="0">
                <a:solidFill>
                  <a:srgbClr val="606060"/>
                </a:solidFill>
                <a:latin typeface="Calibri"/>
                <a:cs typeface="Calibri"/>
              </a:rPr>
              <a:t>responder </a:t>
            </a:r>
            <a:r>
              <a:rPr sz="2062" i="1" spc="-109" dirty="0">
                <a:solidFill>
                  <a:srgbClr val="606060"/>
                </a:solidFill>
                <a:latin typeface="Calibri"/>
                <a:cs typeface="Calibri"/>
              </a:rPr>
              <a:t>una</a:t>
            </a:r>
            <a:r>
              <a:rPr sz="2062" i="1" spc="-370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49" dirty="0">
                <a:solidFill>
                  <a:srgbClr val="606060"/>
                </a:solidFill>
                <a:latin typeface="Calibri"/>
                <a:cs typeface="Calibri"/>
              </a:rPr>
              <a:t>pregunta”</a:t>
            </a:r>
            <a:endParaRPr sz="2062" dirty="0">
              <a:latin typeface="Calibri"/>
              <a:cs typeface="Calibri"/>
            </a:endParaRPr>
          </a:p>
          <a:p>
            <a:pPr marL="1328086" marR="4621">
              <a:lnSpc>
                <a:spcPts val="2450"/>
              </a:lnSpc>
              <a:spcBef>
                <a:spcPts val="1198"/>
              </a:spcBef>
            </a:pPr>
            <a:r>
              <a:rPr sz="2062" i="1" spc="-115" dirty="0">
                <a:solidFill>
                  <a:srgbClr val="606060"/>
                </a:solidFill>
                <a:latin typeface="Calibri"/>
                <a:cs typeface="Calibri"/>
              </a:rPr>
              <a:t>“El </a:t>
            </a:r>
            <a:r>
              <a:rPr sz="2062" i="1" spc="-94" dirty="0">
                <a:solidFill>
                  <a:srgbClr val="606060"/>
                </a:solidFill>
                <a:latin typeface="Calibri"/>
                <a:cs typeface="Calibri"/>
              </a:rPr>
              <a:t>análisis </a:t>
            </a:r>
            <a:r>
              <a:rPr sz="2062" i="1" spc="-121" dirty="0">
                <a:solidFill>
                  <a:srgbClr val="606060"/>
                </a:solidFill>
                <a:latin typeface="Calibri"/>
                <a:cs typeface="Calibri"/>
              </a:rPr>
              <a:t>del 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proceso </a:t>
            </a:r>
            <a:r>
              <a:rPr sz="2062" i="1" spc="-179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062" i="1" spc="-133" dirty="0">
                <a:solidFill>
                  <a:srgbClr val="606060"/>
                </a:solidFill>
                <a:latin typeface="Calibri"/>
                <a:cs typeface="Calibri"/>
              </a:rPr>
              <a:t>respuesta </a:t>
            </a:r>
            <a:r>
              <a:rPr sz="2062" i="1" spc="-179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062" i="1" spc="-121" dirty="0">
                <a:solidFill>
                  <a:srgbClr val="606060"/>
                </a:solidFill>
                <a:latin typeface="Calibri"/>
                <a:cs typeface="Calibri"/>
              </a:rPr>
              <a:t>los </a:t>
            </a:r>
            <a:r>
              <a:rPr sz="2062" i="1" spc="-97" dirty="0">
                <a:solidFill>
                  <a:srgbClr val="606060"/>
                </a:solidFill>
                <a:latin typeface="Calibri"/>
                <a:cs typeface="Calibri"/>
              </a:rPr>
              <a:t>individuos </a:t>
            </a:r>
            <a:r>
              <a:rPr sz="2062" i="1" spc="-124" dirty="0">
                <a:solidFill>
                  <a:srgbClr val="606060"/>
                </a:solidFill>
                <a:latin typeface="Calibri"/>
                <a:cs typeface="Calibri"/>
              </a:rPr>
              <a:t>entrega </a:t>
            </a:r>
            <a:r>
              <a:rPr sz="2062" i="1" spc="-112" dirty="0">
                <a:solidFill>
                  <a:srgbClr val="606060"/>
                </a:solidFill>
                <a:latin typeface="Calibri"/>
                <a:cs typeface="Calibri"/>
              </a:rPr>
              <a:t>información </a:t>
            </a:r>
            <a:r>
              <a:rPr sz="2062" i="1" spc="-149" dirty="0">
                <a:solidFill>
                  <a:srgbClr val="606060"/>
                </a:solidFill>
                <a:latin typeface="Calibri"/>
                <a:cs typeface="Calibri"/>
              </a:rPr>
              <a:t>respecto </a:t>
            </a:r>
            <a:r>
              <a:rPr sz="2062" i="1" spc="-121" dirty="0">
                <a:solidFill>
                  <a:srgbClr val="606060"/>
                </a:solidFill>
                <a:latin typeface="Calibri"/>
                <a:cs typeface="Calibri"/>
              </a:rPr>
              <a:t>del </a:t>
            </a:r>
            <a:r>
              <a:rPr sz="2062" i="1" spc="-109" dirty="0">
                <a:solidFill>
                  <a:srgbClr val="606060"/>
                </a:solidFill>
                <a:latin typeface="Calibri"/>
                <a:cs typeface="Calibri"/>
              </a:rPr>
              <a:t>ajuste </a:t>
            </a:r>
            <a:r>
              <a:rPr sz="2062" i="1" spc="-115" dirty="0">
                <a:solidFill>
                  <a:srgbClr val="606060"/>
                </a:solidFill>
                <a:latin typeface="Calibri"/>
                <a:cs typeface="Calibri"/>
              </a:rPr>
              <a:t>entre </a:t>
            </a:r>
            <a:r>
              <a:rPr sz="2062" i="1" spc="-109" dirty="0">
                <a:solidFill>
                  <a:srgbClr val="606060"/>
                </a:solidFill>
                <a:latin typeface="Calibri"/>
                <a:cs typeface="Calibri"/>
              </a:rPr>
              <a:t>el  </a:t>
            </a:r>
            <a:r>
              <a:rPr sz="2062" i="1" spc="-118" dirty="0">
                <a:solidFill>
                  <a:srgbClr val="606060"/>
                </a:solidFill>
                <a:latin typeface="Calibri"/>
                <a:cs typeface="Calibri"/>
              </a:rPr>
              <a:t>constructo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79" dirty="0">
                <a:solidFill>
                  <a:srgbClr val="606060"/>
                </a:solidFill>
                <a:latin typeface="Calibri"/>
                <a:cs typeface="Calibri"/>
              </a:rPr>
              <a:t>y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79" dirty="0">
                <a:solidFill>
                  <a:srgbClr val="606060"/>
                </a:solidFill>
                <a:latin typeface="Calibri"/>
                <a:cs typeface="Calibri"/>
              </a:rPr>
              <a:t>la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88" dirty="0">
                <a:solidFill>
                  <a:srgbClr val="606060"/>
                </a:solidFill>
                <a:latin typeface="Calibri"/>
                <a:cs typeface="Calibri"/>
              </a:rPr>
              <a:t>naturaleza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82" dirty="0">
                <a:solidFill>
                  <a:srgbClr val="606060"/>
                </a:solidFill>
                <a:latin typeface="Calibri"/>
                <a:cs typeface="Calibri"/>
              </a:rPr>
              <a:t>particular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21" dirty="0">
                <a:solidFill>
                  <a:srgbClr val="606060"/>
                </a:solidFill>
                <a:latin typeface="Calibri"/>
                <a:cs typeface="Calibri"/>
              </a:rPr>
              <a:t>del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70" dirty="0">
                <a:solidFill>
                  <a:srgbClr val="606060"/>
                </a:solidFill>
                <a:latin typeface="Calibri"/>
                <a:cs typeface="Calibri"/>
              </a:rPr>
              <a:t>desempeño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206" dirty="0">
                <a:solidFill>
                  <a:srgbClr val="606060"/>
                </a:solidFill>
                <a:latin typeface="Calibri"/>
                <a:cs typeface="Calibri"/>
              </a:rPr>
              <a:t>o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33" dirty="0">
                <a:solidFill>
                  <a:srgbClr val="606060"/>
                </a:solidFill>
                <a:latin typeface="Calibri"/>
                <a:cs typeface="Calibri"/>
              </a:rPr>
              <a:t>respuesta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36" dirty="0">
                <a:solidFill>
                  <a:srgbClr val="606060"/>
                </a:solidFill>
                <a:latin typeface="Calibri"/>
                <a:cs typeface="Calibri"/>
              </a:rPr>
              <a:t>ejecutado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30" dirty="0">
                <a:solidFill>
                  <a:srgbClr val="606060"/>
                </a:solidFill>
                <a:latin typeface="Calibri"/>
                <a:cs typeface="Calibri"/>
              </a:rPr>
              <a:t>por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21" dirty="0">
                <a:solidFill>
                  <a:srgbClr val="606060"/>
                </a:solidFill>
                <a:latin typeface="Calibri"/>
                <a:cs typeface="Calibri"/>
              </a:rPr>
              <a:t>los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52" dirty="0">
                <a:solidFill>
                  <a:srgbClr val="606060"/>
                </a:solidFill>
                <a:latin typeface="Calibri"/>
                <a:cs typeface="Calibri"/>
              </a:rPr>
              <a:t>respondentes”</a:t>
            </a:r>
            <a:endParaRPr sz="2062" dirty="0">
              <a:latin typeface="Calibri"/>
              <a:cs typeface="Calibri"/>
            </a:endParaRPr>
          </a:p>
          <a:p>
            <a:pPr marL="1328086">
              <a:spcBef>
                <a:spcPts val="1149"/>
              </a:spcBef>
            </a:pPr>
            <a:r>
              <a:rPr sz="2062" i="1" spc="-136" dirty="0">
                <a:solidFill>
                  <a:srgbClr val="606060"/>
                </a:solidFill>
                <a:latin typeface="Calibri"/>
                <a:cs typeface="Calibri"/>
              </a:rPr>
              <a:t>“Esta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12" dirty="0">
                <a:solidFill>
                  <a:srgbClr val="606060"/>
                </a:solidFill>
                <a:latin typeface="Calibri"/>
                <a:cs typeface="Calibri"/>
              </a:rPr>
              <a:t>información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puede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15" dirty="0">
                <a:solidFill>
                  <a:srgbClr val="606060"/>
                </a:solidFill>
                <a:latin typeface="Calibri"/>
                <a:cs typeface="Calibri"/>
              </a:rPr>
              <a:t>conducir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52" dirty="0">
                <a:solidFill>
                  <a:srgbClr val="606060"/>
                </a:solidFill>
                <a:latin typeface="Calibri"/>
                <a:cs typeface="Calibri"/>
              </a:rPr>
              <a:t>a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24" dirty="0">
                <a:solidFill>
                  <a:srgbClr val="606060"/>
                </a:solidFill>
                <a:latin typeface="Calibri"/>
                <a:cs typeface="Calibri"/>
              </a:rPr>
              <a:t>reconsiderar</a:t>
            </a:r>
            <a:r>
              <a:rPr sz="2062" i="1" spc="-161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09" dirty="0">
                <a:solidFill>
                  <a:srgbClr val="606060"/>
                </a:solidFill>
                <a:latin typeface="Calibri"/>
                <a:cs typeface="Calibri"/>
              </a:rPr>
              <a:t>el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24" dirty="0">
                <a:solidFill>
                  <a:srgbClr val="606060"/>
                </a:solidFill>
                <a:latin typeface="Calibri"/>
                <a:cs typeface="Calibri"/>
              </a:rPr>
              <a:t>formato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79" dirty="0">
                <a:solidFill>
                  <a:srgbClr val="606060"/>
                </a:solidFill>
                <a:latin typeface="Calibri"/>
                <a:cs typeface="Calibri"/>
              </a:rPr>
              <a:t>de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09" dirty="0">
                <a:solidFill>
                  <a:srgbClr val="606060"/>
                </a:solidFill>
                <a:latin typeface="Calibri"/>
                <a:cs typeface="Calibri"/>
              </a:rPr>
              <a:t>una</a:t>
            </a:r>
            <a:r>
              <a:rPr sz="2062" i="1" spc="-164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62" i="1" spc="-167" dirty="0">
                <a:solidFill>
                  <a:srgbClr val="606060"/>
                </a:solidFill>
                <a:latin typeface="Calibri"/>
                <a:cs typeface="Calibri"/>
              </a:rPr>
              <a:t>prueba”</a:t>
            </a:r>
            <a:endParaRPr sz="2062" dirty="0">
              <a:latin typeface="Calibri"/>
              <a:cs typeface="Calibri"/>
            </a:endParaRPr>
          </a:p>
          <a:p>
            <a:pPr marR="3081" algn="r">
              <a:spcBef>
                <a:spcPts val="506"/>
              </a:spcBef>
            </a:pPr>
            <a:r>
              <a:rPr sz="1637" spc="52" dirty="0">
                <a:solidFill>
                  <a:srgbClr val="606060"/>
                </a:solidFill>
                <a:latin typeface="Calibri"/>
                <a:cs typeface="Calibri"/>
              </a:rPr>
              <a:t>aera,</a:t>
            </a:r>
            <a:r>
              <a:rPr sz="1637" spc="-13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637" spc="-15" dirty="0">
                <a:solidFill>
                  <a:srgbClr val="606060"/>
                </a:solidFill>
                <a:latin typeface="Calibri"/>
                <a:cs typeface="Calibri"/>
              </a:rPr>
              <a:t>apa</a:t>
            </a:r>
            <a:r>
              <a:rPr sz="1637" spc="-103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637" spc="42" dirty="0">
                <a:solidFill>
                  <a:srgbClr val="606060"/>
                </a:solidFill>
                <a:latin typeface="Calibri"/>
                <a:cs typeface="Calibri"/>
              </a:rPr>
              <a:t>y</a:t>
            </a:r>
            <a:r>
              <a:rPr sz="1637" spc="-106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637" spc="-18" dirty="0">
                <a:solidFill>
                  <a:srgbClr val="606060"/>
                </a:solidFill>
                <a:latin typeface="Calibri"/>
                <a:cs typeface="Calibri"/>
              </a:rPr>
              <a:t>ncme</a:t>
            </a:r>
            <a:r>
              <a:rPr sz="1637" spc="-13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455" spc="-64" dirty="0">
                <a:solidFill>
                  <a:srgbClr val="606060"/>
                </a:solidFill>
                <a:latin typeface="Calibri"/>
                <a:cs typeface="Calibri"/>
              </a:rPr>
              <a:t>(2014)</a:t>
            </a:r>
            <a:endParaRPr sz="1455" dirty="0">
              <a:latin typeface="Calibri"/>
              <a:cs typeface="Calibri"/>
            </a:endParaRPr>
          </a:p>
          <a:p>
            <a:pPr marL="394691">
              <a:spcBef>
                <a:spcPts val="952"/>
              </a:spcBef>
            </a:pPr>
            <a:r>
              <a:rPr sz="2213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Ejemplos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procesos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respuesta: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indent="-279942">
              <a:spcBef>
                <a:spcPts val="1395"/>
              </a:spcBef>
              <a:buClr>
                <a:srgbClr val="7C8597"/>
              </a:buClr>
              <a:buSzPct val="75342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13" spc="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Entrevistas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cognitivas,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pensamiento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213" spc="-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voz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-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alta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indent="-279942">
              <a:spcBef>
                <a:spcPts val="1443"/>
              </a:spcBef>
              <a:buClr>
                <a:srgbClr val="7C8597"/>
              </a:buClr>
              <a:buSzPct val="75342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13" spc="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Estudios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2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Eye-tracking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indent="-279942">
              <a:spcBef>
                <a:spcPts val="1443"/>
              </a:spcBef>
              <a:buClr>
                <a:srgbClr val="7C8597"/>
              </a:buClr>
              <a:buSzPct val="75342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13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Datos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registro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procesos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indent="-279942">
              <a:spcBef>
                <a:spcPts val="1395"/>
              </a:spcBef>
              <a:buClr>
                <a:srgbClr val="7C8597"/>
              </a:buClr>
              <a:buSzPct val="75342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13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Tiempos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3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1996" y="2278138"/>
            <a:ext cx="9695926" cy="3186642"/>
          </a:xfrm>
          <a:prstGeom prst="rect">
            <a:avLst/>
          </a:prstGeom>
        </p:spPr>
        <p:txBody>
          <a:bodyPr vert="horz" wrap="square" lIns="0" tIns="192532" rIns="0" bIns="0" rtlCol="0">
            <a:spAutoFit/>
          </a:bodyPr>
          <a:lstStyle/>
          <a:p>
            <a:pPr marL="286873" indent="-279556">
              <a:spcBef>
                <a:spcPts val="1516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¿Están</a:t>
            </a:r>
            <a:r>
              <a:rPr sz="2244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244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estudiantes</a:t>
            </a:r>
            <a:r>
              <a:rPr sz="2244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respondiendo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sz="2244" spc="-15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244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razones</a:t>
            </a:r>
            <a:r>
              <a:rPr sz="2244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244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244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espera?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873" marR="947643" indent="-279556">
              <a:lnSpc>
                <a:spcPts val="2650"/>
              </a:lnSpc>
              <a:spcBef>
                <a:spcPts val="1580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1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¿Qué </a:t>
            </a:r>
            <a:r>
              <a:rPr sz="2244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estrategia </a:t>
            </a:r>
            <a:r>
              <a:rPr sz="2244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 </a:t>
            </a:r>
            <a:r>
              <a:rPr sz="2244" spc="1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usando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244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respondentes </a:t>
            </a:r>
            <a:r>
              <a:rPr sz="2244" spc="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244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resolver </a:t>
            </a:r>
            <a:r>
              <a:rPr sz="2244" spc="-91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2244" spc="-6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problema?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873" marR="3081" indent="-279556">
              <a:lnSpc>
                <a:spcPts val="2650"/>
              </a:lnSpc>
              <a:spcBef>
                <a:spcPts val="1501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¿Elicita </a:t>
            </a:r>
            <a:r>
              <a:rPr sz="2244" spc="-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244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244" spc="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procesos </a:t>
            </a:r>
            <a:r>
              <a:rPr sz="2244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cognitivos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propios </a:t>
            </a:r>
            <a:r>
              <a:rPr sz="2244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 </a:t>
            </a:r>
            <a:r>
              <a:rPr sz="2244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constructo </a:t>
            </a:r>
            <a:r>
              <a:rPr sz="2244" spc="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244" spc="-8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sz="2244" spc="-6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quiere</a:t>
            </a:r>
            <a:r>
              <a:rPr sz="2244" spc="-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medir?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873" marR="381598" indent="-279556">
              <a:lnSpc>
                <a:spcPts val="2650"/>
              </a:lnSpc>
              <a:spcBef>
                <a:spcPts val="1501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286873" algn="l"/>
                <a:tab pos="287257" algn="l"/>
              </a:tabLst>
            </a:pPr>
            <a:r>
              <a:rPr sz="2244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¿Tenemos </a:t>
            </a:r>
            <a:r>
              <a:rPr sz="2244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cobertura </a:t>
            </a:r>
            <a:r>
              <a:rPr sz="2244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todos los </a:t>
            </a:r>
            <a:r>
              <a:rPr sz="2244" spc="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procesos </a:t>
            </a:r>
            <a:r>
              <a:rPr sz="2244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cognitivos </a:t>
            </a:r>
            <a:r>
              <a:rPr sz="2244" spc="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relevantes </a:t>
            </a:r>
            <a:r>
              <a:rPr sz="2244" spc="-6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  </a:t>
            </a:r>
            <a:r>
              <a:rPr sz="2244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constructo</a:t>
            </a:r>
            <a:r>
              <a:rPr sz="2244" spc="-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través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preguntas?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721" y="76136"/>
            <a:ext cx="9517256" cy="1135902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marL="7701">
              <a:lnSpc>
                <a:spcPts val="4369"/>
              </a:lnSpc>
              <a:spcBef>
                <a:spcPts val="58"/>
              </a:spcBef>
            </a:pPr>
            <a:r>
              <a:rPr sz="3699" spc="-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Validez: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lnSpc>
                <a:spcPts val="4369"/>
              </a:lnSpc>
            </a:pPr>
            <a:r>
              <a:rPr sz="3699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3699" spc="-1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4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procesos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4518" y="1255860"/>
            <a:ext cx="8399028" cy="27640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2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721" y="348225"/>
            <a:ext cx="11019393" cy="593346"/>
          </a:xfrm>
          <a:prstGeom prst="rect">
            <a:avLst/>
          </a:prstGeom>
        </p:spPr>
        <p:txBody>
          <a:bodyPr vert="horz" wrap="square" lIns="0" tIns="10012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79"/>
              </a:spcBef>
            </a:pPr>
            <a:r>
              <a:rPr sz="3790" spc="-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Validez:</a:t>
            </a:r>
            <a:r>
              <a:rPr sz="3790" spc="-1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90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3790" spc="-1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90" spc="1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3790" spc="-1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90" spc="1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3790" spc="-1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9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3790" spc="-1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90" spc="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estructura</a:t>
            </a:r>
            <a:r>
              <a:rPr sz="3790" spc="-1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790" spc="-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</a:t>
            </a:r>
            <a:endParaRPr sz="379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0506" y="1669166"/>
            <a:ext cx="1055077" cy="985765"/>
          </a:xfrm>
          <a:custGeom>
            <a:avLst/>
            <a:gdLst/>
            <a:ahLst/>
            <a:cxnLst/>
            <a:rect l="l" t="t" r="r" b="b"/>
            <a:pathLst>
              <a:path w="1739900" h="1625600">
                <a:moveTo>
                  <a:pt x="1662961" y="0"/>
                </a:moveTo>
                <a:lnTo>
                  <a:pt x="76557" y="0"/>
                </a:lnTo>
                <a:lnTo>
                  <a:pt x="36735" y="25400"/>
                </a:lnTo>
                <a:lnTo>
                  <a:pt x="9861" y="76200"/>
                </a:lnTo>
                <a:lnTo>
                  <a:pt x="0" y="114300"/>
                </a:lnTo>
                <a:lnTo>
                  <a:pt x="0" y="1130300"/>
                </a:lnTo>
                <a:lnTo>
                  <a:pt x="9861" y="1181100"/>
                </a:lnTo>
                <a:lnTo>
                  <a:pt x="36735" y="1219200"/>
                </a:lnTo>
                <a:lnTo>
                  <a:pt x="76557" y="1244600"/>
                </a:lnTo>
                <a:lnTo>
                  <a:pt x="125264" y="1257300"/>
                </a:lnTo>
                <a:lnTo>
                  <a:pt x="850837" y="1257300"/>
                </a:lnTo>
                <a:lnTo>
                  <a:pt x="850837" y="1625600"/>
                </a:lnTo>
                <a:lnTo>
                  <a:pt x="883134" y="1625600"/>
                </a:lnTo>
                <a:lnTo>
                  <a:pt x="947010" y="1562100"/>
                </a:lnTo>
                <a:lnTo>
                  <a:pt x="888681" y="1562100"/>
                </a:lnTo>
                <a:lnTo>
                  <a:pt x="888681" y="1231900"/>
                </a:lnTo>
                <a:lnTo>
                  <a:pt x="887192" y="1231900"/>
                </a:lnTo>
                <a:lnTo>
                  <a:pt x="883134" y="1219200"/>
                </a:lnTo>
                <a:lnTo>
                  <a:pt x="125264" y="1219200"/>
                </a:lnTo>
                <a:lnTo>
                  <a:pt x="91265" y="1206500"/>
                </a:lnTo>
                <a:lnTo>
                  <a:pt x="63467" y="1193800"/>
                </a:lnTo>
                <a:lnTo>
                  <a:pt x="44707" y="1168400"/>
                </a:lnTo>
                <a:lnTo>
                  <a:pt x="37823" y="1130300"/>
                </a:lnTo>
                <a:lnTo>
                  <a:pt x="37823" y="114300"/>
                </a:lnTo>
                <a:lnTo>
                  <a:pt x="44705" y="88900"/>
                </a:lnTo>
                <a:lnTo>
                  <a:pt x="63460" y="63500"/>
                </a:lnTo>
                <a:lnTo>
                  <a:pt x="91257" y="38100"/>
                </a:lnTo>
                <a:lnTo>
                  <a:pt x="1709503" y="38100"/>
                </a:lnTo>
                <a:lnTo>
                  <a:pt x="1702784" y="25400"/>
                </a:lnTo>
                <a:lnTo>
                  <a:pt x="1662961" y="0"/>
                </a:lnTo>
                <a:close/>
              </a:path>
              <a:path w="1739900" h="1625600">
                <a:moveTo>
                  <a:pt x="1709503" y="38100"/>
                </a:moveTo>
                <a:lnTo>
                  <a:pt x="1648272" y="38100"/>
                </a:lnTo>
                <a:lnTo>
                  <a:pt x="1676070" y="63500"/>
                </a:lnTo>
                <a:lnTo>
                  <a:pt x="1694829" y="88900"/>
                </a:lnTo>
                <a:lnTo>
                  <a:pt x="1701713" y="114300"/>
                </a:lnTo>
                <a:lnTo>
                  <a:pt x="1701713" y="1130300"/>
                </a:lnTo>
                <a:lnTo>
                  <a:pt x="1694832" y="1168400"/>
                </a:lnTo>
                <a:lnTo>
                  <a:pt x="1676077" y="1193800"/>
                </a:lnTo>
                <a:lnTo>
                  <a:pt x="1648280" y="1206500"/>
                </a:lnTo>
                <a:lnTo>
                  <a:pt x="1614274" y="1219200"/>
                </a:lnTo>
                <a:lnTo>
                  <a:pt x="1232430" y="1219200"/>
                </a:lnTo>
                <a:lnTo>
                  <a:pt x="888681" y="1562100"/>
                </a:lnTo>
                <a:lnTo>
                  <a:pt x="947010" y="1562100"/>
                </a:lnTo>
                <a:lnTo>
                  <a:pt x="1253614" y="1257300"/>
                </a:lnTo>
                <a:lnTo>
                  <a:pt x="1614254" y="1257300"/>
                </a:lnTo>
                <a:lnTo>
                  <a:pt x="1662961" y="1244600"/>
                </a:lnTo>
                <a:lnTo>
                  <a:pt x="1702784" y="1219200"/>
                </a:lnTo>
                <a:lnTo>
                  <a:pt x="1729658" y="1181100"/>
                </a:lnTo>
                <a:lnTo>
                  <a:pt x="1739519" y="1130300"/>
                </a:lnTo>
                <a:lnTo>
                  <a:pt x="1739519" y="114300"/>
                </a:lnTo>
                <a:lnTo>
                  <a:pt x="1729658" y="76200"/>
                </a:lnTo>
                <a:lnTo>
                  <a:pt x="1709503" y="38100"/>
                </a:lnTo>
                <a:close/>
              </a:path>
              <a:path w="1739900" h="1625600">
                <a:moveTo>
                  <a:pt x="774550" y="317500"/>
                </a:moveTo>
                <a:lnTo>
                  <a:pt x="750873" y="317500"/>
                </a:lnTo>
                <a:lnTo>
                  <a:pt x="701707" y="342900"/>
                </a:lnTo>
                <a:lnTo>
                  <a:pt x="655329" y="368300"/>
                </a:lnTo>
                <a:lnTo>
                  <a:pt x="611836" y="406400"/>
                </a:lnTo>
                <a:lnTo>
                  <a:pt x="571326" y="431800"/>
                </a:lnTo>
                <a:lnTo>
                  <a:pt x="533896" y="482600"/>
                </a:lnTo>
                <a:lnTo>
                  <a:pt x="501038" y="520700"/>
                </a:lnTo>
                <a:lnTo>
                  <a:pt x="475410" y="571500"/>
                </a:lnTo>
                <a:lnTo>
                  <a:pt x="457054" y="609600"/>
                </a:lnTo>
                <a:lnTo>
                  <a:pt x="446010" y="660400"/>
                </a:lnTo>
                <a:lnTo>
                  <a:pt x="442320" y="698500"/>
                </a:lnTo>
                <a:lnTo>
                  <a:pt x="445776" y="749300"/>
                </a:lnTo>
                <a:lnTo>
                  <a:pt x="456111" y="800100"/>
                </a:lnTo>
                <a:lnTo>
                  <a:pt x="473273" y="850900"/>
                </a:lnTo>
                <a:lnTo>
                  <a:pt x="497212" y="889000"/>
                </a:lnTo>
                <a:lnTo>
                  <a:pt x="528311" y="914400"/>
                </a:lnTo>
                <a:lnTo>
                  <a:pt x="565416" y="939800"/>
                </a:lnTo>
                <a:lnTo>
                  <a:pt x="608384" y="952500"/>
                </a:lnTo>
                <a:lnTo>
                  <a:pt x="689666" y="952500"/>
                </a:lnTo>
                <a:lnTo>
                  <a:pt x="720143" y="939800"/>
                </a:lnTo>
                <a:lnTo>
                  <a:pt x="748407" y="927100"/>
                </a:lnTo>
                <a:lnTo>
                  <a:pt x="761381" y="914400"/>
                </a:lnTo>
                <a:lnTo>
                  <a:pt x="616668" y="914400"/>
                </a:lnTo>
                <a:lnTo>
                  <a:pt x="581608" y="901700"/>
                </a:lnTo>
                <a:lnTo>
                  <a:pt x="526571" y="863600"/>
                </a:lnTo>
                <a:lnTo>
                  <a:pt x="506317" y="825500"/>
                </a:lnTo>
                <a:lnTo>
                  <a:pt x="491795" y="787400"/>
                </a:lnTo>
                <a:lnTo>
                  <a:pt x="483051" y="749300"/>
                </a:lnTo>
                <a:lnTo>
                  <a:pt x="480126" y="698500"/>
                </a:lnTo>
                <a:lnTo>
                  <a:pt x="485337" y="647700"/>
                </a:lnTo>
                <a:lnTo>
                  <a:pt x="500921" y="596900"/>
                </a:lnTo>
                <a:lnTo>
                  <a:pt x="526808" y="546100"/>
                </a:lnTo>
                <a:lnTo>
                  <a:pt x="562927" y="508000"/>
                </a:lnTo>
                <a:lnTo>
                  <a:pt x="595676" y="469900"/>
                </a:lnTo>
                <a:lnTo>
                  <a:pt x="630949" y="431800"/>
                </a:lnTo>
                <a:lnTo>
                  <a:pt x="668673" y="406400"/>
                </a:lnTo>
                <a:lnTo>
                  <a:pt x="708775" y="381000"/>
                </a:lnTo>
                <a:lnTo>
                  <a:pt x="751182" y="355600"/>
                </a:lnTo>
                <a:lnTo>
                  <a:pt x="794863" y="355600"/>
                </a:lnTo>
                <a:lnTo>
                  <a:pt x="774550" y="317500"/>
                </a:lnTo>
                <a:close/>
              </a:path>
              <a:path w="1739900" h="1625600">
                <a:moveTo>
                  <a:pt x="1196982" y="317500"/>
                </a:moveTo>
                <a:lnTo>
                  <a:pt x="1173305" y="317500"/>
                </a:lnTo>
                <a:lnTo>
                  <a:pt x="1124139" y="342900"/>
                </a:lnTo>
                <a:lnTo>
                  <a:pt x="1077761" y="368300"/>
                </a:lnTo>
                <a:lnTo>
                  <a:pt x="1034269" y="406400"/>
                </a:lnTo>
                <a:lnTo>
                  <a:pt x="993759" y="431800"/>
                </a:lnTo>
                <a:lnTo>
                  <a:pt x="956330" y="482600"/>
                </a:lnTo>
                <a:lnTo>
                  <a:pt x="923471" y="520700"/>
                </a:lnTo>
                <a:lnTo>
                  <a:pt x="897843" y="571500"/>
                </a:lnTo>
                <a:lnTo>
                  <a:pt x="879487" y="609600"/>
                </a:lnTo>
                <a:lnTo>
                  <a:pt x="868443" y="660400"/>
                </a:lnTo>
                <a:lnTo>
                  <a:pt x="864753" y="698500"/>
                </a:lnTo>
                <a:lnTo>
                  <a:pt x="868207" y="749300"/>
                </a:lnTo>
                <a:lnTo>
                  <a:pt x="878536" y="800100"/>
                </a:lnTo>
                <a:lnTo>
                  <a:pt x="895698" y="850900"/>
                </a:lnTo>
                <a:lnTo>
                  <a:pt x="919645" y="889000"/>
                </a:lnTo>
                <a:lnTo>
                  <a:pt x="950742" y="914400"/>
                </a:lnTo>
                <a:lnTo>
                  <a:pt x="987841" y="939800"/>
                </a:lnTo>
                <a:lnTo>
                  <a:pt x="1030808" y="952500"/>
                </a:lnTo>
                <a:lnTo>
                  <a:pt x="1112109" y="952500"/>
                </a:lnTo>
                <a:lnTo>
                  <a:pt x="1142588" y="939800"/>
                </a:lnTo>
                <a:lnTo>
                  <a:pt x="1170842" y="927100"/>
                </a:lnTo>
                <a:lnTo>
                  <a:pt x="1183806" y="914400"/>
                </a:lnTo>
                <a:lnTo>
                  <a:pt x="1039092" y="914400"/>
                </a:lnTo>
                <a:lnTo>
                  <a:pt x="1004033" y="901700"/>
                </a:lnTo>
                <a:lnTo>
                  <a:pt x="949004" y="863600"/>
                </a:lnTo>
                <a:lnTo>
                  <a:pt x="928749" y="825500"/>
                </a:lnTo>
                <a:lnTo>
                  <a:pt x="914228" y="787400"/>
                </a:lnTo>
                <a:lnTo>
                  <a:pt x="905483" y="749300"/>
                </a:lnTo>
                <a:lnTo>
                  <a:pt x="902558" y="698500"/>
                </a:lnTo>
                <a:lnTo>
                  <a:pt x="907769" y="647700"/>
                </a:lnTo>
                <a:lnTo>
                  <a:pt x="923353" y="596900"/>
                </a:lnTo>
                <a:lnTo>
                  <a:pt x="949240" y="546100"/>
                </a:lnTo>
                <a:lnTo>
                  <a:pt x="985360" y="508000"/>
                </a:lnTo>
                <a:lnTo>
                  <a:pt x="1018101" y="469900"/>
                </a:lnTo>
                <a:lnTo>
                  <a:pt x="1053373" y="431800"/>
                </a:lnTo>
                <a:lnTo>
                  <a:pt x="1091100" y="406400"/>
                </a:lnTo>
                <a:lnTo>
                  <a:pt x="1131206" y="381000"/>
                </a:lnTo>
                <a:lnTo>
                  <a:pt x="1173615" y="355600"/>
                </a:lnTo>
                <a:lnTo>
                  <a:pt x="1217286" y="355600"/>
                </a:lnTo>
                <a:lnTo>
                  <a:pt x="1196982" y="317500"/>
                </a:lnTo>
                <a:close/>
              </a:path>
              <a:path w="1739900" h="1625600">
                <a:moveTo>
                  <a:pt x="755973" y="660400"/>
                </a:moveTo>
                <a:lnTo>
                  <a:pt x="562695" y="660400"/>
                </a:lnTo>
                <a:lnTo>
                  <a:pt x="566271" y="673100"/>
                </a:lnTo>
                <a:lnTo>
                  <a:pt x="692523" y="673100"/>
                </a:lnTo>
                <a:lnTo>
                  <a:pt x="708950" y="685800"/>
                </a:lnTo>
                <a:lnTo>
                  <a:pt x="722882" y="685800"/>
                </a:lnTo>
                <a:lnTo>
                  <a:pt x="735374" y="698500"/>
                </a:lnTo>
                <a:lnTo>
                  <a:pt x="746391" y="698500"/>
                </a:lnTo>
                <a:lnTo>
                  <a:pt x="755898" y="711200"/>
                </a:lnTo>
                <a:lnTo>
                  <a:pt x="763649" y="723900"/>
                </a:lnTo>
                <a:lnTo>
                  <a:pt x="770186" y="736600"/>
                </a:lnTo>
                <a:lnTo>
                  <a:pt x="775484" y="736600"/>
                </a:lnTo>
                <a:lnTo>
                  <a:pt x="784928" y="774700"/>
                </a:lnTo>
                <a:lnTo>
                  <a:pt x="786745" y="800100"/>
                </a:lnTo>
                <a:lnTo>
                  <a:pt x="784393" y="825500"/>
                </a:lnTo>
                <a:lnTo>
                  <a:pt x="777289" y="838200"/>
                </a:lnTo>
                <a:lnTo>
                  <a:pt x="765366" y="863600"/>
                </a:lnTo>
                <a:lnTo>
                  <a:pt x="748554" y="876300"/>
                </a:lnTo>
                <a:lnTo>
                  <a:pt x="728226" y="889000"/>
                </a:lnTo>
                <a:lnTo>
                  <a:pt x="706305" y="901700"/>
                </a:lnTo>
                <a:lnTo>
                  <a:pt x="682634" y="914400"/>
                </a:lnTo>
                <a:lnTo>
                  <a:pt x="761381" y="914400"/>
                </a:lnTo>
                <a:lnTo>
                  <a:pt x="796274" y="876300"/>
                </a:lnTo>
                <a:lnTo>
                  <a:pt x="821445" y="825500"/>
                </a:lnTo>
                <a:lnTo>
                  <a:pt x="824609" y="800100"/>
                </a:lnTo>
                <a:lnTo>
                  <a:pt x="824034" y="787400"/>
                </a:lnTo>
                <a:lnTo>
                  <a:pt x="819464" y="749300"/>
                </a:lnTo>
                <a:lnTo>
                  <a:pt x="802652" y="711200"/>
                </a:lnTo>
                <a:lnTo>
                  <a:pt x="770490" y="673100"/>
                </a:lnTo>
                <a:lnTo>
                  <a:pt x="755973" y="660400"/>
                </a:lnTo>
                <a:close/>
              </a:path>
              <a:path w="1739900" h="1625600">
                <a:moveTo>
                  <a:pt x="1178376" y="660400"/>
                </a:moveTo>
                <a:lnTo>
                  <a:pt x="985148" y="660400"/>
                </a:lnTo>
                <a:lnTo>
                  <a:pt x="992318" y="673100"/>
                </a:lnTo>
                <a:lnTo>
                  <a:pt x="1114972" y="673100"/>
                </a:lnTo>
                <a:lnTo>
                  <a:pt x="1131402" y="685800"/>
                </a:lnTo>
                <a:lnTo>
                  <a:pt x="1145325" y="685800"/>
                </a:lnTo>
                <a:lnTo>
                  <a:pt x="1157816" y="698500"/>
                </a:lnTo>
                <a:lnTo>
                  <a:pt x="1168831" y="698500"/>
                </a:lnTo>
                <a:lnTo>
                  <a:pt x="1178330" y="711200"/>
                </a:lnTo>
                <a:lnTo>
                  <a:pt x="1186090" y="723900"/>
                </a:lnTo>
                <a:lnTo>
                  <a:pt x="1192629" y="736600"/>
                </a:lnTo>
                <a:lnTo>
                  <a:pt x="1197928" y="736600"/>
                </a:lnTo>
                <a:lnTo>
                  <a:pt x="1207380" y="774700"/>
                </a:lnTo>
                <a:lnTo>
                  <a:pt x="1209197" y="800100"/>
                </a:lnTo>
                <a:lnTo>
                  <a:pt x="1206842" y="825500"/>
                </a:lnTo>
                <a:lnTo>
                  <a:pt x="1199731" y="838200"/>
                </a:lnTo>
                <a:lnTo>
                  <a:pt x="1187801" y="863600"/>
                </a:lnTo>
                <a:lnTo>
                  <a:pt x="1170986" y="876300"/>
                </a:lnTo>
                <a:lnTo>
                  <a:pt x="1150661" y="889000"/>
                </a:lnTo>
                <a:lnTo>
                  <a:pt x="1128744" y="901700"/>
                </a:lnTo>
                <a:lnTo>
                  <a:pt x="1105074" y="914400"/>
                </a:lnTo>
                <a:lnTo>
                  <a:pt x="1183806" y="914400"/>
                </a:lnTo>
                <a:lnTo>
                  <a:pt x="1218698" y="876300"/>
                </a:lnTo>
                <a:lnTo>
                  <a:pt x="1243878" y="825500"/>
                </a:lnTo>
                <a:lnTo>
                  <a:pt x="1247042" y="800100"/>
                </a:lnTo>
                <a:lnTo>
                  <a:pt x="1246464" y="787400"/>
                </a:lnTo>
                <a:lnTo>
                  <a:pt x="1241880" y="749300"/>
                </a:lnTo>
                <a:lnTo>
                  <a:pt x="1225063" y="711200"/>
                </a:lnTo>
                <a:lnTo>
                  <a:pt x="1192887" y="673100"/>
                </a:lnTo>
                <a:lnTo>
                  <a:pt x="1178376" y="660400"/>
                </a:lnTo>
                <a:close/>
              </a:path>
              <a:path w="1739900" h="1625600">
                <a:moveTo>
                  <a:pt x="794863" y="355600"/>
                </a:moveTo>
                <a:lnTo>
                  <a:pt x="751182" y="355600"/>
                </a:lnTo>
                <a:lnTo>
                  <a:pt x="769234" y="381000"/>
                </a:lnTo>
                <a:lnTo>
                  <a:pt x="727796" y="406400"/>
                </a:lnTo>
                <a:lnTo>
                  <a:pt x="690668" y="431800"/>
                </a:lnTo>
                <a:lnTo>
                  <a:pt x="657951" y="457200"/>
                </a:lnTo>
                <a:lnTo>
                  <a:pt x="629744" y="495300"/>
                </a:lnTo>
                <a:lnTo>
                  <a:pt x="603377" y="520700"/>
                </a:lnTo>
                <a:lnTo>
                  <a:pt x="583168" y="558800"/>
                </a:lnTo>
                <a:lnTo>
                  <a:pt x="569171" y="609600"/>
                </a:lnTo>
                <a:lnTo>
                  <a:pt x="561439" y="647700"/>
                </a:lnTo>
                <a:lnTo>
                  <a:pt x="560936" y="660400"/>
                </a:lnTo>
                <a:lnTo>
                  <a:pt x="739712" y="660400"/>
                </a:lnTo>
                <a:lnTo>
                  <a:pt x="721765" y="647700"/>
                </a:lnTo>
                <a:lnTo>
                  <a:pt x="702219" y="647700"/>
                </a:lnTo>
                <a:lnTo>
                  <a:pt x="680110" y="635000"/>
                </a:lnTo>
                <a:lnTo>
                  <a:pt x="601931" y="635000"/>
                </a:lnTo>
                <a:lnTo>
                  <a:pt x="609891" y="596900"/>
                </a:lnTo>
                <a:lnTo>
                  <a:pt x="621948" y="571500"/>
                </a:lnTo>
                <a:lnTo>
                  <a:pt x="638067" y="546100"/>
                </a:lnTo>
                <a:lnTo>
                  <a:pt x="658214" y="520700"/>
                </a:lnTo>
                <a:lnTo>
                  <a:pt x="687025" y="482600"/>
                </a:lnTo>
                <a:lnTo>
                  <a:pt x="721103" y="457200"/>
                </a:lnTo>
                <a:lnTo>
                  <a:pt x="760319" y="431800"/>
                </a:lnTo>
                <a:lnTo>
                  <a:pt x="804547" y="406400"/>
                </a:lnTo>
                <a:lnTo>
                  <a:pt x="812954" y="406400"/>
                </a:lnTo>
                <a:lnTo>
                  <a:pt x="815950" y="393700"/>
                </a:lnTo>
                <a:lnTo>
                  <a:pt x="815177" y="393700"/>
                </a:lnTo>
                <a:lnTo>
                  <a:pt x="794863" y="355600"/>
                </a:lnTo>
                <a:close/>
              </a:path>
              <a:path w="1739900" h="1625600">
                <a:moveTo>
                  <a:pt x="1217286" y="355600"/>
                </a:moveTo>
                <a:lnTo>
                  <a:pt x="1173615" y="355600"/>
                </a:lnTo>
                <a:lnTo>
                  <a:pt x="1191706" y="381000"/>
                </a:lnTo>
                <a:lnTo>
                  <a:pt x="1150276" y="406400"/>
                </a:lnTo>
                <a:lnTo>
                  <a:pt x="1113147" y="431800"/>
                </a:lnTo>
                <a:lnTo>
                  <a:pt x="1080425" y="457200"/>
                </a:lnTo>
                <a:lnTo>
                  <a:pt x="1052216" y="495300"/>
                </a:lnTo>
                <a:lnTo>
                  <a:pt x="1025857" y="520700"/>
                </a:lnTo>
                <a:lnTo>
                  <a:pt x="1005647" y="558800"/>
                </a:lnTo>
                <a:lnTo>
                  <a:pt x="991644" y="609600"/>
                </a:lnTo>
                <a:lnTo>
                  <a:pt x="983910" y="647700"/>
                </a:lnTo>
                <a:lnTo>
                  <a:pt x="983407" y="660400"/>
                </a:lnTo>
                <a:lnTo>
                  <a:pt x="1162123" y="660400"/>
                </a:lnTo>
                <a:lnTo>
                  <a:pt x="1144178" y="647700"/>
                </a:lnTo>
                <a:lnTo>
                  <a:pt x="1124633" y="647700"/>
                </a:lnTo>
                <a:lnTo>
                  <a:pt x="1102524" y="635000"/>
                </a:lnTo>
                <a:lnTo>
                  <a:pt x="1024344" y="635000"/>
                </a:lnTo>
                <a:lnTo>
                  <a:pt x="1032304" y="596900"/>
                </a:lnTo>
                <a:lnTo>
                  <a:pt x="1044361" y="571500"/>
                </a:lnTo>
                <a:lnTo>
                  <a:pt x="1060480" y="546100"/>
                </a:lnTo>
                <a:lnTo>
                  <a:pt x="1080627" y="520700"/>
                </a:lnTo>
                <a:lnTo>
                  <a:pt x="1109441" y="482600"/>
                </a:lnTo>
                <a:lnTo>
                  <a:pt x="1143523" y="457200"/>
                </a:lnTo>
                <a:lnTo>
                  <a:pt x="1182740" y="431800"/>
                </a:lnTo>
                <a:lnTo>
                  <a:pt x="1226960" y="406400"/>
                </a:lnTo>
                <a:lnTo>
                  <a:pt x="1235387" y="406400"/>
                </a:lnTo>
                <a:lnTo>
                  <a:pt x="1238364" y="393700"/>
                </a:lnTo>
                <a:lnTo>
                  <a:pt x="1237590" y="393700"/>
                </a:lnTo>
                <a:lnTo>
                  <a:pt x="1217286" y="3556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824518" y="1084422"/>
            <a:ext cx="10589661" cy="4913764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30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28086" marR="89335" algn="just">
              <a:lnSpc>
                <a:spcPts val="2650"/>
              </a:lnSpc>
              <a:spcBef>
                <a:spcPts val="1834"/>
              </a:spcBef>
            </a:pPr>
            <a:r>
              <a:rPr sz="2213" i="1" spc="-179" dirty="0">
                <a:solidFill>
                  <a:srgbClr val="606060"/>
                </a:solidFill>
                <a:latin typeface="Calibri"/>
                <a:cs typeface="Calibri"/>
              </a:rPr>
              <a:t>“Un </a:t>
            </a:r>
            <a:r>
              <a:rPr sz="2213" i="1" spc="-100" dirty="0">
                <a:solidFill>
                  <a:srgbClr val="606060"/>
                </a:solidFill>
                <a:latin typeface="Calibri"/>
                <a:cs typeface="Calibri"/>
              </a:rPr>
              <a:t>análisis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213" i="1" spc="-88" dirty="0">
                <a:solidFill>
                  <a:srgbClr val="606060"/>
                </a:solidFill>
                <a:latin typeface="Calibri"/>
                <a:cs typeface="Calibri"/>
              </a:rPr>
              <a:t>la </a:t>
            </a:r>
            <a:r>
              <a:rPr sz="2213" i="1" spc="-103" dirty="0">
                <a:solidFill>
                  <a:srgbClr val="606060"/>
                </a:solidFill>
                <a:latin typeface="Calibri"/>
                <a:cs typeface="Calibri"/>
              </a:rPr>
              <a:t>estructura </a:t>
            </a:r>
            <a:r>
              <a:rPr sz="2213" i="1" spc="-100" dirty="0">
                <a:solidFill>
                  <a:srgbClr val="606060"/>
                </a:solidFill>
                <a:latin typeface="Calibri"/>
                <a:cs typeface="Calibri"/>
              </a:rPr>
              <a:t>interna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una </a:t>
            </a:r>
            <a:r>
              <a:rPr sz="2213" i="1" spc="-139" dirty="0">
                <a:solidFill>
                  <a:srgbClr val="606060"/>
                </a:solidFill>
                <a:latin typeface="Calibri"/>
                <a:cs typeface="Calibri"/>
              </a:rPr>
              <a:t>prueba 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puede </a:t>
            </a:r>
            <a:r>
              <a:rPr sz="2213" i="1" spc="-97" dirty="0">
                <a:solidFill>
                  <a:srgbClr val="606060"/>
                </a:solidFill>
                <a:latin typeface="Calibri"/>
                <a:cs typeface="Calibri"/>
              </a:rPr>
              <a:t>indicar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el </a:t>
            </a:r>
            <a:r>
              <a:rPr sz="2213" i="1" spc="-152" dirty="0">
                <a:solidFill>
                  <a:srgbClr val="606060"/>
                </a:solidFill>
                <a:latin typeface="Calibri"/>
                <a:cs typeface="Calibri"/>
              </a:rPr>
              <a:t>grado </a:t>
            </a:r>
            <a:r>
              <a:rPr sz="2213" i="1" spc="-164" dirty="0">
                <a:solidFill>
                  <a:srgbClr val="606060"/>
                </a:solidFill>
                <a:latin typeface="Calibri"/>
                <a:cs typeface="Calibri"/>
              </a:rPr>
              <a:t>en </a:t>
            </a:r>
            <a:r>
              <a:rPr sz="2213" i="1" spc="-161" dirty="0">
                <a:solidFill>
                  <a:srgbClr val="606060"/>
                </a:solidFill>
                <a:latin typeface="Calibri"/>
                <a:cs typeface="Calibri"/>
              </a:rPr>
              <a:t>que </a:t>
            </a:r>
            <a:r>
              <a:rPr sz="2213" i="1" spc="-88" dirty="0">
                <a:solidFill>
                  <a:srgbClr val="606060"/>
                </a:solidFill>
                <a:latin typeface="Calibri"/>
                <a:cs typeface="Calibri"/>
              </a:rPr>
              <a:t>la </a:t>
            </a:r>
            <a:r>
              <a:rPr sz="2213" i="1" spc="-121" dirty="0">
                <a:solidFill>
                  <a:srgbClr val="606060"/>
                </a:solidFill>
                <a:latin typeface="Calibri"/>
                <a:cs typeface="Calibri"/>
              </a:rPr>
              <a:t>relación  </a:t>
            </a:r>
            <a:r>
              <a:rPr sz="2213" i="1" spc="-124" dirty="0">
                <a:solidFill>
                  <a:srgbClr val="606060"/>
                </a:solidFill>
                <a:latin typeface="Calibri"/>
                <a:cs typeface="Calibri"/>
              </a:rPr>
              <a:t>entre </a:t>
            </a:r>
            <a:r>
              <a:rPr sz="2213" i="1" spc="-109" dirty="0">
                <a:solidFill>
                  <a:srgbClr val="606060"/>
                </a:solidFill>
                <a:latin typeface="Calibri"/>
                <a:cs typeface="Calibri"/>
              </a:rPr>
              <a:t>las </a:t>
            </a:r>
            <a:r>
              <a:rPr sz="2213" i="1" spc="-130" dirty="0">
                <a:solidFill>
                  <a:srgbClr val="606060"/>
                </a:solidFill>
                <a:latin typeface="Calibri"/>
                <a:cs typeface="Calibri"/>
              </a:rPr>
              <a:t>preguntas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una </a:t>
            </a:r>
            <a:r>
              <a:rPr sz="2213" i="1" spc="-139" dirty="0">
                <a:solidFill>
                  <a:srgbClr val="606060"/>
                </a:solidFill>
                <a:latin typeface="Calibri"/>
                <a:cs typeface="Calibri"/>
              </a:rPr>
              <a:t>prueba </a:t>
            </a:r>
            <a:r>
              <a:rPr sz="2213" i="1" spc="-85" dirty="0">
                <a:solidFill>
                  <a:srgbClr val="606060"/>
                </a:solidFill>
                <a:latin typeface="Calibri"/>
                <a:cs typeface="Calibri"/>
              </a:rPr>
              <a:t>y </a:t>
            </a:r>
            <a:r>
              <a:rPr sz="2213" i="1" spc="-136" dirty="0">
                <a:solidFill>
                  <a:srgbClr val="606060"/>
                </a:solidFill>
                <a:latin typeface="Calibri"/>
                <a:cs typeface="Calibri"/>
              </a:rPr>
              <a:t>sus </a:t>
            </a:r>
            <a:r>
              <a:rPr sz="2213" i="1" spc="-173" dirty="0">
                <a:solidFill>
                  <a:srgbClr val="606060"/>
                </a:solidFill>
                <a:latin typeface="Calibri"/>
                <a:cs typeface="Calibri"/>
              </a:rPr>
              <a:t>demás </a:t>
            </a:r>
            <a:r>
              <a:rPr sz="2213" i="1" spc="-167" dirty="0">
                <a:solidFill>
                  <a:srgbClr val="606060"/>
                </a:solidFill>
                <a:latin typeface="Calibri"/>
                <a:cs typeface="Calibri"/>
              </a:rPr>
              <a:t>componentes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se </a:t>
            </a:r>
            <a:r>
              <a:rPr sz="2213" i="1" spc="-154" dirty="0">
                <a:solidFill>
                  <a:srgbClr val="606060"/>
                </a:solidFill>
                <a:latin typeface="Calibri"/>
                <a:cs typeface="Calibri"/>
              </a:rPr>
              <a:t>adecuan </a:t>
            </a:r>
            <a:r>
              <a:rPr sz="2213" i="1" spc="-88" dirty="0">
                <a:solidFill>
                  <a:srgbClr val="606060"/>
                </a:solidFill>
                <a:latin typeface="Calibri"/>
                <a:cs typeface="Calibri"/>
              </a:rPr>
              <a:t>al </a:t>
            </a:r>
            <a:r>
              <a:rPr sz="2213" i="1" spc="-127" dirty="0">
                <a:solidFill>
                  <a:srgbClr val="606060"/>
                </a:solidFill>
                <a:latin typeface="Calibri"/>
                <a:cs typeface="Calibri"/>
              </a:rPr>
              <a:t>constructo </a:t>
            </a:r>
            <a:r>
              <a:rPr sz="2213" i="1" spc="-164" dirty="0">
                <a:solidFill>
                  <a:srgbClr val="606060"/>
                </a:solidFill>
                <a:latin typeface="Calibri"/>
                <a:cs typeface="Calibri"/>
              </a:rPr>
              <a:t>sobre </a:t>
            </a:r>
            <a:r>
              <a:rPr sz="2213" i="1" spc="-118" dirty="0">
                <a:solidFill>
                  <a:srgbClr val="606060"/>
                </a:solidFill>
                <a:latin typeface="Calibri"/>
                <a:cs typeface="Calibri"/>
              </a:rPr>
              <a:t>el  </a:t>
            </a:r>
            <a:r>
              <a:rPr sz="2213" i="1" spc="-112" dirty="0">
                <a:solidFill>
                  <a:srgbClr val="606060"/>
                </a:solidFill>
                <a:latin typeface="Calibri"/>
                <a:cs typeface="Calibri"/>
              </a:rPr>
              <a:t>cual </a:t>
            </a:r>
            <a:r>
              <a:rPr sz="2213" i="1" spc="-191" dirty="0">
                <a:solidFill>
                  <a:srgbClr val="606060"/>
                </a:solidFill>
                <a:latin typeface="Calibri"/>
                <a:cs typeface="Calibri"/>
              </a:rPr>
              <a:t>se </a:t>
            </a:r>
            <a:r>
              <a:rPr sz="2213" i="1" spc="-149" dirty="0">
                <a:solidFill>
                  <a:srgbClr val="606060"/>
                </a:solidFill>
                <a:latin typeface="Calibri"/>
                <a:cs typeface="Calibri"/>
              </a:rPr>
              <a:t>basan </a:t>
            </a:r>
            <a:r>
              <a:rPr sz="2213" i="1" spc="-109" dirty="0">
                <a:solidFill>
                  <a:srgbClr val="606060"/>
                </a:solidFill>
                <a:latin typeface="Calibri"/>
                <a:cs typeface="Calibri"/>
              </a:rPr>
              <a:t>las</a:t>
            </a:r>
            <a:r>
              <a:rPr sz="2213" i="1" spc="-252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213" i="1" spc="-143" dirty="0">
                <a:solidFill>
                  <a:srgbClr val="606060"/>
                </a:solidFill>
                <a:latin typeface="Calibri"/>
                <a:cs typeface="Calibri"/>
              </a:rPr>
              <a:t>interepretaciones”</a:t>
            </a:r>
            <a:endParaRPr sz="2213" dirty="0">
              <a:latin typeface="Calibri"/>
              <a:cs typeface="Calibri"/>
            </a:endParaRPr>
          </a:p>
          <a:p>
            <a:pPr marR="87410" algn="r">
              <a:spcBef>
                <a:spcPts val="421"/>
              </a:spcBef>
            </a:pPr>
            <a:r>
              <a:rPr sz="1759" spc="55" dirty="0">
                <a:solidFill>
                  <a:srgbClr val="606060"/>
                </a:solidFill>
                <a:latin typeface="Calibri"/>
                <a:cs typeface="Calibri"/>
              </a:rPr>
              <a:t>aera,</a:t>
            </a:r>
            <a:r>
              <a:rPr sz="1759" spc="-14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59" spc="-18" dirty="0">
                <a:solidFill>
                  <a:srgbClr val="606060"/>
                </a:solidFill>
                <a:latin typeface="Calibri"/>
                <a:cs typeface="Calibri"/>
              </a:rPr>
              <a:t>apa</a:t>
            </a:r>
            <a:r>
              <a:rPr sz="1759" spc="-118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59" spc="45" dirty="0">
                <a:solidFill>
                  <a:srgbClr val="606060"/>
                </a:solidFill>
                <a:latin typeface="Calibri"/>
                <a:cs typeface="Calibri"/>
              </a:rPr>
              <a:t>y</a:t>
            </a:r>
            <a:r>
              <a:rPr sz="1759" spc="-115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59" spc="-21" dirty="0">
                <a:solidFill>
                  <a:srgbClr val="606060"/>
                </a:solidFill>
                <a:latin typeface="Calibri"/>
                <a:cs typeface="Calibri"/>
              </a:rPr>
              <a:t>ncme</a:t>
            </a:r>
            <a:r>
              <a:rPr sz="1759" spc="-152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546" spc="-61" dirty="0">
                <a:solidFill>
                  <a:srgbClr val="606060"/>
                </a:solidFill>
                <a:latin typeface="Calibri"/>
                <a:cs typeface="Calibri"/>
              </a:rPr>
              <a:t>(2014)</a:t>
            </a:r>
            <a:endParaRPr sz="1546" dirty="0">
              <a:latin typeface="Calibri"/>
              <a:cs typeface="Calibri"/>
            </a:endParaRPr>
          </a:p>
          <a:p>
            <a:pPr marL="394691" marR="86639">
              <a:lnSpc>
                <a:spcPts val="2201"/>
              </a:lnSpc>
              <a:spcBef>
                <a:spcPts val="1076"/>
              </a:spcBef>
            </a:pPr>
            <a:r>
              <a:rPr sz="1850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tipo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obedece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pregunta: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¿se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comportan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respuestas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1850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850" spc="-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espera?</a:t>
            </a:r>
            <a:endParaRPr sz="18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94691" marR="296499">
              <a:lnSpc>
                <a:spcPts val="2201"/>
              </a:lnSpc>
              <a:spcBef>
                <a:spcPts val="1246"/>
              </a:spcBef>
            </a:pPr>
            <a:r>
              <a:rPr sz="1850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Esto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supone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existencia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-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teoría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1850" spc="-1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constructo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suﬁcientemente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clara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 </a:t>
            </a:r>
            <a:r>
              <a:rPr sz="1850" spc="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poder</a:t>
            </a:r>
            <a:r>
              <a:rPr sz="1850" spc="-1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hacer</a:t>
            </a:r>
            <a:r>
              <a:rPr sz="1850" spc="-1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estas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predicciones.</a:t>
            </a:r>
            <a:endParaRPr sz="18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"/>
              </a:spcBef>
            </a:pPr>
            <a:endParaRPr sz="175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94691">
              <a:spcBef>
                <a:spcPts val="3"/>
              </a:spcBef>
            </a:pPr>
            <a:r>
              <a:rPr sz="1850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Ejemplos</a:t>
            </a:r>
            <a:r>
              <a:rPr sz="1850" spc="-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estructura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-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interna:</a:t>
            </a:r>
            <a:endParaRPr sz="18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94772" marR="3081" indent="-235274">
              <a:lnSpc>
                <a:spcPts val="2201"/>
              </a:lnSpc>
              <a:spcBef>
                <a:spcPts val="1319"/>
              </a:spcBef>
              <a:buClr>
                <a:srgbClr val="7C8597"/>
              </a:buClr>
              <a:buSzPct val="75409"/>
              <a:buFont typeface="Microsoft Sans Serif"/>
              <a:buChar char="◉"/>
              <a:tabLst>
                <a:tab pos="794772" algn="l"/>
                <a:tab pos="795157" algn="l"/>
              </a:tabLst>
            </a:pPr>
            <a:r>
              <a:rPr sz="1850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Evaluación</a:t>
            </a:r>
            <a:r>
              <a:rPr sz="1850" spc="-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estadística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respuestas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recogidas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contrastan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sz="1850" spc="-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-3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parte  </a:t>
            </a:r>
            <a:r>
              <a:rPr sz="1850" spc="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patrones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esperaba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recoger</a:t>
            </a:r>
            <a:r>
              <a:rPr sz="1850" spc="-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850" spc="-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patrones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observan</a:t>
            </a:r>
            <a:r>
              <a:rPr sz="1850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50" spc="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empiricamente.</a:t>
            </a:r>
            <a:endParaRPr sz="18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721" y="76136"/>
            <a:ext cx="7089809" cy="1135902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marL="7701">
              <a:lnSpc>
                <a:spcPts val="4369"/>
              </a:lnSpc>
              <a:spcBef>
                <a:spcPts val="58"/>
              </a:spcBef>
            </a:pPr>
            <a:r>
              <a:rPr sz="3699" spc="-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Validez: </a:t>
            </a:r>
            <a:r>
              <a:rPr sz="3699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3699" spc="-3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lnSpc>
                <a:spcPts val="4369"/>
              </a:lnSpc>
            </a:pPr>
            <a:r>
              <a:rPr sz="3699" spc="14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-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relación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3699" spc="-1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3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otras</a:t>
            </a:r>
            <a:r>
              <a:rPr sz="3699" spc="-27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85264" y="2208530"/>
            <a:ext cx="1055077" cy="985765"/>
          </a:xfrm>
          <a:custGeom>
            <a:avLst/>
            <a:gdLst/>
            <a:ahLst/>
            <a:cxnLst/>
            <a:rect l="l" t="t" r="r" b="b"/>
            <a:pathLst>
              <a:path w="1739900" h="1625600">
                <a:moveTo>
                  <a:pt x="1662962" y="0"/>
                </a:moveTo>
                <a:lnTo>
                  <a:pt x="76558" y="0"/>
                </a:lnTo>
                <a:lnTo>
                  <a:pt x="36735" y="25400"/>
                </a:lnTo>
                <a:lnTo>
                  <a:pt x="9861" y="76200"/>
                </a:lnTo>
                <a:lnTo>
                  <a:pt x="0" y="114300"/>
                </a:lnTo>
                <a:lnTo>
                  <a:pt x="0" y="1130300"/>
                </a:lnTo>
                <a:lnTo>
                  <a:pt x="9861" y="1181100"/>
                </a:lnTo>
                <a:lnTo>
                  <a:pt x="36735" y="1219200"/>
                </a:lnTo>
                <a:lnTo>
                  <a:pt x="76558" y="1244600"/>
                </a:lnTo>
                <a:lnTo>
                  <a:pt x="125265" y="1257300"/>
                </a:lnTo>
                <a:lnTo>
                  <a:pt x="850837" y="1257300"/>
                </a:lnTo>
                <a:lnTo>
                  <a:pt x="850837" y="1625600"/>
                </a:lnTo>
                <a:lnTo>
                  <a:pt x="883135" y="1625600"/>
                </a:lnTo>
                <a:lnTo>
                  <a:pt x="947011" y="1562100"/>
                </a:lnTo>
                <a:lnTo>
                  <a:pt x="888681" y="1562100"/>
                </a:lnTo>
                <a:lnTo>
                  <a:pt x="888681" y="1231900"/>
                </a:lnTo>
                <a:lnTo>
                  <a:pt x="887193" y="1231900"/>
                </a:lnTo>
                <a:lnTo>
                  <a:pt x="883134" y="1219200"/>
                </a:lnTo>
                <a:lnTo>
                  <a:pt x="125265" y="1219200"/>
                </a:lnTo>
                <a:lnTo>
                  <a:pt x="91266" y="1206500"/>
                </a:lnTo>
                <a:lnTo>
                  <a:pt x="63468" y="1193800"/>
                </a:lnTo>
                <a:lnTo>
                  <a:pt x="44708" y="1168400"/>
                </a:lnTo>
                <a:lnTo>
                  <a:pt x="37825" y="1130300"/>
                </a:lnTo>
                <a:lnTo>
                  <a:pt x="37825" y="114300"/>
                </a:lnTo>
                <a:lnTo>
                  <a:pt x="44706" y="88900"/>
                </a:lnTo>
                <a:lnTo>
                  <a:pt x="63461" y="63500"/>
                </a:lnTo>
                <a:lnTo>
                  <a:pt x="91258" y="38100"/>
                </a:lnTo>
                <a:lnTo>
                  <a:pt x="1709503" y="38100"/>
                </a:lnTo>
                <a:lnTo>
                  <a:pt x="1702784" y="25400"/>
                </a:lnTo>
                <a:lnTo>
                  <a:pt x="1662962" y="0"/>
                </a:lnTo>
                <a:close/>
              </a:path>
              <a:path w="1739900" h="1625600">
                <a:moveTo>
                  <a:pt x="1709503" y="38100"/>
                </a:moveTo>
                <a:lnTo>
                  <a:pt x="1648273" y="38100"/>
                </a:lnTo>
                <a:lnTo>
                  <a:pt x="1676071" y="63500"/>
                </a:lnTo>
                <a:lnTo>
                  <a:pt x="1694830" y="88900"/>
                </a:lnTo>
                <a:lnTo>
                  <a:pt x="1701714" y="114300"/>
                </a:lnTo>
                <a:lnTo>
                  <a:pt x="1701714" y="1130300"/>
                </a:lnTo>
                <a:lnTo>
                  <a:pt x="1694833" y="1168400"/>
                </a:lnTo>
                <a:lnTo>
                  <a:pt x="1676078" y="1193800"/>
                </a:lnTo>
                <a:lnTo>
                  <a:pt x="1648281" y="1206500"/>
                </a:lnTo>
                <a:lnTo>
                  <a:pt x="1614274" y="1219200"/>
                </a:lnTo>
                <a:lnTo>
                  <a:pt x="1232430" y="1219200"/>
                </a:lnTo>
                <a:lnTo>
                  <a:pt x="888681" y="1562100"/>
                </a:lnTo>
                <a:lnTo>
                  <a:pt x="947011" y="1562100"/>
                </a:lnTo>
                <a:lnTo>
                  <a:pt x="1253614" y="1257300"/>
                </a:lnTo>
                <a:lnTo>
                  <a:pt x="1614255" y="1257300"/>
                </a:lnTo>
                <a:lnTo>
                  <a:pt x="1662962" y="1244600"/>
                </a:lnTo>
                <a:lnTo>
                  <a:pt x="1702784" y="1219200"/>
                </a:lnTo>
                <a:lnTo>
                  <a:pt x="1729658" y="1181100"/>
                </a:lnTo>
                <a:lnTo>
                  <a:pt x="1739519" y="1130300"/>
                </a:lnTo>
                <a:lnTo>
                  <a:pt x="1739519" y="114300"/>
                </a:lnTo>
                <a:lnTo>
                  <a:pt x="1729658" y="76200"/>
                </a:lnTo>
                <a:lnTo>
                  <a:pt x="1709503" y="38100"/>
                </a:lnTo>
                <a:close/>
              </a:path>
              <a:path w="1739900" h="1625600">
                <a:moveTo>
                  <a:pt x="774550" y="317500"/>
                </a:moveTo>
                <a:lnTo>
                  <a:pt x="750873" y="317500"/>
                </a:lnTo>
                <a:lnTo>
                  <a:pt x="701707" y="342900"/>
                </a:lnTo>
                <a:lnTo>
                  <a:pt x="655329" y="368300"/>
                </a:lnTo>
                <a:lnTo>
                  <a:pt x="611837" y="406400"/>
                </a:lnTo>
                <a:lnTo>
                  <a:pt x="571327" y="431800"/>
                </a:lnTo>
                <a:lnTo>
                  <a:pt x="533897" y="482600"/>
                </a:lnTo>
                <a:lnTo>
                  <a:pt x="501039" y="520700"/>
                </a:lnTo>
                <a:lnTo>
                  <a:pt x="475411" y="571500"/>
                </a:lnTo>
                <a:lnTo>
                  <a:pt x="457055" y="609600"/>
                </a:lnTo>
                <a:lnTo>
                  <a:pt x="446011" y="660400"/>
                </a:lnTo>
                <a:lnTo>
                  <a:pt x="442321" y="698500"/>
                </a:lnTo>
                <a:lnTo>
                  <a:pt x="445777" y="749300"/>
                </a:lnTo>
                <a:lnTo>
                  <a:pt x="456111" y="800100"/>
                </a:lnTo>
                <a:lnTo>
                  <a:pt x="473273" y="850900"/>
                </a:lnTo>
                <a:lnTo>
                  <a:pt x="497213" y="889000"/>
                </a:lnTo>
                <a:lnTo>
                  <a:pt x="528312" y="914400"/>
                </a:lnTo>
                <a:lnTo>
                  <a:pt x="565416" y="939800"/>
                </a:lnTo>
                <a:lnTo>
                  <a:pt x="608384" y="952500"/>
                </a:lnTo>
                <a:lnTo>
                  <a:pt x="689666" y="952500"/>
                </a:lnTo>
                <a:lnTo>
                  <a:pt x="720144" y="939800"/>
                </a:lnTo>
                <a:lnTo>
                  <a:pt x="748407" y="927100"/>
                </a:lnTo>
                <a:lnTo>
                  <a:pt x="761382" y="914400"/>
                </a:lnTo>
                <a:lnTo>
                  <a:pt x="616668" y="914400"/>
                </a:lnTo>
                <a:lnTo>
                  <a:pt x="581608" y="901700"/>
                </a:lnTo>
                <a:lnTo>
                  <a:pt x="526572" y="863600"/>
                </a:lnTo>
                <a:lnTo>
                  <a:pt x="506317" y="825500"/>
                </a:lnTo>
                <a:lnTo>
                  <a:pt x="491796" y="787400"/>
                </a:lnTo>
                <a:lnTo>
                  <a:pt x="483051" y="749300"/>
                </a:lnTo>
                <a:lnTo>
                  <a:pt x="480126" y="698500"/>
                </a:lnTo>
                <a:lnTo>
                  <a:pt x="485337" y="647700"/>
                </a:lnTo>
                <a:lnTo>
                  <a:pt x="500921" y="596900"/>
                </a:lnTo>
                <a:lnTo>
                  <a:pt x="526808" y="546100"/>
                </a:lnTo>
                <a:lnTo>
                  <a:pt x="562928" y="508000"/>
                </a:lnTo>
                <a:lnTo>
                  <a:pt x="595676" y="469900"/>
                </a:lnTo>
                <a:lnTo>
                  <a:pt x="630949" y="431800"/>
                </a:lnTo>
                <a:lnTo>
                  <a:pt x="668673" y="406400"/>
                </a:lnTo>
                <a:lnTo>
                  <a:pt x="708775" y="381000"/>
                </a:lnTo>
                <a:lnTo>
                  <a:pt x="751182" y="355600"/>
                </a:lnTo>
                <a:lnTo>
                  <a:pt x="794863" y="355600"/>
                </a:lnTo>
                <a:lnTo>
                  <a:pt x="774550" y="317500"/>
                </a:lnTo>
                <a:close/>
              </a:path>
              <a:path w="1739900" h="1625600">
                <a:moveTo>
                  <a:pt x="1196983" y="317500"/>
                </a:moveTo>
                <a:lnTo>
                  <a:pt x="1173306" y="317500"/>
                </a:lnTo>
                <a:lnTo>
                  <a:pt x="1124140" y="342900"/>
                </a:lnTo>
                <a:lnTo>
                  <a:pt x="1077762" y="368300"/>
                </a:lnTo>
                <a:lnTo>
                  <a:pt x="1034270" y="406400"/>
                </a:lnTo>
                <a:lnTo>
                  <a:pt x="993760" y="431800"/>
                </a:lnTo>
                <a:lnTo>
                  <a:pt x="956330" y="482600"/>
                </a:lnTo>
                <a:lnTo>
                  <a:pt x="923471" y="520700"/>
                </a:lnTo>
                <a:lnTo>
                  <a:pt x="897843" y="571500"/>
                </a:lnTo>
                <a:lnTo>
                  <a:pt x="879487" y="609600"/>
                </a:lnTo>
                <a:lnTo>
                  <a:pt x="868444" y="660400"/>
                </a:lnTo>
                <a:lnTo>
                  <a:pt x="864753" y="698500"/>
                </a:lnTo>
                <a:lnTo>
                  <a:pt x="868207" y="749300"/>
                </a:lnTo>
                <a:lnTo>
                  <a:pt x="878536" y="800100"/>
                </a:lnTo>
                <a:lnTo>
                  <a:pt x="895698" y="850900"/>
                </a:lnTo>
                <a:lnTo>
                  <a:pt x="919645" y="889000"/>
                </a:lnTo>
                <a:lnTo>
                  <a:pt x="950742" y="914400"/>
                </a:lnTo>
                <a:lnTo>
                  <a:pt x="987842" y="939800"/>
                </a:lnTo>
                <a:lnTo>
                  <a:pt x="1030809" y="952500"/>
                </a:lnTo>
                <a:lnTo>
                  <a:pt x="1112110" y="952500"/>
                </a:lnTo>
                <a:lnTo>
                  <a:pt x="1142589" y="939800"/>
                </a:lnTo>
                <a:lnTo>
                  <a:pt x="1170843" y="927100"/>
                </a:lnTo>
                <a:lnTo>
                  <a:pt x="1183807" y="914400"/>
                </a:lnTo>
                <a:lnTo>
                  <a:pt x="1039093" y="914400"/>
                </a:lnTo>
                <a:lnTo>
                  <a:pt x="1004033" y="901700"/>
                </a:lnTo>
                <a:lnTo>
                  <a:pt x="949004" y="863600"/>
                </a:lnTo>
                <a:lnTo>
                  <a:pt x="928750" y="825500"/>
                </a:lnTo>
                <a:lnTo>
                  <a:pt x="914229" y="787400"/>
                </a:lnTo>
                <a:lnTo>
                  <a:pt x="905484" y="749300"/>
                </a:lnTo>
                <a:lnTo>
                  <a:pt x="902559" y="698500"/>
                </a:lnTo>
                <a:lnTo>
                  <a:pt x="907770" y="647700"/>
                </a:lnTo>
                <a:lnTo>
                  <a:pt x="923354" y="596900"/>
                </a:lnTo>
                <a:lnTo>
                  <a:pt x="949241" y="546100"/>
                </a:lnTo>
                <a:lnTo>
                  <a:pt x="985360" y="508000"/>
                </a:lnTo>
                <a:lnTo>
                  <a:pt x="1018102" y="469900"/>
                </a:lnTo>
                <a:lnTo>
                  <a:pt x="1053374" y="431800"/>
                </a:lnTo>
                <a:lnTo>
                  <a:pt x="1091101" y="406400"/>
                </a:lnTo>
                <a:lnTo>
                  <a:pt x="1131207" y="381000"/>
                </a:lnTo>
                <a:lnTo>
                  <a:pt x="1173615" y="355600"/>
                </a:lnTo>
                <a:lnTo>
                  <a:pt x="1217287" y="355600"/>
                </a:lnTo>
                <a:lnTo>
                  <a:pt x="1196983" y="317500"/>
                </a:lnTo>
                <a:close/>
              </a:path>
              <a:path w="1739900" h="1625600">
                <a:moveTo>
                  <a:pt x="755973" y="660400"/>
                </a:moveTo>
                <a:lnTo>
                  <a:pt x="562695" y="660400"/>
                </a:lnTo>
                <a:lnTo>
                  <a:pt x="566271" y="673100"/>
                </a:lnTo>
                <a:lnTo>
                  <a:pt x="692523" y="673100"/>
                </a:lnTo>
                <a:lnTo>
                  <a:pt x="708951" y="685800"/>
                </a:lnTo>
                <a:lnTo>
                  <a:pt x="722883" y="685800"/>
                </a:lnTo>
                <a:lnTo>
                  <a:pt x="735374" y="698500"/>
                </a:lnTo>
                <a:lnTo>
                  <a:pt x="746391" y="698500"/>
                </a:lnTo>
                <a:lnTo>
                  <a:pt x="755898" y="711200"/>
                </a:lnTo>
                <a:lnTo>
                  <a:pt x="763650" y="723900"/>
                </a:lnTo>
                <a:lnTo>
                  <a:pt x="770187" y="736600"/>
                </a:lnTo>
                <a:lnTo>
                  <a:pt x="775484" y="736600"/>
                </a:lnTo>
                <a:lnTo>
                  <a:pt x="784929" y="774700"/>
                </a:lnTo>
                <a:lnTo>
                  <a:pt x="786746" y="800100"/>
                </a:lnTo>
                <a:lnTo>
                  <a:pt x="784394" y="825500"/>
                </a:lnTo>
                <a:lnTo>
                  <a:pt x="777290" y="838200"/>
                </a:lnTo>
                <a:lnTo>
                  <a:pt x="765366" y="863600"/>
                </a:lnTo>
                <a:lnTo>
                  <a:pt x="748554" y="876300"/>
                </a:lnTo>
                <a:lnTo>
                  <a:pt x="728226" y="889000"/>
                </a:lnTo>
                <a:lnTo>
                  <a:pt x="706305" y="901700"/>
                </a:lnTo>
                <a:lnTo>
                  <a:pt x="682634" y="914400"/>
                </a:lnTo>
                <a:lnTo>
                  <a:pt x="761382" y="914400"/>
                </a:lnTo>
                <a:lnTo>
                  <a:pt x="796274" y="876300"/>
                </a:lnTo>
                <a:lnTo>
                  <a:pt x="821446" y="825500"/>
                </a:lnTo>
                <a:lnTo>
                  <a:pt x="824609" y="800100"/>
                </a:lnTo>
                <a:lnTo>
                  <a:pt x="824034" y="787400"/>
                </a:lnTo>
                <a:lnTo>
                  <a:pt x="819464" y="749300"/>
                </a:lnTo>
                <a:lnTo>
                  <a:pt x="802653" y="711200"/>
                </a:lnTo>
                <a:lnTo>
                  <a:pt x="770491" y="673100"/>
                </a:lnTo>
                <a:lnTo>
                  <a:pt x="755973" y="660400"/>
                </a:lnTo>
                <a:close/>
              </a:path>
              <a:path w="1739900" h="1625600">
                <a:moveTo>
                  <a:pt x="1178377" y="660400"/>
                </a:moveTo>
                <a:lnTo>
                  <a:pt x="985148" y="660400"/>
                </a:lnTo>
                <a:lnTo>
                  <a:pt x="992318" y="673100"/>
                </a:lnTo>
                <a:lnTo>
                  <a:pt x="1114973" y="673100"/>
                </a:lnTo>
                <a:lnTo>
                  <a:pt x="1131403" y="685800"/>
                </a:lnTo>
                <a:lnTo>
                  <a:pt x="1145327" y="685800"/>
                </a:lnTo>
                <a:lnTo>
                  <a:pt x="1157817" y="698500"/>
                </a:lnTo>
                <a:lnTo>
                  <a:pt x="1168832" y="698500"/>
                </a:lnTo>
                <a:lnTo>
                  <a:pt x="1178331" y="711200"/>
                </a:lnTo>
                <a:lnTo>
                  <a:pt x="1186091" y="723900"/>
                </a:lnTo>
                <a:lnTo>
                  <a:pt x="1192629" y="736600"/>
                </a:lnTo>
                <a:lnTo>
                  <a:pt x="1197928" y="736600"/>
                </a:lnTo>
                <a:lnTo>
                  <a:pt x="1207381" y="774700"/>
                </a:lnTo>
                <a:lnTo>
                  <a:pt x="1209198" y="800100"/>
                </a:lnTo>
                <a:lnTo>
                  <a:pt x="1206843" y="825500"/>
                </a:lnTo>
                <a:lnTo>
                  <a:pt x="1199732" y="838200"/>
                </a:lnTo>
                <a:lnTo>
                  <a:pt x="1187802" y="863600"/>
                </a:lnTo>
                <a:lnTo>
                  <a:pt x="1170987" y="876300"/>
                </a:lnTo>
                <a:lnTo>
                  <a:pt x="1150662" y="889000"/>
                </a:lnTo>
                <a:lnTo>
                  <a:pt x="1128745" y="901700"/>
                </a:lnTo>
                <a:lnTo>
                  <a:pt x="1105075" y="914400"/>
                </a:lnTo>
                <a:lnTo>
                  <a:pt x="1183807" y="914400"/>
                </a:lnTo>
                <a:lnTo>
                  <a:pt x="1218699" y="876300"/>
                </a:lnTo>
                <a:lnTo>
                  <a:pt x="1243878" y="825500"/>
                </a:lnTo>
                <a:lnTo>
                  <a:pt x="1247042" y="800100"/>
                </a:lnTo>
                <a:lnTo>
                  <a:pt x="1246464" y="787400"/>
                </a:lnTo>
                <a:lnTo>
                  <a:pt x="1241881" y="749300"/>
                </a:lnTo>
                <a:lnTo>
                  <a:pt x="1225064" y="711200"/>
                </a:lnTo>
                <a:lnTo>
                  <a:pt x="1192888" y="673100"/>
                </a:lnTo>
                <a:lnTo>
                  <a:pt x="1178377" y="660400"/>
                </a:lnTo>
                <a:close/>
              </a:path>
              <a:path w="1739900" h="1625600">
                <a:moveTo>
                  <a:pt x="794863" y="355600"/>
                </a:moveTo>
                <a:lnTo>
                  <a:pt x="751182" y="355600"/>
                </a:lnTo>
                <a:lnTo>
                  <a:pt x="769235" y="381000"/>
                </a:lnTo>
                <a:lnTo>
                  <a:pt x="727796" y="406400"/>
                </a:lnTo>
                <a:lnTo>
                  <a:pt x="690669" y="431800"/>
                </a:lnTo>
                <a:lnTo>
                  <a:pt x="657952" y="457200"/>
                </a:lnTo>
                <a:lnTo>
                  <a:pt x="629745" y="495300"/>
                </a:lnTo>
                <a:lnTo>
                  <a:pt x="603378" y="520700"/>
                </a:lnTo>
                <a:lnTo>
                  <a:pt x="583169" y="558800"/>
                </a:lnTo>
                <a:lnTo>
                  <a:pt x="569171" y="609600"/>
                </a:lnTo>
                <a:lnTo>
                  <a:pt x="561439" y="647700"/>
                </a:lnTo>
                <a:lnTo>
                  <a:pt x="560936" y="660400"/>
                </a:lnTo>
                <a:lnTo>
                  <a:pt x="739712" y="660400"/>
                </a:lnTo>
                <a:lnTo>
                  <a:pt x="721765" y="647700"/>
                </a:lnTo>
                <a:lnTo>
                  <a:pt x="702220" y="647700"/>
                </a:lnTo>
                <a:lnTo>
                  <a:pt x="680111" y="635000"/>
                </a:lnTo>
                <a:lnTo>
                  <a:pt x="601932" y="635000"/>
                </a:lnTo>
                <a:lnTo>
                  <a:pt x="609891" y="596900"/>
                </a:lnTo>
                <a:lnTo>
                  <a:pt x="621948" y="571500"/>
                </a:lnTo>
                <a:lnTo>
                  <a:pt x="638068" y="546100"/>
                </a:lnTo>
                <a:lnTo>
                  <a:pt x="658215" y="520700"/>
                </a:lnTo>
                <a:lnTo>
                  <a:pt x="687026" y="482600"/>
                </a:lnTo>
                <a:lnTo>
                  <a:pt x="721103" y="457200"/>
                </a:lnTo>
                <a:lnTo>
                  <a:pt x="760319" y="431800"/>
                </a:lnTo>
                <a:lnTo>
                  <a:pt x="804547" y="406400"/>
                </a:lnTo>
                <a:lnTo>
                  <a:pt x="812955" y="406400"/>
                </a:lnTo>
                <a:lnTo>
                  <a:pt x="815951" y="393700"/>
                </a:lnTo>
                <a:lnTo>
                  <a:pt x="815177" y="393700"/>
                </a:lnTo>
                <a:lnTo>
                  <a:pt x="794863" y="355600"/>
                </a:lnTo>
                <a:close/>
              </a:path>
              <a:path w="1739900" h="1625600">
                <a:moveTo>
                  <a:pt x="1217287" y="355600"/>
                </a:moveTo>
                <a:lnTo>
                  <a:pt x="1173615" y="355600"/>
                </a:lnTo>
                <a:lnTo>
                  <a:pt x="1191706" y="381000"/>
                </a:lnTo>
                <a:lnTo>
                  <a:pt x="1150276" y="406400"/>
                </a:lnTo>
                <a:lnTo>
                  <a:pt x="1113147" y="431800"/>
                </a:lnTo>
                <a:lnTo>
                  <a:pt x="1080426" y="457200"/>
                </a:lnTo>
                <a:lnTo>
                  <a:pt x="1052216" y="495300"/>
                </a:lnTo>
                <a:lnTo>
                  <a:pt x="1025857" y="520700"/>
                </a:lnTo>
                <a:lnTo>
                  <a:pt x="1005647" y="558800"/>
                </a:lnTo>
                <a:lnTo>
                  <a:pt x="991645" y="609600"/>
                </a:lnTo>
                <a:lnTo>
                  <a:pt x="983911" y="647700"/>
                </a:lnTo>
                <a:lnTo>
                  <a:pt x="983408" y="660400"/>
                </a:lnTo>
                <a:lnTo>
                  <a:pt x="1162123" y="660400"/>
                </a:lnTo>
                <a:lnTo>
                  <a:pt x="1144178" y="647700"/>
                </a:lnTo>
                <a:lnTo>
                  <a:pt x="1124633" y="647700"/>
                </a:lnTo>
                <a:lnTo>
                  <a:pt x="1102524" y="635000"/>
                </a:lnTo>
                <a:lnTo>
                  <a:pt x="1024345" y="635000"/>
                </a:lnTo>
                <a:lnTo>
                  <a:pt x="1032305" y="596900"/>
                </a:lnTo>
                <a:lnTo>
                  <a:pt x="1044362" y="571500"/>
                </a:lnTo>
                <a:lnTo>
                  <a:pt x="1060481" y="546100"/>
                </a:lnTo>
                <a:lnTo>
                  <a:pt x="1080628" y="520700"/>
                </a:lnTo>
                <a:lnTo>
                  <a:pt x="1109442" y="482600"/>
                </a:lnTo>
                <a:lnTo>
                  <a:pt x="1143524" y="457200"/>
                </a:lnTo>
                <a:lnTo>
                  <a:pt x="1182741" y="431800"/>
                </a:lnTo>
                <a:lnTo>
                  <a:pt x="1226960" y="406400"/>
                </a:lnTo>
                <a:lnTo>
                  <a:pt x="1235387" y="406400"/>
                </a:lnTo>
                <a:lnTo>
                  <a:pt x="1238364" y="393700"/>
                </a:lnTo>
                <a:lnTo>
                  <a:pt x="1237591" y="393700"/>
                </a:lnTo>
                <a:lnTo>
                  <a:pt x="1217287" y="3556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824517" y="1255859"/>
            <a:ext cx="10564632" cy="4700180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30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062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4"/>
              </a:spcBef>
            </a:pP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28086" marR="64691">
              <a:lnSpc>
                <a:spcPct val="100499"/>
              </a:lnSpc>
            </a:pPr>
            <a:r>
              <a:rPr sz="2486" i="1" spc="-139" dirty="0">
                <a:solidFill>
                  <a:srgbClr val="606060"/>
                </a:solidFill>
                <a:latin typeface="Calibri"/>
                <a:cs typeface="Calibri"/>
              </a:rPr>
              <a:t>“El </a:t>
            </a:r>
            <a:r>
              <a:rPr sz="2486" i="1" spc="-112" dirty="0">
                <a:solidFill>
                  <a:srgbClr val="606060"/>
                </a:solidFill>
                <a:latin typeface="Calibri"/>
                <a:cs typeface="Calibri"/>
              </a:rPr>
              <a:t>análisis </a:t>
            </a:r>
            <a:r>
              <a:rPr sz="2486" i="1" spc="-215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486" i="1" spc="-97" dirty="0">
                <a:solidFill>
                  <a:srgbClr val="606060"/>
                </a:solidFill>
                <a:latin typeface="Calibri"/>
                <a:cs typeface="Calibri"/>
              </a:rPr>
              <a:t>la </a:t>
            </a:r>
            <a:r>
              <a:rPr sz="2486" i="1" spc="-136" dirty="0">
                <a:solidFill>
                  <a:srgbClr val="606060"/>
                </a:solidFill>
                <a:latin typeface="Calibri"/>
                <a:cs typeface="Calibri"/>
              </a:rPr>
              <a:t>relación </a:t>
            </a:r>
            <a:r>
              <a:rPr sz="2486" i="1" spc="-215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486" i="1" spc="-146" dirty="0">
                <a:solidFill>
                  <a:srgbClr val="606060"/>
                </a:solidFill>
                <a:latin typeface="Calibri"/>
                <a:cs typeface="Calibri"/>
              </a:rPr>
              <a:t>los resultados </a:t>
            </a:r>
            <a:r>
              <a:rPr sz="2486" i="1" spc="-215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486" i="1" spc="-124" dirty="0">
                <a:solidFill>
                  <a:srgbClr val="606060"/>
                </a:solidFill>
                <a:latin typeface="Calibri"/>
                <a:cs typeface="Calibri"/>
              </a:rPr>
              <a:t>las </a:t>
            </a:r>
            <a:r>
              <a:rPr sz="2486" i="1" spc="-158" dirty="0">
                <a:solidFill>
                  <a:srgbClr val="606060"/>
                </a:solidFill>
                <a:latin typeface="Calibri"/>
                <a:cs typeface="Calibri"/>
              </a:rPr>
              <a:t>pruebas </a:t>
            </a:r>
            <a:r>
              <a:rPr sz="2486" i="1" spc="-188" dirty="0">
                <a:solidFill>
                  <a:srgbClr val="606060"/>
                </a:solidFill>
                <a:latin typeface="Calibri"/>
                <a:cs typeface="Calibri"/>
              </a:rPr>
              <a:t>con </a:t>
            </a:r>
            <a:r>
              <a:rPr sz="2486" i="1" spc="-124" dirty="0">
                <a:solidFill>
                  <a:srgbClr val="606060"/>
                </a:solidFill>
                <a:latin typeface="Calibri"/>
                <a:cs typeface="Calibri"/>
              </a:rPr>
              <a:t>las </a:t>
            </a:r>
            <a:r>
              <a:rPr sz="2486" i="1" spc="-130" dirty="0">
                <a:solidFill>
                  <a:srgbClr val="606060"/>
                </a:solidFill>
                <a:latin typeface="Calibri"/>
                <a:cs typeface="Calibri"/>
              </a:rPr>
              <a:t>variables </a:t>
            </a:r>
            <a:r>
              <a:rPr sz="2486" i="1" spc="-133" dirty="0">
                <a:solidFill>
                  <a:srgbClr val="606060"/>
                </a:solidFill>
                <a:latin typeface="Calibri"/>
                <a:cs typeface="Calibri"/>
              </a:rPr>
              <a:t>externas  </a:t>
            </a:r>
            <a:r>
              <a:rPr sz="2486" i="1" spc="-182" dirty="0">
                <a:solidFill>
                  <a:srgbClr val="606060"/>
                </a:solidFill>
                <a:latin typeface="Calibri"/>
                <a:cs typeface="Calibri"/>
              </a:rPr>
              <a:t>a </a:t>
            </a:r>
            <a:r>
              <a:rPr sz="2486" i="1" spc="-97" dirty="0">
                <a:solidFill>
                  <a:srgbClr val="606060"/>
                </a:solidFill>
                <a:latin typeface="Calibri"/>
                <a:cs typeface="Calibri"/>
              </a:rPr>
              <a:t>la</a:t>
            </a:r>
            <a:r>
              <a:rPr sz="2486" i="1" spc="-452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486" i="1" spc="-158" dirty="0">
                <a:solidFill>
                  <a:srgbClr val="606060"/>
                </a:solidFill>
                <a:latin typeface="Calibri"/>
                <a:cs typeface="Calibri"/>
              </a:rPr>
              <a:t>prueba </a:t>
            </a:r>
            <a:r>
              <a:rPr sz="2486" i="1" spc="-185" dirty="0">
                <a:solidFill>
                  <a:srgbClr val="606060"/>
                </a:solidFill>
                <a:latin typeface="Calibri"/>
                <a:cs typeface="Calibri"/>
              </a:rPr>
              <a:t>proveen </a:t>
            </a:r>
            <a:r>
              <a:rPr sz="2486" i="1" spc="-127" dirty="0">
                <a:solidFill>
                  <a:srgbClr val="606060"/>
                </a:solidFill>
                <a:latin typeface="Calibri"/>
                <a:cs typeface="Calibri"/>
              </a:rPr>
              <a:t>otra </a:t>
            </a:r>
            <a:r>
              <a:rPr sz="2486" i="1" spc="-143" dirty="0">
                <a:solidFill>
                  <a:srgbClr val="606060"/>
                </a:solidFill>
                <a:latin typeface="Calibri"/>
                <a:cs typeface="Calibri"/>
              </a:rPr>
              <a:t>fuente </a:t>
            </a:r>
            <a:r>
              <a:rPr sz="2486" i="1" spc="-136" dirty="0">
                <a:solidFill>
                  <a:srgbClr val="606060"/>
                </a:solidFill>
                <a:latin typeface="Calibri"/>
                <a:cs typeface="Calibri"/>
              </a:rPr>
              <a:t>importante </a:t>
            </a:r>
            <a:r>
              <a:rPr sz="2486" i="1" spc="-215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486" i="1" spc="-149" dirty="0">
                <a:solidFill>
                  <a:srgbClr val="606060"/>
                </a:solidFill>
                <a:latin typeface="Calibri"/>
                <a:cs typeface="Calibri"/>
              </a:rPr>
              <a:t>evidencia </a:t>
            </a:r>
            <a:r>
              <a:rPr sz="2486" i="1" spc="-215" dirty="0">
                <a:solidFill>
                  <a:srgbClr val="606060"/>
                </a:solidFill>
                <a:latin typeface="Calibri"/>
                <a:cs typeface="Calibri"/>
              </a:rPr>
              <a:t>de </a:t>
            </a:r>
            <a:r>
              <a:rPr sz="2486" i="1" spc="-133" dirty="0">
                <a:solidFill>
                  <a:srgbClr val="606060"/>
                </a:solidFill>
                <a:latin typeface="Calibri"/>
                <a:cs typeface="Calibri"/>
              </a:rPr>
              <a:t>validez”</a:t>
            </a:r>
            <a:endParaRPr sz="2486" dirty="0">
              <a:latin typeface="Calibri"/>
              <a:cs typeface="Calibri"/>
            </a:endParaRPr>
          </a:p>
          <a:p>
            <a:pPr marR="62765" algn="r">
              <a:spcBef>
                <a:spcPts val="552"/>
              </a:spcBef>
            </a:pPr>
            <a:r>
              <a:rPr sz="2001" spc="52" dirty="0">
                <a:solidFill>
                  <a:srgbClr val="606060"/>
                </a:solidFill>
                <a:latin typeface="Calibri"/>
                <a:cs typeface="Calibri"/>
              </a:rPr>
              <a:t>aera,</a:t>
            </a:r>
            <a:r>
              <a:rPr sz="2001" spc="-17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01" spc="-30" dirty="0">
                <a:solidFill>
                  <a:srgbClr val="606060"/>
                </a:solidFill>
                <a:latin typeface="Calibri"/>
                <a:cs typeface="Calibri"/>
              </a:rPr>
              <a:t>apa</a:t>
            </a:r>
            <a:r>
              <a:rPr sz="2001" spc="-136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01" spc="39" dirty="0">
                <a:solidFill>
                  <a:srgbClr val="606060"/>
                </a:solidFill>
                <a:latin typeface="Calibri"/>
                <a:cs typeface="Calibri"/>
              </a:rPr>
              <a:t>y</a:t>
            </a:r>
            <a:r>
              <a:rPr sz="2001" spc="-13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01" spc="-36" dirty="0">
                <a:solidFill>
                  <a:srgbClr val="606060"/>
                </a:solidFill>
                <a:latin typeface="Calibri"/>
                <a:cs typeface="Calibri"/>
              </a:rPr>
              <a:t>ncme</a:t>
            </a:r>
            <a:r>
              <a:rPr sz="2001" spc="-176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28" spc="-64" dirty="0">
                <a:solidFill>
                  <a:srgbClr val="606060"/>
                </a:solidFill>
                <a:latin typeface="Calibri"/>
                <a:cs typeface="Calibri"/>
              </a:rPr>
              <a:t>(2014)</a:t>
            </a:r>
            <a:endParaRPr sz="1728" dirty="0">
              <a:latin typeface="Calibri"/>
              <a:cs typeface="Calibri"/>
            </a:endParaRPr>
          </a:p>
          <a:p>
            <a:pPr>
              <a:spcBef>
                <a:spcPts val="33"/>
              </a:spcBef>
            </a:pPr>
            <a:endParaRPr sz="3335" dirty="0">
              <a:latin typeface="Calibri"/>
              <a:cs typeface="Calibri"/>
            </a:endParaRPr>
          </a:p>
          <a:p>
            <a:pPr marL="394691"/>
            <a:r>
              <a:rPr sz="2244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-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relación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otras</a:t>
            </a:r>
            <a:r>
              <a:rPr sz="2244" spc="-1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-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incluye: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marR="861773" indent="-279556">
              <a:lnSpc>
                <a:spcPts val="2650"/>
              </a:lnSpc>
              <a:spcBef>
                <a:spcPts val="1580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44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convergente </a:t>
            </a:r>
            <a:r>
              <a:rPr sz="2244" spc="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sz="2244" spc="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discriminante </a:t>
            </a:r>
            <a:r>
              <a:rPr sz="2244" spc="-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(relación </a:t>
            </a:r>
            <a:r>
              <a:rPr sz="2244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positiva </a:t>
            </a:r>
            <a:r>
              <a:rPr sz="2244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 </a:t>
            </a:r>
            <a:r>
              <a:rPr sz="2244" spc="-27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ciertas  </a:t>
            </a:r>
            <a:r>
              <a:rPr sz="2244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variables</a:t>
            </a:r>
            <a:r>
              <a:rPr sz="2244" spc="-17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244" spc="-1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negativa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-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inexistente</a:t>
            </a:r>
            <a:r>
              <a:rPr sz="2244" spc="-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0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-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otras)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marR="3081" indent="-279556">
              <a:lnSpc>
                <a:spcPts val="2650"/>
              </a:lnSpc>
              <a:spcBef>
                <a:spcPts val="1501"/>
              </a:spcBef>
              <a:buClr>
                <a:srgbClr val="7C8597"/>
              </a:buClr>
              <a:buSzPct val="74324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44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Examinación </a:t>
            </a:r>
            <a:r>
              <a:rPr sz="2244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244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relaciones </a:t>
            </a:r>
            <a:r>
              <a:rPr sz="2244" spc="-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entre la </a:t>
            </a:r>
            <a:r>
              <a:rPr sz="2244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 </a:t>
            </a:r>
            <a:r>
              <a:rPr sz="2244" spc="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sz="2244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2244" spc="-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criterio </a:t>
            </a:r>
            <a:r>
              <a:rPr sz="2244" spc="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externo </a:t>
            </a:r>
            <a:r>
              <a:rPr sz="2244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 </a:t>
            </a:r>
            <a:r>
              <a:rPr sz="2244" spc="-3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medio  </a:t>
            </a:r>
            <a:r>
              <a:rPr sz="2244" spc="1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44" spc="-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diseños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concurrentes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1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244" spc="-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44" spc="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predictivos</a:t>
            </a:r>
            <a:endParaRPr sz="224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721" y="76136"/>
            <a:ext cx="8312388" cy="1135902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marL="7701">
              <a:lnSpc>
                <a:spcPts val="4369"/>
              </a:lnSpc>
              <a:spcBef>
                <a:spcPts val="58"/>
              </a:spcBef>
            </a:pPr>
            <a:r>
              <a:rPr sz="3699" spc="-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Validez: </a:t>
            </a:r>
            <a:r>
              <a:rPr sz="3699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3699" spc="-3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lnSpc>
                <a:spcPts val="4369"/>
              </a:lnSpc>
            </a:pPr>
            <a:r>
              <a:rPr sz="3699" spc="14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3699" spc="-1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consecuencias</a:t>
            </a:r>
            <a:r>
              <a:rPr sz="3699" spc="-1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1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3699" spc="-1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-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3699" spc="-1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99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evaluación</a:t>
            </a:r>
            <a:endParaRPr sz="3699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85264" y="2191278"/>
            <a:ext cx="1055077" cy="985765"/>
          </a:xfrm>
          <a:custGeom>
            <a:avLst/>
            <a:gdLst/>
            <a:ahLst/>
            <a:cxnLst/>
            <a:rect l="l" t="t" r="r" b="b"/>
            <a:pathLst>
              <a:path w="1739900" h="1625600">
                <a:moveTo>
                  <a:pt x="1662962" y="0"/>
                </a:moveTo>
                <a:lnTo>
                  <a:pt x="76558" y="0"/>
                </a:lnTo>
                <a:lnTo>
                  <a:pt x="36735" y="25400"/>
                </a:lnTo>
                <a:lnTo>
                  <a:pt x="9861" y="76200"/>
                </a:lnTo>
                <a:lnTo>
                  <a:pt x="0" y="114300"/>
                </a:lnTo>
                <a:lnTo>
                  <a:pt x="0" y="1130300"/>
                </a:lnTo>
                <a:lnTo>
                  <a:pt x="9861" y="1181100"/>
                </a:lnTo>
                <a:lnTo>
                  <a:pt x="36735" y="1219200"/>
                </a:lnTo>
                <a:lnTo>
                  <a:pt x="76558" y="1244600"/>
                </a:lnTo>
                <a:lnTo>
                  <a:pt x="125265" y="1257300"/>
                </a:lnTo>
                <a:lnTo>
                  <a:pt x="850837" y="1257300"/>
                </a:lnTo>
                <a:lnTo>
                  <a:pt x="850837" y="1625600"/>
                </a:lnTo>
                <a:lnTo>
                  <a:pt x="883135" y="1625600"/>
                </a:lnTo>
                <a:lnTo>
                  <a:pt x="947011" y="1562100"/>
                </a:lnTo>
                <a:lnTo>
                  <a:pt x="888681" y="1562100"/>
                </a:lnTo>
                <a:lnTo>
                  <a:pt x="888681" y="1231900"/>
                </a:lnTo>
                <a:lnTo>
                  <a:pt x="887193" y="1231900"/>
                </a:lnTo>
                <a:lnTo>
                  <a:pt x="883134" y="1219200"/>
                </a:lnTo>
                <a:lnTo>
                  <a:pt x="125265" y="1219200"/>
                </a:lnTo>
                <a:lnTo>
                  <a:pt x="91266" y="1206500"/>
                </a:lnTo>
                <a:lnTo>
                  <a:pt x="63468" y="1193800"/>
                </a:lnTo>
                <a:lnTo>
                  <a:pt x="44708" y="1168400"/>
                </a:lnTo>
                <a:lnTo>
                  <a:pt x="37825" y="1130300"/>
                </a:lnTo>
                <a:lnTo>
                  <a:pt x="37825" y="114300"/>
                </a:lnTo>
                <a:lnTo>
                  <a:pt x="44706" y="88900"/>
                </a:lnTo>
                <a:lnTo>
                  <a:pt x="63461" y="63500"/>
                </a:lnTo>
                <a:lnTo>
                  <a:pt x="91258" y="38100"/>
                </a:lnTo>
                <a:lnTo>
                  <a:pt x="1709503" y="38100"/>
                </a:lnTo>
                <a:lnTo>
                  <a:pt x="1702784" y="25400"/>
                </a:lnTo>
                <a:lnTo>
                  <a:pt x="1662962" y="0"/>
                </a:lnTo>
                <a:close/>
              </a:path>
              <a:path w="1739900" h="1625600">
                <a:moveTo>
                  <a:pt x="1709503" y="38100"/>
                </a:moveTo>
                <a:lnTo>
                  <a:pt x="1648273" y="38100"/>
                </a:lnTo>
                <a:lnTo>
                  <a:pt x="1676071" y="63500"/>
                </a:lnTo>
                <a:lnTo>
                  <a:pt x="1694830" y="88900"/>
                </a:lnTo>
                <a:lnTo>
                  <a:pt x="1701714" y="114300"/>
                </a:lnTo>
                <a:lnTo>
                  <a:pt x="1701714" y="1130300"/>
                </a:lnTo>
                <a:lnTo>
                  <a:pt x="1694833" y="1168400"/>
                </a:lnTo>
                <a:lnTo>
                  <a:pt x="1676078" y="1193800"/>
                </a:lnTo>
                <a:lnTo>
                  <a:pt x="1648281" y="1206500"/>
                </a:lnTo>
                <a:lnTo>
                  <a:pt x="1614274" y="1219200"/>
                </a:lnTo>
                <a:lnTo>
                  <a:pt x="1232430" y="1219200"/>
                </a:lnTo>
                <a:lnTo>
                  <a:pt x="888681" y="1562100"/>
                </a:lnTo>
                <a:lnTo>
                  <a:pt x="947011" y="1562100"/>
                </a:lnTo>
                <a:lnTo>
                  <a:pt x="1253614" y="1257300"/>
                </a:lnTo>
                <a:lnTo>
                  <a:pt x="1614255" y="1257300"/>
                </a:lnTo>
                <a:lnTo>
                  <a:pt x="1662962" y="1244600"/>
                </a:lnTo>
                <a:lnTo>
                  <a:pt x="1702784" y="1219200"/>
                </a:lnTo>
                <a:lnTo>
                  <a:pt x="1729658" y="1181100"/>
                </a:lnTo>
                <a:lnTo>
                  <a:pt x="1739519" y="1130300"/>
                </a:lnTo>
                <a:lnTo>
                  <a:pt x="1739519" y="114300"/>
                </a:lnTo>
                <a:lnTo>
                  <a:pt x="1729658" y="76200"/>
                </a:lnTo>
                <a:lnTo>
                  <a:pt x="1709503" y="38100"/>
                </a:lnTo>
                <a:close/>
              </a:path>
              <a:path w="1739900" h="1625600">
                <a:moveTo>
                  <a:pt x="774550" y="317500"/>
                </a:moveTo>
                <a:lnTo>
                  <a:pt x="750873" y="317500"/>
                </a:lnTo>
                <a:lnTo>
                  <a:pt x="701707" y="342900"/>
                </a:lnTo>
                <a:lnTo>
                  <a:pt x="655329" y="368300"/>
                </a:lnTo>
                <a:lnTo>
                  <a:pt x="611837" y="406400"/>
                </a:lnTo>
                <a:lnTo>
                  <a:pt x="571327" y="431800"/>
                </a:lnTo>
                <a:lnTo>
                  <a:pt x="533897" y="482600"/>
                </a:lnTo>
                <a:lnTo>
                  <a:pt x="501039" y="520700"/>
                </a:lnTo>
                <a:lnTo>
                  <a:pt x="475411" y="571500"/>
                </a:lnTo>
                <a:lnTo>
                  <a:pt x="457055" y="609600"/>
                </a:lnTo>
                <a:lnTo>
                  <a:pt x="446011" y="660400"/>
                </a:lnTo>
                <a:lnTo>
                  <a:pt x="442321" y="698500"/>
                </a:lnTo>
                <a:lnTo>
                  <a:pt x="445777" y="749300"/>
                </a:lnTo>
                <a:lnTo>
                  <a:pt x="456111" y="800100"/>
                </a:lnTo>
                <a:lnTo>
                  <a:pt x="473273" y="850900"/>
                </a:lnTo>
                <a:lnTo>
                  <a:pt x="497213" y="889000"/>
                </a:lnTo>
                <a:lnTo>
                  <a:pt x="528312" y="914400"/>
                </a:lnTo>
                <a:lnTo>
                  <a:pt x="565416" y="939800"/>
                </a:lnTo>
                <a:lnTo>
                  <a:pt x="608384" y="952500"/>
                </a:lnTo>
                <a:lnTo>
                  <a:pt x="689666" y="952500"/>
                </a:lnTo>
                <a:lnTo>
                  <a:pt x="720144" y="939800"/>
                </a:lnTo>
                <a:lnTo>
                  <a:pt x="748407" y="927100"/>
                </a:lnTo>
                <a:lnTo>
                  <a:pt x="761382" y="914400"/>
                </a:lnTo>
                <a:lnTo>
                  <a:pt x="616668" y="914400"/>
                </a:lnTo>
                <a:lnTo>
                  <a:pt x="581608" y="901700"/>
                </a:lnTo>
                <a:lnTo>
                  <a:pt x="526572" y="863600"/>
                </a:lnTo>
                <a:lnTo>
                  <a:pt x="506317" y="825500"/>
                </a:lnTo>
                <a:lnTo>
                  <a:pt x="491796" y="787400"/>
                </a:lnTo>
                <a:lnTo>
                  <a:pt x="483051" y="749300"/>
                </a:lnTo>
                <a:lnTo>
                  <a:pt x="480126" y="698500"/>
                </a:lnTo>
                <a:lnTo>
                  <a:pt x="485337" y="647700"/>
                </a:lnTo>
                <a:lnTo>
                  <a:pt x="500921" y="596900"/>
                </a:lnTo>
                <a:lnTo>
                  <a:pt x="526808" y="546100"/>
                </a:lnTo>
                <a:lnTo>
                  <a:pt x="562928" y="508000"/>
                </a:lnTo>
                <a:lnTo>
                  <a:pt x="595676" y="469900"/>
                </a:lnTo>
                <a:lnTo>
                  <a:pt x="630949" y="431800"/>
                </a:lnTo>
                <a:lnTo>
                  <a:pt x="668673" y="406400"/>
                </a:lnTo>
                <a:lnTo>
                  <a:pt x="708775" y="381000"/>
                </a:lnTo>
                <a:lnTo>
                  <a:pt x="751182" y="355600"/>
                </a:lnTo>
                <a:lnTo>
                  <a:pt x="794863" y="355600"/>
                </a:lnTo>
                <a:lnTo>
                  <a:pt x="774550" y="317500"/>
                </a:lnTo>
                <a:close/>
              </a:path>
              <a:path w="1739900" h="1625600">
                <a:moveTo>
                  <a:pt x="1196983" y="317500"/>
                </a:moveTo>
                <a:lnTo>
                  <a:pt x="1173306" y="317500"/>
                </a:lnTo>
                <a:lnTo>
                  <a:pt x="1124140" y="342900"/>
                </a:lnTo>
                <a:lnTo>
                  <a:pt x="1077762" y="368300"/>
                </a:lnTo>
                <a:lnTo>
                  <a:pt x="1034270" y="406400"/>
                </a:lnTo>
                <a:lnTo>
                  <a:pt x="993760" y="431800"/>
                </a:lnTo>
                <a:lnTo>
                  <a:pt x="956330" y="482600"/>
                </a:lnTo>
                <a:lnTo>
                  <a:pt x="923471" y="520700"/>
                </a:lnTo>
                <a:lnTo>
                  <a:pt x="897843" y="571500"/>
                </a:lnTo>
                <a:lnTo>
                  <a:pt x="879487" y="609600"/>
                </a:lnTo>
                <a:lnTo>
                  <a:pt x="868444" y="660400"/>
                </a:lnTo>
                <a:lnTo>
                  <a:pt x="864753" y="698500"/>
                </a:lnTo>
                <a:lnTo>
                  <a:pt x="868207" y="749300"/>
                </a:lnTo>
                <a:lnTo>
                  <a:pt x="878536" y="800100"/>
                </a:lnTo>
                <a:lnTo>
                  <a:pt x="895698" y="850900"/>
                </a:lnTo>
                <a:lnTo>
                  <a:pt x="919645" y="889000"/>
                </a:lnTo>
                <a:lnTo>
                  <a:pt x="950742" y="914400"/>
                </a:lnTo>
                <a:lnTo>
                  <a:pt x="987842" y="939800"/>
                </a:lnTo>
                <a:lnTo>
                  <a:pt x="1030809" y="952500"/>
                </a:lnTo>
                <a:lnTo>
                  <a:pt x="1112110" y="952500"/>
                </a:lnTo>
                <a:lnTo>
                  <a:pt x="1142589" y="939800"/>
                </a:lnTo>
                <a:lnTo>
                  <a:pt x="1170843" y="927100"/>
                </a:lnTo>
                <a:lnTo>
                  <a:pt x="1183807" y="914400"/>
                </a:lnTo>
                <a:lnTo>
                  <a:pt x="1039093" y="914400"/>
                </a:lnTo>
                <a:lnTo>
                  <a:pt x="1004033" y="901700"/>
                </a:lnTo>
                <a:lnTo>
                  <a:pt x="949004" y="863600"/>
                </a:lnTo>
                <a:lnTo>
                  <a:pt x="928750" y="825500"/>
                </a:lnTo>
                <a:lnTo>
                  <a:pt x="914229" y="787400"/>
                </a:lnTo>
                <a:lnTo>
                  <a:pt x="905484" y="749300"/>
                </a:lnTo>
                <a:lnTo>
                  <a:pt x="902559" y="698500"/>
                </a:lnTo>
                <a:lnTo>
                  <a:pt x="907770" y="647700"/>
                </a:lnTo>
                <a:lnTo>
                  <a:pt x="923354" y="596900"/>
                </a:lnTo>
                <a:lnTo>
                  <a:pt x="949241" y="546100"/>
                </a:lnTo>
                <a:lnTo>
                  <a:pt x="985360" y="508000"/>
                </a:lnTo>
                <a:lnTo>
                  <a:pt x="1018102" y="469900"/>
                </a:lnTo>
                <a:lnTo>
                  <a:pt x="1053374" y="431800"/>
                </a:lnTo>
                <a:lnTo>
                  <a:pt x="1091101" y="406400"/>
                </a:lnTo>
                <a:lnTo>
                  <a:pt x="1131207" y="381000"/>
                </a:lnTo>
                <a:lnTo>
                  <a:pt x="1173615" y="355600"/>
                </a:lnTo>
                <a:lnTo>
                  <a:pt x="1217287" y="355600"/>
                </a:lnTo>
                <a:lnTo>
                  <a:pt x="1196983" y="317500"/>
                </a:lnTo>
                <a:close/>
              </a:path>
              <a:path w="1739900" h="1625600">
                <a:moveTo>
                  <a:pt x="755973" y="660400"/>
                </a:moveTo>
                <a:lnTo>
                  <a:pt x="562695" y="660400"/>
                </a:lnTo>
                <a:lnTo>
                  <a:pt x="566271" y="673100"/>
                </a:lnTo>
                <a:lnTo>
                  <a:pt x="692523" y="673100"/>
                </a:lnTo>
                <a:lnTo>
                  <a:pt x="708951" y="685800"/>
                </a:lnTo>
                <a:lnTo>
                  <a:pt x="722883" y="685800"/>
                </a:lnTo>
                <a:lnTo>
                  <a:pt x="735374" y="698500"/>
                </a:lnTo>
                <a:lnTo>
                  <a:pt x="746391" y="698500"/>
                </a:lnTo>
                <a:lnTo>
                  <a:pt x="755898" y="711200"/>
                </a:lnTo>
                <a:lnTo>
                  <a:pt x="763650" y="723900"/>
                </a:lnTo>
                <a:lnTo>
                  <a:pt x="770187" y="736600"/>
                </a:lnTo>
                <a:lnTo>
                  <a:pt x="775484" y="736600"/>
                </a:lnTo>
                <a:lnTo>
                  <a:pt x="784929" y="774700"/>
                </a:lnTo>
                <a:lnTo>
                  <a:pt x="786746" y="800100"/>
                </a:lnTo>
                <a:lnTo>
                  <a:pt x="784394" y="825500"/>
                </a:lnTo>
                <a:lnTo>
                  <a:pt x="777290" y="838200"/>
                </a:lnTo>
                <a:lnTo>
                  <a:pt x="765366" y="863600"/>
                </a:lnTo>
                <a:lnTo>
                  <a:pt x="748554" y="876300"/>
                </a:lnTo>
                <a:lnTo>
                  <a:pt x="728226" y="889000"/>
                </a:lnTo>
                <a:lnTo>
                  <a:pt x="706305" y="901700"/>
                </a:lnTo>
                <a:lnTo>
                  <a:pt x="682634" y="914400"/>
                </a:lnTo>
                <a:lnTo>
                  <a:pt x="761382" y="914400"/>
                </a:lnTo>
                <a:lnTo>
                  <a:pt x="796274" y="876300"/>
                </a:lnTo>
                <a:lnTo>
                  <a:pt x="821446" y="825500"/>
                </a:lnTo>
                <a:lnTo>
                  <a:pt x="824609" y="800100"/>
                </a:lnTo>
                <a:lnTo>
                  <a:pt x="824034" y="787400"/>
                </a:lnTo>
                <a:lnTo>
                  <a:pt x="819464" y="749300"/>
                </a:lnTo>
                <a:lnTo>
                  <a:pt x="802653" y="711200"/>
                </a:lnTo>
                <a:lnTo>
                  <a:pt x="770491" y="673100"/>
                </a:lnTo>
                <a:lnTo>
                  <a:pt x="755973" y="660400"/>
                </a:lnTo>
                <a:close/>
              </a:path>
              <a:path w="1739900" h="1625600">
                <a:moveTo>
                  <a:pt x="1178377" y="660400"/>
                </a:moveTo>
                <a:lnTo>
                  <a:pt x="985148" y="660400"/>
                </a:lnTo>
                <a:lnTo>
                  <a:pt x="992318" y="673100"/>
                </a:lnTo>
                <a:lnTo>
                  <a:pt x="1114973" y="673100"/>
                </a:lnTo>
                <a:lnTo>
                  <a:pt x="1131403" y="685800"/>
                </a:lnTo>
                <a:lnTo>
                  <a:pt x="1145327" y="685800"/>
                </a:lnTo>
                <a:lnTo>
                  <a:pt x="1157817" y="698500"/>
                </a:lnTo>
                <a:lnTo>
                  <a:pt x="1168832" y="698500"/>
                </a:lnTo>
                <a:lnTo>
                  <a:pt x="1178331" y="711200"/>
                </a:lnTo>
                <a:lnTo>
                  <a:pt x="1186091" y="723900"/>
                </a:lnTo>
                <a:lnTo>
                  <a:pt x="1192629" y="736600"/>
                </a:lnTo>
                <a:lnTo>
                  <a:pt x="1197928" y="736600"/>
                </a:lnTo>
                <a:lnTo>
                  <a:pt x="1207381" y="774700"/>
                </a:lnTo>
                <a:lnTo>
                  <a:pt x="1209198" y="800100"/>
                </a:lnTo>
                <a:lnTo>
                  <a:pt x="1206843" y="825500"/>
                </a:lnTo>
                <a:lnTo>
                  <a:pt x="1199732" y="838200"/>
                </a:lnTo>
                <a:lnTo>
                  <a:pt x="1187802" y="863600"/>
                </a:lnTo>
                <a:lnTo>
                  <a:pt x="1170987" y="876300"/>
                </a:lnTo>
                <a:lnTo>
                  <a:pt x="1150662" y="889000"/>
                </a:lnTo>
                <a:lnTo>
                  <a:pt x="1128745" y="901700"/>
                </a:lnTo>
                <a:lnTo>
                  <a:pt x="1105075" y="914400"/>
                </a:lnTo>
                <a:lnTo>
                  <a:pt x="1183807" y="914400"/>
                </a:lnTo>
                <a:lnTo>
                  <a:pt x="1218699" y="876300"/>
                </a:lnTo>
                <a:lnTo>
                  <a:pt x="1243878" y="825500"/>
                </a:lnTo>
                <a:lnTo>
                  <a:pt x="1247042" y="800100"/>
                </a:lnTo>
                <a:lnTo>
                  <a:pt x="1246464" y="787400"/>
                </a:lnTo>
                <a:lnTo>
                  <a:pt x="1241881" y="749300"/>
                </a:lnTo>
                <a:lnTo>
                  <a:pt x="1225064" y="711200"/>
                </a:lnTo>
                <a:lnTo>
                  <a:pt x="1192888" y="673100"/>
                </a:lnTo>
                <a:lnTo>
                  <a:pt x="1178377" y="660400"/>
                </a:lnTo>
                <a:close/>
              </a:path>
              <a:path w="1739900" h="1625600">
                <a:moveTo>
                  <a:pt x="794863" y="355600"/>
                </a:moveTo>
                <a:lnTo>
                  <a:pt x="751182" y="355600"/>
                </a:lnTo>
                <a:lnTo>
                  <a:pt x="769235" y="381000"/>
                </a:lnTo>
                <a:lnTo>
                  <a:pt x="727796" y="406400"/>
                </a:lnTo>
                <a:lnTo>
                  <a:pt x="690669" y="431800"/>
                </a:lnTo>
                <a:lnTo>
                  <a:pt x="657952" y="457200"/>
                </a:lnTo>
                <a:lnTo>
                  <a:pt x="629745" y="495300"/>
                </a:lnTo>
                <a:lnTo>
                  <a:pt x="603378" y="520700"/>
                </a:lnTo>
                <a:lnTo>
                  <a:pt x="583169" y="558800"/>
                </a:lnTo>
                <a:lnTo>
                  <a:pt x="569171" y="609600"/>
                </a:lnTo>
                <a:lnTo>
                  <a:pt x="561439" y="647700"/>
                </a:lnTo>
                <a:lnTo>
                  <a:pt x="560936" y="660400"/>
                </a:lnTo>
                <a:lnTo>
                  <a:pt x="739712" y="660400"/>
                </a:lnTo>
                <a:lnTo>
                  <a:pt x="721765" y="647700"/>
                </a:lnTo>
                <a:lnTo>
                  <a:pt x="702220" y="647700"/>
                </a:lnTo>
                <a:lnTo>
                  <a:pt x="680111" y="635000"/>
                </a:lnTo>
                <a:lnTo>
                  <a:pt x="601932" y="635000"/>
                </a:lnTo>
                <a:lnTo>
                  <a:pt x="609891" y="596900"/>
                </a:lnTo>
                <a:lnTo>
                  <a:pt x="621948" y="571500"/>
                </a:lnTo>
                <a:lnTo>
                  <a:pt x="638068" y="546100"/>
                </a:lnTo>
                <a:lnTo>
                  <a:pt x="658215" y="520700"/>
                </a:lnTo>
                <a:lnTo>
                  <a:pt x="687026" y="482600"/>
                </a:lnTo>
                <a:lnTo>
                  <a:pt x="721103" y="457200"/>
                </a:lnTo>
                <a:lnTo>
                  <a:pt x="760319" y="431800"/>
                </a:lnTo>
                <a:lnTo>
                  <a:pt x="804547" y="406400"/>
                </a:lnTo>
                <a:lnTo>
                  <a:pt x="812955" y="406400"/>
                </a:lnTo>
                <a:lnTo>
                  <a:pt x="815951" y="393700"/>
                </a:lnTo>
                <a:lnTo>
                  <a:pt x="815177" y="393700"/>
                </a:lnTo>
                <a:lnTo>
                  <a:pt x="794863" y="355600"/>
                </a:lnTo>
                <a:close/>
              </a:path>
              <a:path w="1739900" h="1625600">
                <a:moveTo>
                  <a:pt x="1217287" y="355600"/>
                </a:moveTo>
                <a:lnTo>
                  <a:pt x="1173615" y="355600"/>
                </a:lnTo>
                <a:lnTo>
                  <a:pt x="1191706" y="381000"/>
                </a:lnTo>
                <a:lnTo>
                  <a:pt x="1150276" y="406400"/>
                </a:lnTo>
                <a:lnTo>
                  <a:pt x="1113147" y="431800"/>
                </a:lnTo>
                <a:lnTo>
                  <a:pt x="1080426" y="457200"/>
                </a:lnTo>
                <a:lnTo>
                  <a:pt x="1052216" y="495300"/>
                </a:lnTo>
                <a:lnTo>
                  <a:pt x="1025857" y="520700"/>
                </a:lnTo>
                <a:lnTo>
                  <a:pt x="1005647" y="558800"/>
                </a:lnTo>
                <a:lnTo>
                  <a:pt x="991645" y="609600"/>
                </a:lnTo>
                <a:lnTo>
                  <a:pt x="983911" y="647700"/>
                </a:lnTo>
                <a:lnTo>
                  <a:pt x="983408" y="660400"/>
                </a:lnTo>
                <a:lnTo>
                  <a:pt x="1162123" y="660400"/>
                </a:lnTo>
                <a:lnTo>
                  <a:pt x="1144178" y="647700"/>
                </a:lnTo>
                <a:lnTo>
                  <a:pt x="1124633" y="647700"/>
                </a:lnTo>
                <a:lnTo>
                  <a:pt x="1102524" y="635000"/>
                </a:lnTo>
                <a:lnTo>
                  <a:pt x="1024345" y="635000"/>
                </a:lnTo>
                <a:lnTo>
                  <a:pt x="1032305" y="596900"/>
                </a:lnTo>
                <a:lnTo>
                  <a:pt x="1044362" y="571500"/>
                </a:lnTo>
                <a:lnTo>
                  <a:pt x="1060481" y="546100"/>
                </a:lnTo>
                <a:lnTo>
                  <a:pt x="1080628" y="520700"/>
                </a:lnTo>
                <a:lnTo>
                  <a:pt x="1109442" y="482600"/>
                </a:lnTo>
                <a:lnTo>
                  <a:pt x="1143524" y="457200"/>
                </a:lnTo>
                <a:lnTo>
                  <a:pt x="1182741" y="431800"/>
                </a:lnTo>
                <a:lnTo>
                  <a:pt x="1226960" y="406400"/>
                </a:lnTo>
                <a:lnTo>
                  <a:pt x="1235387" y="406400"/>
                </a:lnTo>
                <a:lnTo>
                  <a:pt x="1238364" y="393700"/>
                </a:lnTo>
                <a:lnTo>
                  <a:pt x="1237591" y="393700"/>
                </a:lnTo>
                <a:lnTo>
                  <a:pt x="1217287" y="3556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" name="object 4"/>
          <p:cNvSpPr txBox="1"/>
          <p:nvPr/>
        </p:nvSpPr>
        <p:spPr>
          <a:xfrm>
            <a:off x="824518" y="1255860"/>
            <a:ext cx="10710186" cy="483938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1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7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30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7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2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062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4"/>
              </a:spcBef>
            </a:pP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28086" marR="210245">
              <a:lnSpc>
                <a:spcPct val="100499"/>
              </a:lnSpc>
              <a:tabLst>
                <a:tab pos="2573383" algn="l"/>
                <a:tab pos="2896451" algn="l"/>
                <a:tab pos="4214140" algn="l"/>
                <a:tab pos="4585342" algn="l"/>
                <a:tab pos="5735528" algn="l"/>
                <a:tab pos="6366648" algn="l"/>
                <a:tab pos="7325072" algn="l"/>
                <a:tab pos="7844524" algn="l"/>
                <a:tab pos="8342797" algn="l"/>
                <a:tab pos="9692061" algn="l"/>
                <a:tab pos="10183788" algn="l"/>
              </a:tabLst>
            </a:pPr>
            <a:r>
              <a:rPr sz="2486" i="1" spc="-197" dirty="0">
                <a:solidFill>
                  <a:srgbClr val="606060"/>
                </a:solidFill>
                <a:latin typeface="Calibri"/>
                <a:cs typeface="Calibri"/>
              </a:rPr>
              <a:t>“</a:t>
            </a:r>
            <a:r>
              <a:rPr sz="2486" i="1" spc="-146" dirty="0">
                <a:solidFill>
                  <a:srgbClr val="606060"/>
                </a:solidFill>
                <a:latin typeface="Calibri"/>
                <a:cs typeface="Calibri"/>
              </a:rPr>
              <a:t>I</a:t>
            </a:r>
            <a:r>
              <a:rPr sz="2486" i="1" spc="-161" dirty="0">
                <a:solidFill>
                  <a:srgbClr val="606060"/>
                </a:solidFill>
                <a:latin typeface="Calibri"/>
                <a:cs typeface="Calibri"/>
              </a:rPr>
              <a:t>n</a:t>
            </a:r>
            <a:r>
              <a:rPr sz="2486" i="1" spc="-130" dirty="0">
                <a:solidFill>
                  <a:srgbClr val="606060"/>
                </a:solidFill>
                <a:latin typeface="Calibri"/>
                <a:cs typeface="Calibri"/>
              </a:rPr>
              <a:t>v</a:t>
            </a:r>
            <a:r>
              <a:rPr sz="2486" i="1" spc="-124" dirty="0">
                <a:solidFill>
                  <a:srgbClr val="606060"/>
                </a:solidFill>
                <a:latin typeface="Calibri"/>
                <a:cs typeface="Calibri"/>
              </a:rPr>
              <a:t>oluc</a:t>
            </a:r>
            <a:r>
              <a:rPr sz="2486" i="1" spc="-127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486" i="1" spc="-182" dirty="0">
                <a:solidFill>
                  <a:srgbClr val="606060"/>
                </a:solidFill>
                <a:latin typeface="Calibri"/>
                <a:cs typeface="Calibri"/>
              </a:rPr>
              <a:t>a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97" dirty="0">
                <a:solidFill>
                  <a:srgbClr val="606060"/>
                </a:solidFill>
                <a:latin typeface="Calibri"/>
                <a:cs typeface="Calibri"/>
              </a:rPr>
              <a:t>la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58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486" i="1" spc="-243" dirty="0">
                <a:solidFill>
                  <a:srgbClr val="606060"/>
                </a:solidFill>
                <a:latin typeface="Calibri"/>
                <a:cs typeface="Calibri"/>
              </a:rPr>
              <a:t>e</a:t>
            </a:r>
            <a:r>
              <a:rPr sz="2486" i="1" spc="-215" dirty="0">
                <a:solidFill>
                  <a:srgbClr val="606060"/>
                </a:solidFill>
                <a:latin typeface="Calibri"/>
                <a:cs typeface="Calibri"/>
              </a:rPr>
              <a:t>c</a:t>
            </a:r>
            <a:r>
              <a:rPr sz="2486" i="1" spc="-179" dirty="0">
                <a:solidFill>
                  <a:srgbClr val="606060"/>
                </a:solidFill>
                <a:latin typeface="Calibri"/>
                <a:cs typeface="Calibri"/>
              </a:rPr>
              <a:t>ole</a:t>
            </a:r>
            <a:r>
              <a:rPr sz="2486" i="1" spc="-185" dirty="0">
                <a:solidFill>
                  <a:srgbClr val="606060"/>
                </a:solidFill>
                <a:latin typeface="Calibri"/>
                <a:cs typeface="Calibri"/>
              </a:rPr>
              <a:t>c</a:t>
            </a:r>
            <a:r>
              <a:rPr sz="2486" i="1" spc="-149" dirty="0">
                <a:solidFill>
                  <a:srgbClr val="606060"/>
                </a:solidFill>
                <a:latin typeface="Calibri"/>
                <a:cs typeface="Calibri"/>
              </a:rPr>
              <a:t>ción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215" dirty="0">
                <a:solidFill>
                  <a:srgbClr val="606060"/>
                </a:solidFill>
                <a:latin typeface="Calibri"/>
                <a:cs typeface="Calibri"/>
              </a:rPr>
              <a:t>de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261" dirty="0">
                <a:solidFill>
                  <a:srgbClr val="606060"/>
                </a:solidFill>
                <a:latin typeface="Calibri"/>
                <a:cs typeface="Calibri"/>
              </a:rPr>
              <a:t>e</a:t>
            </a:r>
            <a:r>
              <a:rPr sz="2486" i="1" spc="-133" dirty="0">
                <a:solidFill>
                  <a:srgbClr val="606060"/>
                </a:solidFill>
                <a:latin typeface="Calibri"/>
                <a:cs typeface="Calibri"/>
              </a:rPr>
              <a:t>videncia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152" dirty="0">
                <a:solidFill>
                  <a:srgbClr val="606060"/>
                </a:solidFill>
                <a:latin typeface="Calibri"/>
                <a:cs typeface="Calibri"/>
              </a:rPr>
              <a:t>pa</a:t>
            </a:r>
            <a:r>
              <a:rPr sz="2486" i="1" spc="-124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486" i="1" spc="-182" dirty="0">
                <a:solidFill>
                  <a:srgbClr val="606060"/>
                </a:solidFill>
                <a:latin typeface="Calibri"/>
                <a:cs typeface="Calibri"/>
              </a:rPr>
              <a:t>a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261" dirty="0">
                <a:solidFill>
                  <a:srgbClr val="606060"/>
                </a:solidFill>
                <a:latin typeface="Calibri"/>
                <a:cs typeface="Calibri"/>
              </a:rPr>
              <a:t>e</a:t>
            </a:r>
            <a:r>
              <a:rPr sz="2486" i="1" spc="-130" dirty="0">
                <a:solidFill>
                  <a:srgbClr val="606060"/>
                </a:solidFill>
                <a:latin typeface="Calibri"/>
                <a:cs typeface="Calibri"/>
              </a:rPr>
              <a:t>v</a:t>
            </a:r>
            <a:r>
              <a:rPr sz="2486" i="1" spc="-103" dirty="0">
                <a:solidFill>
                  <a:srgbClr val="606060"/>
                </a:solidFill>
                <a:latin typeface="Calibri"/>
                <a:cs typeface="Calibri"/>
              </a:rPr>
              <a:t>aluar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179" dirty="0">
                <a:solidFill>
                  <a:srgbClr val="606060"/>
                </a:solidFill>
                <a:latin typeface="Calibri"/>
                <a:cs typeface="Calibri"/>
              </a:rPr>
              <a:t>qué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64" dirty="0">
                <a:solidFill>
                  <a:srgbClr val="606060"/>
                </a:solidFill>
                <a:latin typeface="Calibri"/>
                <a:cs typeface="Calibri"/>
              </a:rPr>
              <a:t>t</a:t>
            </a:r>
            <a:r>
              <a:rPr sz="2486" i="1" spc="-149" dirty="0">
                <a:solidFill>
                  <a:srgbClr val="606060"/>
                </a:solidFill>
                <a:latin typeface="Calibri"/>
                <a:cs typeface="Calibri"/>
              </a:rPr>
              <a:t>an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152" dirty="0">
                <a:solidFill>
                  <a:srgbClr val="606060"/>
                </a:solidFill>
                <a:latin typeface="Calibri"/>
                <a:cs typeface="Calibri"/>
              </a:rPr>
              <a:t>ap</a:t>
            </a:r>
            <a:r>
              <a:rPr sz="2486" i="1" spc="-124" dirty="0">
                <a:solidFill>
                  <a:srgbClr val="606060"/>
                </a:solidFill>
                <a:latin typeface="Calibri"/>
                <a:cs typeface="Calibri"/>
              </a:rPr>
              <a:t>r</a:t>
            </a:r>
            <a:r>
              <a:rPr sz="2486" i="1" spc="-170" dirty="0">
                <a:solidFill>
                  <a:srgbClr val="606060"/>
                </a:solidFill>
                <a:latin typeface="Calibri"/>
                <a:cs typeface="Calibri"/>
              </a:rPr>
              <a:t>opiadas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179" dirty="0">
                <a:solidFill>
                  <a:srgbClr val="606060"/>
                </a:solidFill>
                <a:latin typeface="Calibri"/>
                <a:cs typeface="Calibri"/>
              </a:rPr>
              <a:t>son</a:t>
            </a:r>
            <a:r>
              <a:rPr sz="2486" i="1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486" i="1" spc="-112" dirty="0">
                <a:solidFill>
                  <a:srgbClr val="606060"/>
                </a:solidFill>
                <a:latin typeface="Calibri"/>
                <a:cs typeface="Calibri"/>
              </a:rPr>
              <a:t>las </a:t>
            </a:r>
            <a:r>
              <a:rPr sz="2486" i="1" spc="-76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486" i="1" spc="-143" dirty="0">
                <a:solidFill>
                  <a:srgbClr val="606060"/>
                </a:solidFill>
                <a:latin typeface="Calibri"/>
                <a:cs typeface="Calibri"/>
              </a:rPr>
              <a:t>interpretaciones </a:t>
            </a:r>
            <a:r>
              <a:rPr sz="2486" i="1" spc="-164" dirty="0">
                <a:solidFill>
                  <a:srgbClr val="606060"/>
                </a:solidFill>
                <a:latin typeface="Calibri"/>
                <a:cs typeface="Calibri"/>
              </a:rPr>
              <a:t>propuestas </a:t>
            </a:r>
            <a:r>
              <a:rPr sz="2486" i="1" spc="-152" dirty="0">
                <a:solidFill>
                  <a:srgbClr val="606060"/>
                </a:solidFill>
                <a:latin typeface="Calibri"/>
                <a:cs typeface="Calibri"/>
              </a:rPr>
              <a:t>para </a:t>
            </a:r>
            <a:r>
              <a:rPr sz="2486" i="1" spc="-146" dirty="0">
                <a:solidFill>
                  <a:srgbClr val="606060"/>
                </a:solidFill>
                <a:latin typeface="Calibri"/>
                <a:cs typeface="Calibri"/>
              </a:rPr>
              <a:t>los </a:t>
            </a:r>
            <a:r>
              <a:rPr sz="2486" i="1" spc="-176" dirty="0">
                <a:solidFill>
                  <a:srgbClr val="606060"/>
                </a:solidFill>
                <a:latin typeface="Calibri"/>
                <a:cs typeface="Calibri"/>
              </a:rPr>
              <a:t>usos</a:t>
            </a:r>
            <a:r>
              <a:rPr sz="2486" i="1" spc="-382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486" i="1" spc="-170" dirty="0">
                <a:solidFill>
                  <a:srgbClr val="606060"/>
                </a:solidFill>
                <a:latin typeface="Calibri"/>
                <a:cs typeface="Calibri"/>
              </a:rPr>
              <a:t>intencionados.”</a:t>
            </a:r>
            <a:endParaRPr sz="2486" dirty="0">
              <a:latin typeface="Calibri"/>
              <a:cs typeface="Calibri"/>
            </a:endParaRPr>
          </a:p>
          <a:p>
            <a:pPr marR="208320" algn="r">
              <a:spcBef>
                <a:spcPts val="552"/>
              </a:spcBef>
            </a:pPr>
            <a:r>
              <a:rPr sz="2001" spc="52" dirty="0">
                <a:solidFill>
                  <a:srgbClr val="606060"/>
                </a:solidFill>
                <a:latin typeface="Calibri"/>
                <a:cs typeface="Calibri"/>
              </a:rPr>
              <a:t>aera,</a:t>
            </a:r>
            <a:r>
              <a:rPr sz="2001" spc="-17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01" spc="-30" dirty="0">
                <a:solidFill>
                  <a:srgbClr val="606060"/>
                </a:solidFill>
                <a:latin typeface="Calibri"/>
                <a:cs typeface="Calibri"/>
              </a:rPr>
              <a:t>apa</a:t>
            </a:r>
            <a:r>
              <a:rPr sz="2001" spc="-136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01" spc="39" dirty="0">
                <a:solidFill>
                  <a:srgbClr val="606060"/>
                </a:solidFill>
                <a:latin typeface="Calibri"/>
                <a:cs typeface="Calibri"/>
              </a:rPr>
              <a:t>y</a:t>
            </a:r>
            <a:r>
              <a:rPr sz="2001" spc="-139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001" spc="-36" dirty="0">
                <a:solidFill>
                  <a:srgbClr val="606060"/>
                </a:solidFill>
                <a:latin typeface="Calibri"/>
                <a:cs typeface="Calibri"/>
              </a:rPr>
              <a:t>ncme</a:t>
            </a:r>
            <a:r>
              <a:rPr sz="2001" spc="-176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728" spc="-64" dirty="0">
                <a:solidFill>
                  <a:srgbClr val="606060"/>
                </a:solidFill>
                <a:latin typeface="Calibri"/>
                <a:cs typeface="Calibri"/>
              </a:rPr>
              <a:t>(2014)</a:t>
            </a:r>
            <a:endParaRPr sz="1728" dirty="0">
              <a:latin typeface="Calibri"/>
              <a:cs typeface="Calibri"/>
            </a:endParaRPr>
          </a:p>
          <a:p>
            <a:pPr>
              <a:spcBef>
                <a:spcPts val="21"/>
              </a:spcBef>
            </a:pPr>
            <a:endParaRPr sz="2304" dirty="0">
              <a:latin typeface="Calibri"/>
              <a:cs typeface="Calibri"/>
            </a:endParaRPr>
          </a:p>
          <a:p>
            <a:pPr marL="394691"/>
            <a:r>
              <a:rPr sz="2213" spc="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0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consecuencias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evaluación: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marR="401237" indent="-279556">
              <a:lnSpc>
                <a:spcPts val="2601"/>
              </a:lnSpc>
              <a:spcBef>
                <a:spcPts val="1577"/>
              </a:spcBef>
              <a:buClr>
                <a:srgbClr val="7C8597"/>
              </a:buClr>
              <a:buSzPct val="75342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13" spc="1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Busca </a:t>
            </a:r>
            <a:r>
              <a:rPr sz="2213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distinguir </a:t>
            </a:r>
            <a:r>
              <a:rPr sz="221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entre </a:t>
            </a:r>
            <a:r>
              <a:rPr sz="2213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consecuencias </a:t>
            </a:r>
            <a:r>
              <a:rPr sz="2213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relacionadas </a:t>
            </a:r>
            <a:r>
              <a:rPr sz="2213" spc="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directamente </a:t>
            </a:r>
            <a:r>
              <a:rPr sz="2213" spc="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 </a:t>
            </a:r>
            <a:r>
              <a:rPr sz="2213" spc="-2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 </a:t>
            </a:r>
            <a:r>
              <a:rPr sz="221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interpretación</a:t>
            </a:r>
            <a:r>
              <a:rPr sz="2213" spc="-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213" spc="-1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213" spc="-1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4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aquellas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indirectas</a:t>
            </a:r>
            <a:r>
              <a:rPr sz="2213" spc="-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podrían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-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ocurrir</a:t>
            </a:r>
            <a:r>
              <a:rPr sz="2213" spc="-1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 </a:t>
            </a:r>
            <a:r>
              <a:rPr sz="2213" spc="1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más </a:t>
            </a:r>
            <a:r>
              <a:rPr sz="2213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largo</a:t>
            </a:r>
            <a:r>
              <a:rPr sz="2213" spc="-3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5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plazo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9440" marR="3081" indent="-279556">
              <a:lnSpc>
                <a:spcPts val="2601"/>
              </a:lnSpc>
              <a:spcBef>
                <a:spcPts val="1495"/>
              </a:spcBef>
              <a:buClr>
                <a:srgbClr val="7C8597"/>
              </a:buClr>
              <a:buSzPct val="75342"/>
              <a:buFont typeface="Microsoft Sans Serif"/>
              <a:buChar char="◉"/>
              <a:tabLst>
                <a:tab pos="839440" algn="l"/>
                <a:tab pos="839825" algn="l"/>
              </a:tabLst>
            </a:pPr>
            <a:r>
              <a:rPr sz="2213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Incluye </a:t>
            </a:r>
            <a:r>
              <a:rPr sz="221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213" spc="4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examinación </a:t>
            </a:r>
            <a:r>
              <a:rPr sz="2213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 </a:t>
            </a:r>
            <a:r>
              <a:rPr sz="2213" spc="14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 </a:t>
            </a:r>
            <a:r>
              <a:rPr sz="2213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221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213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práctica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213" spc="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213" spc="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instrumentos,  </a:t>
            </a:r>
            <a:r>
              <a:rPr sz="2213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consecuencias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inesperadas</a:t>
            </a:r>
            <a:r>
              <a:rPr sz="2213" spc="-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213" spc="-1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especulación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basadas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213" spc="-100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teorías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12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213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213" spc="-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acción.</a:t>
            </a:r>
            <a:endParaRPr sz="221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040" y="1863383"/>
            <a:ext cx="11073686" cy="2877945"/>
          </a:xfrm>
          <a:prstGeom prst="rect">
            <a:avLst/>
          </a:prstGeom>
        </p:spPr>
        <p:txBody>
          <a:bodyPr vert="horz" wrap="square" lIns="0" tIns="1478512" rIns="0" bIns="0" rtlCol="0" anchor="ctr">
            <a:spAutoFit/>
          </a:bodyPr>
          <a:lstStyle/>
          <a:p>
            <a:pPr marL="2159824" marR="3081" indent="88565">
              <a:lnSpc>
                <a:spcPts val="5397"/>
              </a:lnSpc>
              <a:spcBef>
                <a:spcPts val="343"/>
              </a:spcBef>
            </a:pPr>
            <a:r>
              <a:rPr sz="4578" b="0" spc="334" dirty="0">
                <a:solidFill>
                  <a:srgbClr val="000000"/>
                </a:solidFill>
                <a:latin typeface="Calibri" panose="020F0502020204030204" pitchFamily="34" charset="0"/>
              </a:rPr>
              <a:t>Segundo </a:t>
            </a:r>
            <a:r>
              <a:rPr sz="4578" b="0" spc="49" dirty="0">
                <a:solidFill>
                  <a:srgbClr val="000000"/>
                </a:solidFill>
                <a:latin typeface="Calibri" panose="020F0502020204030204" pitchFamily="34" charset="0"/>
              </a:rPr>
              <a:t>fundamento:  </a:t>
            </a:r>
            <a:r>
              <a:rPr sz="4578" b="0" spc="73" dirty="0">
                <a:solidFill>
                  <a:srgbClr val="000000"/>
                </a:solidFill>
                <a:latin typeface="Calibri" panose="020F0502020204030204" pitchFamily="34" charset="0"/>
              </a:rPr>
              <a:t>Precisión/conﬁabilidad</a:t>
            </a:r>
            <a:endParaRPr sz="4578" b="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0712" y="1986058"/>
            <a:ext cx="10087922" cy="3421560"/>
          </a:xfrm>
          <a:prstGeom prst="rect">
            <a:avLst/>
          </a:prstGeom>
        </p:spPr>
        <p:txBody>
          <a:bodyPr vert="horz" wrap="square" lIns="0" tIns="22334" rIns="0" bIns="0" rtlCol="0">
            <a:spAutoFit/>
          </a:bodyPr>
          <a:lstStyle/>
          <a:p>
            <a:pPr marL="7701" marR="3081" algn="just">
              <a:lnSpc>
                <a:spcPts val="2352"/>
              </a:lnSpc>
              <a:spcBef>
                <a:spcPts val="176"/>
              </a:spcBef>
            </a:pP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Toda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tiene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2" dirty="0">
                <a:latin typeface="Calibri" panose="020F0502020204030204" pitchFamily="34" charset="0"/>
                <a:cs typeface="Calibri" panose="020F0502020204030204" pitchFamily="34" charset="0"/>
              </a:rPr>
              <a:t>cierto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nivel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200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asociado.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Mientras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4" dirty="0">
                <a:latin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grande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nuestro 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medición,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8" dirty="0">
                <a:latin typeface="Calibri" panose="020F0502020204030204" pitchFamily="34" charset="0"/>
                <a:cs typeface="Calibri" panose="020F0502020204030204" pitchFamily="34" charset="0"/>
              </a:rPr>
              <a:t>mayor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nuestra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incertidumbre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respecto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resultados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dicha 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medición.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algn="just">
              <a:spcBef>
                <a:spcPts val="1874"/>
              </a:spcBef>
            </a:pPr>
            <a:r>
              <a:rPr sz="2001" spc="17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menor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nivel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79" dirty="0">
                <a:latin typeface="Calibri" panose="020F0502020204030204" pitchFamily="34" charset="0"/>
                <a:cs typeface="Calibri" panose="020F0502020204030204" pitchFamily="34" charset="0"/>
              </a:rPr>
              <a:t>error,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1" dirty="0">
                <a:latin typeface="Calibri" panose="020F0502020204030204" pitchFamily="34" charset="0"/>
                <a:cs typeface="Calibri" panose="020F0502020204030204" pitchFamily="34" charset="0"/>
              </a:rPr>
              <a:t>decimos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nuestra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4" dirty="0">
                <a:latin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5" dirty="0">
                <a:latin typeface="Calibri" panose="020F0502020204030204" pitchFamily="34" charset="0"/>
                <a:cs typeface="Calibri" panose="020F0502020204030204" pitchFamily="34" charset="0"/>
              </a:rPr>
              <a:t>precisa.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algn="just">
              <a:spcBef>
                <a:spcPts val="1947"/>
              </a:spcBef>
            </a:pP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pregunta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tiene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79" dirty="0">
                <a:latin typeface="Calibri" panose="020F0502020204030204" pitchFamily="34" charset="0"/>
                <a:cs typeface="Calibri" panose="020F0502020204030204" pitchFamily="34" charset="0"/>
              </a:rPr>
              <a:t>error,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pregunta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dirty="0">
                <a:latin typeface="Calibri" panose="020F0502020204030204" pitchFamily="34" charset="0"/>
                <a:cs typeface="Calibri" panose="020F0502020204030204" pitchFamily="34" charset="0"/>
              </a:rPr>
              <a:t>siempre:</a:t>
            </a:r>
          </a:p>
          <a:p>
            <a:pPr marL="336161" algn="ctr">
              <a:spcBef>
                <a:spcPts val="1950"/>
              </a:spcBef>
            </a:pPr>
            <a:r>
              <a:rPr sz="2001" spc="182" dirty="0">
                <a:latin typeface="Calibri" panose="020F0502020204030204" pitchFamily="34" charset="0"/>
                <a:cs typeface="Calibri" panose="020F0502020204030204" pitchFamily="34" charset="0"/>
              </a:rPr>
              <a:t>¿CUÁN</a:t>
            </a:r>
            <a:r>
              <a:rPr sz="2001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67" dirty="0">
                <a:latin typeface="Calibri" panose="020F0502020204030204" pitchFamily="34" charset="0"/>
                <a:cs typeface="Calibri" panose="020F0502020204030204" pitchFamily="34" charset="0"/>
              </a:rPr>
              <a:t>GRANDE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94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6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6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70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ESTA</a:t>
            </a:r>
            <a:r>
              <a:rPr sz="2001" spc="-1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4" dirty="0">
                <a:latin typeface="Calibri" panose="020F0502020204030204" pitchFamily="34" charset="0"/>
                <a:cs typeface="Calibri" panose="020F0502020204030204" pitchFamily="34" charset="0"/>
              </a:rPr>
              <a:t>MEDICIÓN?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322" algn="ctr">
              <a:spcBef>
                <a:spcPts val="1950"/>
              </a:spcBef>
            </a:pP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bien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552" algn="ctr">
              <a:spcBef>
                <a:spcPts val="1947"/>
              </a:spcBef>
            </a:pPr>
            <a:r>
              <a:rPr sz="2001" spc="161" dirty="0">
                <a:latin typeface="Calibri" panose="020F0502020204030204" pitchFamily="34" charset="0"/>
                <a:cs typeface="Calibri" panose="020F0502020204030204" pitchFamily="34" charset="0"/>
              </a:rPr>
              <a:t>¿QUÉ</a:t>
            </a:r>
            <a:r>
              <a:rPr sz="2001" spc="-1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TAN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0" dirty="0">
                <a:latin typeface="Calibri" panose="020F0502020204030204" pitchFamily="34" charset="0"/>
                <a:cs typeface="Calibri" panose="020F0502020204030204" pitchFamily="34" charset="0"/>
              </a:rPr>
              <a:t>PRECISA</a:t>
            </a:r>
            <a:r>
              <a:rPr sz="2001" spc="-1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94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ESTA</a:t>
            </a:r>
            <a:r>
              <a:rPr sz="2001" spc="-1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4" dirty="0">
                <a:latin typeface="Calibri" panose="020F0502020204030204" pitchFamily="34" charset="0"/>
                <a:cs typeface="Calibri" panose="020F0502020204030204" pitchFamily="34" charset="0"/>
              </a:rPr>
              <a:t>MEDICIÓN?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6187988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-106" dirty="0">
                <a:solidFill>
                  <a:srgbClr val="4E4F52"/>
                </a:solidFill>
                <a:latin typeface="Calibri" panose="020F0502020204030204" pitchFamily="34" charset="0"/>
              </a:rPr>
              <a:t>Error </a:t>
            </a:r>
            <a:r>
              <a:rPr sz="4487" spc="179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4487" spc="-491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73" dirty="0">
                <a:solidFill>
                  <a:srgbClr val="4E4F52"/>
                </a:solidFill>
                <a:latin typeface="Calibri" panose="020F0502020204030204" pitchFamily="34" charset="0"/>
              </a:rPr>
              <a:t>medición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-36" dirty="0">
                <a:solidFill>
                  <a:srgbClr val="919191"/>
                </a:solidFill>
                <a:latin typeface="Calibri" panose="020F0502020204030204" pitchFamily="34" charset="0"/>
              </a:rPr>
              <a:t>error</a:t>
            </a:r>
            <a:r>
              <a:rPr sz="1728" spc="-130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91" dirty="0">
                <a:solidFill>
                  <a:srgbClr val="919191"/>
                </a:solidFill>
                <a:latin typeface="Calibri" panose="020F0502020204030204" pitchFamily="34" charset="0"/>
              </a:rPr>
              <a:t>como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un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Calibri" panose="020F0502020204030204" pitchFamily="34" charset="0"/>
              </a:rPr>
              <a:t>aspecto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siempre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21" dirty="0">
                <a:solidFill>
                  <a:srgbClr val="919191"/>
                </a:solidFill>
                <a:latin typeface="Calibri" panose="020F0502020204030204" pitchFamily="34" charset="0"/>
              </a:rPr>
              <a:t>presente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en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9" dirty="0">
                <a:solidFill>
                  <a:srgbClr val="919191"/>
                </a:solidFill>
                <a:latin typeface="Calibri" panose="020F0502020204030204" pitchFamily="34" charset="0"/>
              </a:rPr>
              <a:t>la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6" dirty="0">
                <a:solidFill>
                  <a:srgbClr val="919191"/>
                </a:solidFill>
                <a:latin typeface="Calibri" panose="020F0502020204030204" pitchFamily="34" charset="0"/>
              </a:rPr>
              <a:t>medición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981200" y="1600202"/>
            <a:ext cx="8229600" cy="892695"/>
          </a:xfrm>
        </p:spPr>
        <p:txBody>
          <a:bodyPr>
            <a:normAutofit/>
          </a:bodyPr>
          <a:lstStyle/>
          <a:p>
            <a:r>
              <a:rPr lang="es-ES" sz="2000" dirty="0">
                <a:cs typeface="CordiaUPC" panose="020B0304020202020204" pitchFamily="34" charset="-34"/>
              </a:rPr>
              <a:t>… de la teoría clásica de test: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E54A-632E-4D37-84FF-6B908DE169FA}" type="slidenum">
              <a:rPr lang="es-ES" sz="1100" smtClean="0">
                <a:cs typeface="CordiaUPC" panose="020B0304020202020204" pitchFamily="34" charset="-34"/>
              </a:rPr>
              <a:pPr/>
              <a:t>64</a:t>
            </a:fld>
            <a:endParaRPr lang="es-ES" sz="1100" dirty="0">
              <a:cs typeface="CordiaUPC" panose="020B0304020202020204" pitchFamily="34" charset="-34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351585" y="2348881"/>
            <a:ext cx="28103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spcBef>
                <a:spcPct val="20000"/>
              </a:spcBef>
            </a:pPr>
            <a:r>
              <a:rPr lang="es-ES" sz="28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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  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</a:rPr>
              <a:t>X =   T +  E</a:t>
            </a:r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3575720" y="2996952"/>
            <a:ext cx="0" cy="108012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CuadroTexto"/>
          <p:cNvSpPr txBox="1"/>
          <p:nvPr/>
        </p:nvSpPr>
        <p:spPr>
          <a:xfrm>
            <a:off x="2711624" y="4149081"/>
            <a:ext cx="18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cs typeface="CordiaUPC" panose="020B0304020202020204" pitchFamily="34" charset="-34"/>
              </a:rPr>
              <a:t>puntaje observado</a:t>
            </a:r>
          </a:p>
        </p:txBody>
      </p:sp>
      <p:cxnSp>
        <p:nvCxnSpPr>
          <p:cNvPr id="11" name="10 Conector recto de flecha"/>
          <p:cNvCxnSpPr/>
          <p:nvPr/>
        </p:nvCxnSpPr>
        <p:spPr>
          <a:xfrm>
            <a:off x="4151784" y="2996952"/>
            <a:ext cx="0" cy="57606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3719736" y="3645025"/>
            <a:ext cx="18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cs typeface="CordiaUPC" panose="020B0304020202020204" pitchFamily="34" charset="-34"/>
              </a:rPr>
              <a:t>puntaje verdadero</a:t>
            </a:r>
          </a:p>
        </p:txBody>
      </p:sp>
      <p:cxnSp>
        <p:nvCxnSpPr>
          <p:cNvPr id="14" name="13 Conector recto de flecha"/>
          <p:cNvCxnSpPr/>
          <p:nvPr/>
        </p:nvCxnSpPr>
        <p:spPr>
          <a:xfrm>
            <a:off x="4655840" y="2996952"/>
            <a:ext cx="0" cy="21602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CuadroTexto"/>
          <p:cNvSpPr txBox="1"/>
          <p:nvPr/>
        </p:nvSpPr>
        <p:spPr>
          <a:xfrm>
            <a:off x="4367808" y="3212978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cs typeface="CordiaUPC" panose="020B0304020202020204" pitchFamily="34" charset="-34"/>
              </a:rPr>
              <a:t>error</a:t>
            </a:r>
          </a:p>
        </p:txBody>
      </p:sp>
      <p:sp>
        <p:nvSpPr>
          <p:cNvPr id="17" name="16 Rectángulo"/>
          <p:cNvSpPr/>
          <p:nvPr/>
        </p:nvSpPr>
        <p:spPr>
          <a:xfrm>
            <a:off x="6384032" y="2348881"/>
            <a:ext cx="328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>
              <a:spcBef>
                <a:spcPct val="20000"/>
              </a:spcBef>
            </a:pPr>
            <a:r>
              <a:rPr lang="es-ES" sz="28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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  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</a:t>
            </a:r>
            <a:r>
              <a:rPr lang="es-ES" sz="2800" i="1" baseline="30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2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</a:rPr>
              <a:t>= 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</a:t>
            </a:r>
            <a:r>
              <a:rPr lang="es-ES" sz="2800" i="1" baseline="30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2</a:t>
            </a:r>
            <a:r>
              <a:rPr lang="es-ES" sz="2800" i="1" baseline="-25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tr.  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</a:rPr>
              <a:t>+  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</a:t>
            </a:r>
            <a:r>
              <a:rPr lang="es-ES" sz="2800" i="1" baseline="30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2</a:t>
            </a:r>
            <a:r>
              <a:rPr lang="es-ES" sz="2800" i="1" baseline="-25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e</a:t>
            </a:r>
            <a:endParaRPr lang="es-ES" sz="2800" i="1" baseline="-25000" dirty="0">
              <a:solidFill>
                <a:srgbClr val="1F497D">
                  <a:lumMod val="50000"/>
                </a:srgbClr>
              </a:solidFill>
              <a:cs typeface="CordiaUPC" panose="020B0304020202020204" pitchFamily="34" charset="-34"/>
            </a:endParaRPr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7608168" y="2996952"/>
            <a:ext cx="0" cy="108012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6744072" y="41490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cs typeface="CordiaUPC" panose="020B0304020202020204" pitchFamily="34" charset="-34"/>
              </a:rPr>
              <a:t>Varianza de la distribución de los puntajes</a:t>
            </a:r>
          </a:p>
        </p:txBody>
      </p:sp>
      <p:cxnSp>
        <p:nvCxnSpPr>
          <p:cNvPr id="20" name="19 Conector recto de flecha"/>
          <p:cNvCxnSpPr/>
          <p:nvPr/>
        </p:nvCxnSpPr>
        <p:spPr>
          <a:xfrm>
            <a:off x="8184232" y="2996952"/>
            <a:ext cx="0" cy="57606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7752184" y="3645025"/>
            <a:ext cx="18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cs typeface="CordiaUPC" panose="020B0304020202020204" pitchFamily="34" charset="-34"/>
              </a:rPr>
              <a:t>varianza  verdadera</a:t>
            </a:r>
          </a:p>
        </p:txBody>
      </p:sp>
      <p:cxnSp>
        <p:nvCxnSpPr>
          <p:cNvPr id="22" name="21 Conector recto de flecha"/>
          <p:cNvCxnSpPr/>
          <p:nvPr/>
        </p:nvCxnSpPr>
        <p:spPr>
          <a:xfrm>
            <a:off x="9192344" y="2996952"/>
            <a:ext cx="0" cy="21602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CuadroTexto"/>
          <p:cNvSpPr txBox="1"/>
          <p:nvPr/>
        </p:nvSpPr>
        <p:spPr>
          <a:xfrm>
            <a:off x="8904312" y="3212978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cs typeface="CordiaUPC" panose="020B0304020202020204" pitchFamily="34" charset="-34"/>
              </a:rPr>
              <a:t>varianza del error</a:t>
            </a:r>
          </a:p>
        </p:txBody>
      </p:sp>
      <p:sp>
        <p:nvSpPr>
          <p:cNvPr id="24" name="2 Marcador de contenido"/>
          <p:cNvSpPr txBox="1">
            <a:spLocks/>
          </p:cNvSpPr>
          <p:nvPr/>
        </p:nvSpPr>
        <p:spPr>
          <a:xfrm>
            <a:off x="1919536" y="4840562"/>
            <a:ext cx="4968552" cy="8926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s-ES" dirty="0">
                <a:solidFill>
                  <a:schemeClr val="tx2">
                    <a:lumMod val="50000"/>
                  </a:schemeClr>
                </a:solidFill>
                <a:cs typeface="CordiaUPC" panose="020B0304020202020204" pitchFamily="34" charset="-34"/>
              </a:rPr>
              <a:t>Confiabilidad: la proporción de la varianza total que se atribuye a la varianza verdadera</a:t>
            </a:r>
          </a:p>
        </p:txBody>
      </p:sp>
      <p:sp>
        <p:nvSpPr>
          <p:cNvPr id="25" name="24 Elipse"/>
          <p:cNvSpPr/>
          <p:nvPr/>
        </p:nvSpPr>
        <p:spPr>
          <a:xfrm>
            <a:off x="8017934" y="2416380"/>
            <a:ext cx="526338" cy="58007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>
              <a:cs typeface="CordiaUPC" panose="020B0304020202020204" pitchFamily="34" charset="-34"/>
            </a:endParaRPr>
          </a:p>
        </p:txBody>
      </p:sp>
      <p:sp>
        <p:nvSpPr>
          <p:cNvPr id="26" name="25 Rectángulo"/>
          <p:cNvSpPr/>
          <p:nvPr/>
        </p:nvSpPr>
        <p:spPr>
          <a:xfrm>
            <a:off x="6362851" y="5085185"/>
            <a:ext cx="25667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>
              <a:spcBef>
                <a:spcPct val="20000"/>
              </a:spcBef>
            </a:pPr>
            <a:r>
              <a:rPr lang="es-ES" sz="28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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  </a:t>
            </a:r>
            <a:r>
              <a:rPr lang="es-ES" sz="2800" i="1" dirty="0" err="1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r</a:t>
            </a:r>
            <a:r>
              <a:rPr lang="es-ES" sz="2800" i="1" baseline="-25000" dirty="0" err="1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Wingdings" pitchFamily="2" charset="2"/>
              </a:rPr>
              <a:t>xx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</a:rPr>
              <a:t>=s</a:t>
            </a:r>
            <a:r>
              <a:rPr lang="es-ES" sz="2800" i="1" baseline="30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2</a:t>
            </a:r>
            <a:r>
              <a:rPr lang="es-ES" sz="2800" i="1" baseline="-25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tr </a:t>
            </a:r>
            <a:r>
              <a:rPr lang="es-ES" sz="2800" b="1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</a:rPr>
              <a:t>/</a:t>
            </a:r>
            <a:r>
              <a:rPr lang="es-ES" sz="2800" i="1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</a:rPr>
              <a:t>s</a:t>
            </a:r>
            <a:r>
              <a:rPr lang="es-ES" sz="2800" i="1" baseline="30000" dirty="0">
                <a:solidFill>
                  <a:srgbClr val="1F497D">
                    <a:lumMod val="50000"/>
                  </a:srgbClr>
                </a:solidFill>
                <a:cs typeface="CordiaUPC" panose="020B0304020202020204" pitchFamily="34" charset="-34"/>
                <a:sym typeface="Symbol"/>
              </a:rPr>
              <a:t>2</a:t>
            </a:r>
            <a:endParaRPr lang="es-ES" sz="2800" i="1" baseline="-25000" dirty="0">
              <a:solidFill>
                <a:srgbClr val="1F497D">
                  <a:lumMod val="50000"/>
                </a:srgbClr>
              </a:solidFill>
              <a:cs typeface="CordiaUPC" panose="020B0304020202020204" pitchFamily="34" charset="-34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FF2BB5B5-9A81-2CA3-1C94-683CAC1325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6187988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-106" dirty="0">
                <a:solidFill>
                  <a:srgbClr val="4E4F52"/>
                </a:solidFill>
                <a:latin typeface="+mn-lt"/>
              </a:rPr>
              <a:t>Error </a:t>
            </a:r>
            <a:r>
              <a:rPr sz="4487" spc="179" dirty="0">
                <a:solidFill>
                  <a:srgbClr val="4E4F52"/>
                </a:solidFill>
                <a:latin typeface="+mn-lt"/>
              </a:rPr>
              <a:t>de</a:t>
            </a:r>
            <a:r>
              <a:rPr sz="4487" spc="-491" dirty="0">
                <a:solidFill>
                  <a:srgbClr val="4E4F52"/>
                </a:solidFill>
                <a:latin typeface="+mn-lt"/>
              </a:rPr>
              <a:t> </a:t>
            </a:r>
            <a:r>
              <a:rPr sz="4487" spc="73" dirty="0">
                <a:solidFill>
                  <a:srgbClr val="4E4F52"/>
                </a:solidFill>
                <a:latin typeface="+mn-lt"/>
              </a:rPr>
              <a:t>medición</a:t>
            </a:r>
            <a:endParaRPr sz="4487" dirty="0">
              <a:latin typeface="+mn-lt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42" dirty="0">
                <a:solidFill>
                  <a:srgbClr val="919191"/>
                </a:solidFill>
                <a:latin typeface="+mn-lt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-36" dirty="0">
                <a:solidFill>
                  <a:srgbClr val="919191"/>
                </a:solidFill>
                <a:latin typeface="+mn-lt"/>
              </a:rPr>
              <a:t>error</a:t>
            </a:r>
            <a:r>
              <a:rPr sz="1728" spc="-130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91" dirty="0">
                <a:solidFill>
                  <a:srgbClr val="919191"/>
                </a:solidFill>
                <a:latin typeface="+mn-lt"/>
              </a:rPr>
              <a:t>como</a:t>
            </a:r>
            <a:r>
              <a:rPr sz="1728" spc="-91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+mn-lt"/>
              </a:rPr>
              <a:t>un</a:t>
            </a:r>
            <a:r>
              <a:rPr sz="1728" spc="-88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61" dirty="0">
                <a:solidFill>
                  <a:srgbClr val="919191"/>
                </a:solidFill>
                <a:latin typeface="+mn-lt"/>
              </a:rPr>
              <a:t>aspecto</a:t>
            </a:r>
            <a:r>
              <a:rPr sz="1728" spc="-88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+mn-lt"/>
              </a:rPr>
              <a:t>siempre</a:t>
            </a:r>
            <a:r>
              <a:rPr sz="1728" spc="-91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21" dirty="0">
                <a:solidFill>
                  <a:srgbClr val="919191"/>
                </a:solidFill>
                <a:latin typeface="+mn-lt"/>
              </a:rPr>
              <a:t>presente</a:t>
            </a:r>
            <a:r>
              <a:rPr sz="1728" spc="-88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+mn-lt"/>
              </a:rPr>
              <a:t>en</a:t>
            </a:r>
            <a:r>
              <a:rPr sz="1728" spc="-88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39" dirty="0">
                <a:solidFill>
                  <a:srgbClr val="919191"/>
                </a:solidFill>
                <a:latin typeface="+mn-lt"/>
              </a:rPr>
              <a:t>la</a:t>
            </a:r>
            <a:r>
              <a:rPr sz="1728" spc="-91" dirty="0">
                <a:solidFill>
                  <a:srgbClr val="919191"/>
                </a:solidFill>
                <a:latin typeface="+mn-lt"/>
              </a:rPr>
              <a:t> </a:t>
            </a:r>
            <a:r>
              <a:rPr sz="1728" spc="36" dirty="0">
                <a:solidFill>
                  <a:srgbClr val="919191"/>
                </a:solidFill>
                <a:latin typeface="+mn-lt"/>
              </a:rPr>
              <a:t>medición</a:t>
            </a:r>
            <a:endParaRPr sz="1728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5" grpId="0"/>
      <p:bldP spid="17" grpId="0"/>
      <p:bldP spid="19" grpId="0"/>
      <p:bldP spid="21" grpId="0"/>
      <p:bldP spid="23" grpId="0"/>
      <p:bldP spid="24" grpId="0"/>
      <p:bldP spid="25" grpId="0" animBg="1"/>
      <p:bldP spid="2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721" y="291408"/>
            <a:ext cx="4814847" cy="699842"/>
          </a:xfrm>
          <a:prstGeom prst="rect">
            <a:avLst/>
          </a:prstGeom>
        </p:spPr>
        <p:txBody>
          <a:bodyPr vert="horz" wrap="square" lIns="0" tIns="9242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73"/>
              </a:spcBef>
            </a:pPr>
            <a:r>
              <a:rPr sz="4487" spc="-106" dirty="0">
                <a:solidFill>
                  <a:srgbClr val="4E4F52"/>
                </a:solidFill>
                <a:latin typeface="Calibri" panose="020F0502020204030204" pitchFamily="34" charset="0"/>
              </a:rPr>
              <a:t>Error </a:t>
            </a:r>
            <a:r>
              <a:rPr sz="4487" spc="179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4487" spc="-515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73" dirty="0">
                <a:solidFill>
                  <a:srgbClr val="4E4F52"/>
                </a:solidFill>
                <a:latin typeface="Calibri" panose="020F0502020204030204" pitchFamily="34" charset="0"/>
              </a:rPr>
              <a:t>medición</a:t>
            </a:r>
            <a:endParaRPr sz="4487" dirty="0">
              <a:latin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4518" y="1084422"/>
            <a:ext cx="6477171" cy="27640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82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</a:t>
            </a:r>
            <a:r>
              <a:rPr sz="1728" spc="-8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1728" spc="-14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3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1728" spc="-12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variación</a:t>
            </a:r>
            <a:r>
              <a:rPr sz="1728" spc="-8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728" spc="-8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mediciones</a:t>
            </a:r>
            <a:r>
              <a:rPr sz="1728" spc="-8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repetidas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24640" y="1779649"/>
            <a:ext cx="64839" cy="1468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6"/>
          <p:cNvSpPr txBox="1"/>
          <p:nvPr/>
        </p:nvSpPr>
        <p:spPr>
          <a:xfrm>
            <a:off x="5829490" y="1583450"/>
            <a:ext cx="268775" cy="187014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52" spc="-61" dirty="0">
                <a:latin typeface="Calibri" panose="020F0502020204030204" pitchFamily="34" charset="0"/>
                <a:cs typeface="Calibri" panose="020F0502020204030204" pitchFamily="34" charset="0"/>
              </a:rPr>
              <a:t>14.5</a:t>
            </a:r>
            <a:endParaRPr sz="115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33903" y="2544748"/>
            <a:ext cx="64839" cy="1468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6600818" y="2544748"/>
            <a:ext cx="64839" cy="1468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 txBox="1"/>
          <p:nvPr/>
        </p:nvSpPr>
        <p:spPr>
          <a:xfrm>
            <a:off x="6556492" y="2348549"/>
            <a:ext cx="152871" cy="187014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52" spc="-64" dirty="0">
                <a:latin typeface="Calibri" panose="020F0502020204030204" pitchFamily="34" charset="0"/>
                <a:cs typeface="Calibri" panose="020F0502020204030204" pitchFamily="34" charset="0"/>
              </a:rPr>
              <a:t>17</a:t>
            </a:r>
            <a:endParaRPr sz="115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24640" y="3318331"/>
            <a:ext cx="64839" cy="1468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6591555" y="3318331"/>
            <a:ext cx="64839" cy="1468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5535607" y="3327553"/>
            <a:ext cx="64839" cy="1468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 txBox="1"/>
          <p:nvPr/>
        </p:nvSpPr>
        <p:spPr>
          <a:xfrm>
            <a:off x="5494657" y="3131354"/>
            <a:ext cx="158262" cy="187014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52" spc="-45" dirty="0">
                <a:latin typeface="Calibri" panose="020F0502020204030204" pitchFamily="34" charset="0"/>
                <a:cs typeface="Calibri" panose="020F0502020204030204" pitchFamily="34" charset="0"/>
              </a:rPr>
              <a:t>13</a:t>
            </a:r>
            <a:endParaRPr sz="115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15378" y="4096251"/>
            <a:ext cx="64839" cy="1468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6573030" y="4096251"/>
            <a:ext cx="64839" cy="14681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5517082" y="4096251"/>
            <a:ext cx="64839" cy="1468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5720861" y="4096251"/>
            <a:ext cx="64839" cy="1468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6860174" y="4096251"/>
            <a:ext cx="64839" cy="1468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 txBox="1"/>
          <p:nvPr/>
        </p:nvSpPr>
        <p:spPr>
          <a:xfrm>
            <a:off x="6762646" y="3904618"/>
            <a:ext cx="258378" cy="187014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52" spc="-82" dirty="0">
                <a:latin typeface="Calibri" panose="020F0502020204030204" pitchFamily="34" charset="0"/>
                <a:cs typeface="Calibri" panose="020F0502020204030204" pitchFamily="34" charset="0"/>
              </a:rPr>
              <a:t>18.1</a:t>
            </a:r>
            <a:endParaRPr sz="115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045056" y="4096251"/>
            <a:ext cx="64839" cy="1468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 txBox="1"/>
          <p:nvPr/>
        </p:nvSpPr>
        <p:spPr>
          <a:xfrm>
            <a:off x="5619050" y="3904618"/>
            <a:ext cx="544481" cy="187014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  <a:tabLst>
                <a:tab pos="392380" algn="l"/>
              </a:tabLst>
            </a:pPr>
            <a:r>
              <a:rPr sz="1152" spc="-52" dirty="0">
                <a:latin typeface="Calibri" panose="020F0502020204030204" pitchFamily="34" charset="0"/>
                <a:cs typeface="Calibri" panose="020F0502020204030204" pitchFamily="34" charset="0"/>
              </a:rPr>
              <a:t>13.8	</a:t>
            </a:r>
            <a:r>
              <a:rPr sz="1152" spc="-39" dirty="0">
                <a:latin typeface="Calibri" panose="020F0502020204030204" pitchFamily="34" charset="0"/>
                <a:cs typeface="Calibri" panose="020F0502020204030204" pitchFamily="34" charset="0"/>
              </a:rPr>
              <a:t>15</a:t>
            </a:r>
            <a:endParaRPr sz="115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938535" y="4873707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5910746" y="49417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8"/>
                </a:lnTo>
                <a:lnTo>
                  <a:pt x="9164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5910747" y="4941788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6605450" y="4873707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6577659" y="49417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51" y="0"/>
                </a:moveTo>
                <a:lnTo>
                  <a:pt x="0" y="0"/>
                </a:lnTo>
                <a:lnTo>
                  <a:pt x="45831" y="122198"/>
                </a:lnTo>
                <a:lnTo>
                  <a:pt x="91651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6577662" y="4941788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5517082" y="4873707"/>
            <a:ext cx="64839" cy="1468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5720861" y="4873707"/>
            <a:ext cx="64839" cy="14681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6850911" y="4873707"/>
            <a:ext cx="64839" cy="1468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6045056" y="4873707"/>
            <a:ext cx="64839" cy="14681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5910746" y="4873707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5882959" y="49417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8"/>
                </a:lnTo>
                <a:lnTo>
                  <a:pt x="91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5882959" y="4941788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6165470" y="4873707"/>
            <a:ext cx="64839" cy="1468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6452615" y="4873707"/>
            <a:ext cx="64839" cy="1468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6739758" y="4873707"/>
            <a:ext cx="64839" cy="1468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5609708" y="4873707"/>
            <a:ext cx="64839" cy="1468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6679550" y="4873707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6651764" y="49417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51" y="0"/>
                </a:moveTo>
                <a:lnTo>
                  <a:pt x="0" y="0"/>
                </a:lnTo>
                <a:lnTo>
                  <a:pt x="45820" y="122198"/>
                </a:lnTo>
                <a:lnTo>
                  <a:pt x="91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6651763" y="4941788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5994111" y="4873707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5966322" y="49417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8" y="0"/>
                </a:moveTo>
                <a:lnTo>
                  <a:pt x="0" y="0"/>
                </a:lnTo>
                <a:lnTo>
                  <a:pt x="45823" y="122198"/>
                </a:lnTo>
                <a:lnTo>
                  <a:pt x="916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5966323" y="4941788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6336831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6309042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8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8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6309043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6605450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6577659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51" y="0"/>
                </a:moveTo>
                <a:lnTo>
                  <a:pt x="0" y="0"/>
                </a:lnTo>
                <a:lnTo>
                  <a:pt x="45831" y="122199"/>
                </a:lnTo>
                <a:lnTo>
                  <a:pt x="91651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6577662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5549501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5521713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8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8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5521713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5753280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5725492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8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8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5725493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6883330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6855540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51" y="0"/>
                </a:moveTo>
                <a:lnTo>
                  <a:pt x="0" y="0"/>
                </a:lnTo>
                <a:lnTo>
                  <a:pt x="45831" y="122199"/>
                </a:lnTo>
                <a:lnTo>
                  <a:pt x="91651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6855543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6077475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6049687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6049688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5910746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5882959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5882959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6197891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6170102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8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8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6170103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6485034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6457246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51" y="0"/>
                </a:moveTo>
                <a:lnTo>
                  <a:pt x="0" y="0"/>
                </a:lnTo>
                <a:lnTo>
                  <a:pt x="45820" y="122199"/>
                </a:lnTo>
                <a:lnTo>
                  <a:pt x="91651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" name="object 71"/>
          <p:cNvSpPr/>
          <p:nvPr/>
        </p:nvSpPr>
        <p:spPr>
          <a:xfrm>
            <a:off x="6457246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" name="object 72"/>
          <p:cNvSpPr/>
          <p:nvPr/>
        </p:nvSpPr>
        <p:spPr>
          <a:xfrm>
            <a:off x="6772178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" name="object 73"/>
          <p:cNvSpPr/>
          <p:nvPr/>
        </p:nvSpPr>
        <p:spPr>
          <a:xfrm>
            <a:off x="6744391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1" y="0"/>
                </a:moveTo>
                <a:lnTo>
                  <a:pt x="0" y="0"/>
                </a:lnTo>
                <a:lnTo>
                  <a:pt x="45820" y="122199"/>
                </a:lnTo>
                <a:lnTo>
                  <a:pt x="91641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" name="object 74"/>
          <p:cNvSpPr/>
          <p:nvPr/>
        </p:nvSpPr>
        <p:spPr>
          <a:xfrm>
            <a:off x="6744390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" name="object 75"/>
          <p:cNvSpPr/>
          <p:nvPr/>
        </p:nvSpPr>
        <p:spPr>
          <a:xfrm>
            <a:off x="5642128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" name="object 76"/>
          <p:cNvSpPr/>
          <p:nvPr/>
        </p:nvSpPr>
        <p:spPr>
          <a:xfrm>
            <a:off x="5614339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" name="object 77"/>
          <p:cNvSpPr/>
          <p:nvPr/>
        </p:nvSpPr>
        <p:spPr>
          <a:xfrm>
            <a:off x="5614340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" name="object 78"/>
          <p:cNvSpPr/>
          <p:nvPr/>
        </p:nvSpPr>
        <p:spPr>
          <a:xfrm>
            <a:off x="6679550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" name="object 79"/>
          <p:cNvSpPr/>
          <p:nvPr/>
        </p:nvSpPr>
        <p:spPr>
          <a:xfrm>
            <a:off x="6651764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51" y="0"/>
                </a:moveTo>
                <a:lnTo>
                  <a:pt x="0" y="0"/>
                </a:lnTo>
                <a:lnTo>
                  <a:pt x="45820" y="122199"/>
                </a:lnTo>
                <a:lnTo>
                  <a:pt x="91651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" name="object 80"/>
          <p:cNvSpPr/>
          <p:nvPr/>
        </p:nvSpPr>
        <p:spPr>
          <a:xfrm>
            <a:off x="6651763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" name="object 81"/>
          <p:cNvSpPr/>
          <p:nvPr/>
        </p:nvSpPr>
        <p:spPr>
          <a:xfrm>
            <a:off x="5994111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" name="object 82"/>
          <p:cNvSpPr/>
          <p:nvPr/>
        </p:nvSpPr>
        <p:spPr>
          <a:xfrm>
            <a:off x="5966322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8" y="0"/>
                </a:moveTo>
                <a:lnTo>
                  <a:pt x="0" y="0"/>
                </a:lnTo>
                <a:lnTo>
                  <a:pt x="45823" y="122199"/>
                </a:lnTo>
                <a:lnTo>
                  <a:pt x="91648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" name="object 83"/>
          <p:cNvSpPr/>
          <p:nvPr/>
        </p:nvSpPr>
        <p:spPr>
          <a:xfrm>
            <a:off x="5966323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" name="object 84"/>
          <p:cNvSpPr/>
          <p:nvPr/>
        </p:nvSpPr>
        <p:spPr>
          <a:xfrm>
            <a:off x="5614340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" name="object 85"/>
          <p:cNvSpPr/>
          <p:nvPr/>
        </p:nvSpPr>
        <p:spPr>
          <a:xfrm>
            <a:off x="5586551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" name="object 86"/>
          <p:cNvSpPr/>
          <p:nvPr/>
        </p:nvSpPr>
        <p:spPr>
          <a:xfrm>
            <a:off x="5586552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" name="object 87"/>
          <p:cNvSpPr/>
          <p:nvPr/>
        </p:nvSpPr>
        <p:spPr>
          <a:xfrm>
            <a:off x="5688442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" name="object 88"/>
          <p:cNvSpPr/>
          <p:nvPr/>
        </p:nvSpPr>
        <p:spPr>
          <a:xfrm>
            <a:off x="5660653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" name="object 89"/>
          <p:cNvSpPr/>
          <p:nvPr/>
        </p:nvSpPr>
        <p:spPr>
          <a:xfrm>
            <a:off x="5660654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" name="object 90"/>
          <p:cNvSpPr/>
          <p:nvPr/>
        </p:nvSpPr>
        <p:spPr>
          <a:xfrm>
            <a:off x="5753280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" name="object 91"/>
          <p:cNvSpPr/>
          <p:nvPr/>
        </p:nvSpPr>
        <p:spPr>
          <a:xfrm>
            <a:off x="5725492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8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" name="object 92"/>
          <p:cNvSpPr/>
          <p:nvPr/>
        </p:nvSpPr>
        <p:spPr>
          <a:xfrm>
            <a:off x="5725493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" name="object 93"/>
          <p:cNvSpPr/>
          <p:nvPr/>
        </p:nvSpPr>
        <p:spPr>
          <a:xfrm>
            <a:off x="5827382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" name="object 94"/>
          <p:cNvSpPr/>
          <p:nvPr/>
        </p:nvSpPr>
        <p:spPr>
          <a:xfrm>
            <a:off x="5799594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" name="object 95"/>
          <p:cNvSpPr/>
          <p:nvPr/>
        </p:nvSpPr>
        <p:spPr>
          <a:xfrm>
            <a:off x="5799595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" name="object 96"/>
          <p:cNvSpPr/>
          <p:nvPr/>
        </p:nvSpPr>
        <p:spPr>
          <a:xfrm>
            <a:off x="5892221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" name="object 97"/>
          <p:cNvSpPr/>
          <p:nvPr/>
        </p:nvSpPr>
        <p:spPr>
          <a:xfrm>
            <a:off x="5864432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" name="object 98"/>
          <p:cNvSpPr/>
          <p:nvPr/>
        </p:nvSpPr>
        <p:spPr>
          <a:xfrm>
            <a:off x="5864434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" name="object 99"/>
          <p:cNvSpPr/>
          <p:nvPr/>
        </p:nvSpPr>
        <p:spPr>
          <a:xfrm>
            <a:off x="5957060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" name="object 100"/>
          <p:cNvSpPr/>
          <p:nvPr/>
        </p:nvSpPr>
        <p:spPr>
          <a:xfrm>
            <a:off x="5929272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" name="object 101"/>
          <p:cNvSpPr/>
          <p:nvPr/>
        </p:nvSpPr>
        <p:spPr>
          <a:xfrm>
            <a:off x="5929272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" name="object 102"/>
          <p:cNvSpPr/>
          <p:nvPr/>
        </p:nvSpPr>
        <p:spPr>
          <a:xfrm>
            <a:off x="6031162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" name="object 103"/>
          <p:cNvSpPr/>
          <p:nvPr/>
        </p:nvSpPr>
        <p:spPr>
          <a:xfrm>
            <a:off x="6003373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" name="object 104"/>
          <p:cNvSpPr/>
          <p:nvPr/>
        </p:nvSpPr>
        <p:spPr>
          <a:xfrm>
            <a:off x="6003374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" name="object 105"/>
          <p:cNvSpPr/>
          <p:nvPr/>
        </p:nvSpPr>
        <p:spPr>
          <a:xfrm>
            <a:off x="6096001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6" name="object 106"/>
          <p:cNvSpPr/>
          <p:nvPr/>
        </p:nvSpPr>
        <p:spPr>
          <a:xfrm>
            <a:off x="6068212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7" name="object 107"/>
          <p:cNvSpPr/>
          <p:nvPr/>
        </p:nvSpPr>
        <p:spPr>
          <a:xfrm>
            <a:off x="6068213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8" name="object 108"/>
          <p:cNvSpPr/>
          <p:nvPr/>
        </p:nvSpPr>
        <p:spPr>
          <a:xfrm>
            <a:off x="6160839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9" name="object 109"/>
          <p:cNvSpPr/>
          <p:nvPr/>
        </p:nvSpPr>
        <p:spPr>
          <a:xfrm>
            <a:off x="6133051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0" name="object 110"/>
          <p:cNvSpPr/>
          <p:nvPr/>
        </p:nvSpPr>
        <p:spPr>
          <a:xfrm>
            <a:off x="6133052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1" name="object 111"/>
          <p:cNvSpPr/>
          <p:nvPr/>
        </p:nvSpPr>
        <p:spPr>
          <a:xfrm>
            <a:off x="6234941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2" name="object 112"/>
          <p:cNvSpPr/>
          <p:nvPr/>
        </p:nvSpPr>
        <p:spPr>
          <a:xfrm>
            <a:off x="6207153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3" name="object 113"/>
          <p:cNvSpPr/>
          <p:nvPr/>
        </p:nvSpPr>
        <p:spPr>
          <a:xfrm>
            <a:off x="6207153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4" name="object 114"/>
          <p:cNvSpPr/>
          <p:nvPr/>
        </p:nvSpPr>
        <p:spPr>
          <a:xfrm>
            <a:off x="6299780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5" name="object 115"/>
          <p:cNvSpPr/>
          <p:nvPr/>
        </p:nvSpPr>
        <p:spPr>
          <a:xfrm>
            <a:off x="6271991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6" name="object 116"/>
          <p:cNvSpPr/>
          <p:nvPr/>
        </p:nvSpPr>
        <p:spPr>
          <a:xfrm>
            <a:off x="6271993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7" name="object 117"/>
          <p:cNvSpPr/>
          <p:nvPr/>
        </p:nvSpPr>
        <p:spPr>
          <a:xfrm>
            <a:off x="6364619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8" name="object 118"/>
          <p:cNvSpPr/>
          <p:nvPr/>
        </p:nvSpPr>
        <p:spPr>
          <a:xfrm>
            <a:off x="6336831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4" y="0"/>
                </a:moveTo>
                <a:lnTo>
                  <a:pt x="0" y="0"/>
                </a:lnTo>
                <a:lnTo>
                  <a:pt x="45823" y="122199"/>
                </a:lnTo>
                <a:lnTo>
                  <a:pt x="916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9" name="object 119"/>
          <p:cNvSpPr/>
          <p:nvPr/>
        </p:nvSpPr>
        <p:spPr>
          <a:xfrm>
            <a:off x="6336831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0" name="object 120"/>
          <p:cNvSpPr/>
          <p:nvPr/>
        </p:nvSpPr>
        <p:spPr>
          <a:xfrm>
            <a:off x="6438721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1" name="object 121"/>
          <p:cNvSpPr/>
          <p:nvPr/>
        </p:nvSpPr>
        <p:spPr>
          <a:xfrm>
            <a:off x="6410932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51" y="0"/>
                </a:moveTo>
                <a:lnTo>
                  <a:pt x="0" y="0"/>
                </a:lnTo>
                <a:lnTo>
                  <a:pt x="45820" y="122199"/>
                </a:lnTo>
                <a:lnTo>
                  <a:pt x="91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2" name="object 122"/>
          <p:cNvSpPr/>
          <p:nvPr/>
        </p:nvSpPr>
        <p:spPr>
          <a:xfrm>
            <a:off x="6410933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3" name="object 123"/>
          <p:cNvSpPr/>
          <p:nvPr/>
        </p:nvSpPr>
        <p:spPr>
          <a:xfrm>
            <a:off x="6503560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4" name="object 124"/>
          <p:cNvSpPr/>
          <p:nvPr/>
        </p:nvSpPr>
        <p:spPr>
          <a:xfrm>
            <a:off x="6475774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1" y="0"/>
                </a:moveTo>
                <a:lnTo>
                  <a:pt x="0" y="0"/>
                </a:lnTo>
                <a:lnTo>
                  <a:pt x="45820" y="122199"/>
                </a:lnTo>
                <a:lnTo>
                  <a:pt x="916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5" name="object 125"/>
          <p:cNvSpPr/>
          <p:nvPr/>
        </p:nvSpPr>
        <p:spPr>
          <a:xfrm>
            <a:off x="6475772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6" name="object 126"/>
          <p:cNvSpPr/>
          <p:nvPr/>
        </p:nvSpPr>
        <p:spPr>
          <a:xfrm>
            <a:off x="6568398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7" name="object 127"/>
          <p:cNvSpPr/>
          <p:nvPr/>
        </p:nvSpPr>
        <p:spPr>
          <a:xfrm>
            <a:off x="6540609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51" y="0"/>
                </a:moveTo>
                <a:lnTo>
                  <a:pt x="0" y="0"/>
                </a:lnTo>
                <a:lnTo>
                  <a:pt x="45831" y="122199"/>
                </a:lnTo>
                <a:lnTo>
                  <a:pt x="91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8" name="object 128"/>
          <p:cNvSpPr/>
          <p:nvPr/>
        </p:nvSpPr>
        <p:spPr>
          <a:xfrm>
            <a:off x="6540611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9" name="object 129"/>
          <p:cNvSpPr/>
          <p:nvPr/>
        </p:nvSpPr>
        <p:spPr>
          <a:xfrm>
            <a:off x="6642500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0" name="object 130"/>
          <p:cNvSpPr/>
          <p:nvPr/>
        </p:nvSpPr>
        <p:spPr>
          <a:xfrm>
            <a:off x="6614715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1" y="0"/>
                </a:moveTo>
                <a:lnTo>
                  <a:pt x="0" y="0"/>
                </a:lnTo>
                <a:lnTo>
                  <a:pt x="45820" y="122199"/>
                </a:lnTo>
                <a:lnTo>
                  <a:pt x="916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1" name="object 131"/>
          <p:cNvSpPr/>
          <p:nvPr/>
        </p:nvSpPr>
        <p:spPr>
          <a:xfrm>
            <a:off x="6614713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2" name="object 132"/>
          <p:cNvSpPr/>
          <p:nvPr/>
        </p:nvSpPr>
        <p:spPr>
          <a:xfrm>
            <a:off x="6707339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3" name="object 133"/>
          <p:cNvSpPr/>
          <p:nvPr/>
        </p:nvSpPr>
        <p:spPr>
          <a:xfrm>
            <a:off x="6679550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51" y="0"/>
                </a:moveTo>
                <a:lnTo>
                  <a:pt x="0" y="0"/>
                </a:lnTo>
                <a:lnTo>
                  <a:pt x="45831" y="122199"/>
                </a:lnTo>
                <a:lnTo>
                  <a:pt x="91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4" name="object 134"/>
          <p:cNvSpPr/>
          <p:nvPr/>
        </p:nvSpPr>
        <p:spPr>
          <a:xfrm>
            <a:off x="6679551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5" name="object 135"/>
          <p:cNvSpPr/>
          <p:nvPr/>
        </p:nvSpPr>
        <p:spPr>
          <a:xfrm>
            <a:off x="6772178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6" name="object 136"/>
          <p:cNvSpPr/>
          <p:nvPr/>
        </p:nvSpPr>
        <p:spPr>
          <a:xfrm>
            <a:off x="6744391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1" y="0"/>
                </a:moveTo>
                <a:lnTo>
                  <a:pt x="0" y="0"/>
                </a:lnTo>
                <a:lnTo>
                  <a:pt x="45820" y="122199"/>
                </a:lnTo>
                <a:lnTo>
                  <a:pt x="916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7" name="object 137"/>
          <p:cNvSpPr/>
          <p:nvPr/>
        </p:nvSpPr>
        <p:spPr>
          <a:xfrm>
            <a:off x="6744390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8" name="object 138"/>
          <p:cNvSpPr/>
          <p:nvPr/>
        </p:nvSpPr>
        <p:spPr>
          <a:xfrm>
            <a:off x="6846280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9" name="object 139"/>
          <p:cNvSpPr/>
          <p:nvPr/>
        </p:nvSpPr>
        <p:spPr>
          <a:xfrm>
            <a:off x="6818491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51" y="0"/>
                </a:moveTo>
                <a:lnTo>
                  <a:pt x="0" y="0"/>
                </a:lnTo>
                <a:lnTo>
                  <a:pt x="45820" y="122199"/>
                </a:lnTo>
                <a:lnTo>
                  <a:pt x="91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0" name="object 140"/>
          <p:cNvSpPr/>
          <p:nvPr/>
        </p:nvSpPr>
        <p:spPr>
          <a:xfrm>
            <a:off x="6818492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1" name="object 141"/>
          <p:cNvSpPr/>
          <p:nvPr/>
        </p:nvSpPr>
        <p:spPr>
          <a:xfrm>
            <a:off x="5716230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2" name="object 142"/>
          <p:cNvSpPr/>
          <p:nvPr/>
        </p:nvSpPr>
        <p:spPr>
          <a:xfrm>
            <a:off x="5688441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3" name="object 143"/>
          <p:cNvSpPr/>
          <p:nvPr/>
        </p:nvSpPr>
        <p:spPr>
          <a:xfrm>
            <a:off x="5688442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4" name="object 144"/>
          <p:cNvSpPr/>
          <p:nvPr/>
        </p:nvSpPr>
        <p:spPr>
          <a:xfrm>
            <a:off x="5799594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5" name="object 145"/>
          <p:cNvSpPr/>
          <p:nvPr/>
        </p:nvSpPr>
        <p:spPr>
          <a:xfrm>
            <a:off x="5771805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6" name="object 146"/>
          <p:cNvSpPr/>
          <p:nvPr/>
        </p:nvSpPr>
        <p:spPr>
          <a:xfrm>
            <a:off x="5771806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7" name="object 147"/>
          <p:cNvSpPr/>
          <p:nvPr/>
        </p:nvSpPr>
        <p:spPr>
          <a:xfrm>
            <a:off x="5892221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8" name="object 148"/>
          <p:cNvSpPr/>
          <p:nvPr/>
        </p:nvSpPr>
        <p:spPr>
          <a:xfrm>
            <a:off x="5864432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9" name="object 149"/>
          <p:cNvSpPr/>
          <p:nvPr/>
        </p:nvSpPr>
        <p:spPr>
          <a:xfrm>
            <a:off x="5864434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0" name="object 150"/>
          <p:cNvSpPr/>
          <p:nvPr/>
        </p:nvSpPr>
        <p:spPr>
          <a:xfrm>
            <a:off x="6133051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1" name="object 151"/>
          <p:cNvSpPr/>
          <p:nvPr/>
        </p:nvSpPr>
        <p:spPr>
          <a:xfrm>
            <a:off x="6105263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49" y="0"/>
                </a:moveTo>
                <a:lnTo>
                  <a:pt x="0" y="0"/>
                </a:lnTo>
                <a:lnTo>
                  <a:pt x="45824" y="122199"/>
                </a:lnTo>
                <a:lnTo>
                  <a:pt x="91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2" name="object 152"/>
          <p:cNvSpPr/>
          <p:nvPr/>
        </p:nvSpPr>
        <p:spPr>
          <a:xfrm>
            <a:off x="6105264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3" name="object 153"/>
          <p:cNvSpPr/>
          <p:nvPr/>
        </p:nvSpPr>
        <p:spPr>
          <a:xfrm>
            <a:off x="6447983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4" name="object 154"/>
          <p:cNvSpPr/>
          <p:nvPr/>
        </p:nvSpPr>
        <p:spPr>
          <a:xfrm>
            <a:off x="6420196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51" y="0"/>
                </a:moveTo>
                <a:lnTo>
                  <a:pt x="0" y="0"/>
                </a:lnTo>
                <a:lnTo>
                  <a:pt x="45820" y="122199"/>
                </a:lnTo>
                <a:lnTo>
                  <a:pt x="91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5" name="object 155"/>
          <p:cNvSpPr/>
          <p:nvPr/>
        </p:nvSpPr>
        <p:spPr>
          <a:xfrm>
            <a:off x="6420196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6" name="object 156"/>
          <p:cNvSpPr/>
          <p:nvPr/>
        </p:nvSpPr>
        <p:spPr>
          <a:xfrm>
            <a:off x="6762915" y="5658406"/>
            <a:ext cx="0" cy="68156"/>
          </a:xfrm>
          <a:custGeom>
            <a:avLst/>
            <a:gdLst/>
            <a:ahLst/>
            <a:cxnLst/>
            <a:rect l="l" t="t" r="r" b="b"/>
            <a:pathLst>
              <a:path h="112395">
                <a:moveTo>
                  <a:pt x="0" y="0"/>
                </a:moveTo>
                <a:lnTo>
                  <a:pt x="0" y="112270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7" name="object 157"/>
          <p:cNvSpPr/>
          <p:nvPr/>
        </p:nvSpPr>
        <p:spPr>
          <a:xfrm>
            <a:off x="6735128" y="5726486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91651" y="0"/>
                </a:moveTo>
                <a:lnTo>
                  <a:pt x="0" y="0"/>
                </a:lnTo>
                <a:lnTo>
                  <a:pt x="45820" y="122199"/>
                </a:lnTo>
                <a:lnTo>
                  <a:pt x="91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8" name="object 158"/>
          <p:cNvSpPr/>
          <p:nvPr/>
        </p:nvSpPr>
        <p:spPr>
          <a:xfrm>
            <a:off x="6735128" y="5726487"/>
            <a:ext cx="55834" cy="74317"/>
          </a:xfrm>
          <a:custGeom>
            <a:avLst/>
            <a:gdLst/>
            <a:ahLst/>
            <a:cxnLst/>
            <a:rect l="l" t="t" r="r" b="b"/>
            <a:pathLst>
              <a:path w="92075" h="122554">
                <a:moveTo>
                  <a:pt x="45824" y="122199"/>
                </a:moveTo>
                <a:lnTo>
                  <a:pt x="91649" y="0"/>
                </a:lnTo>
                <a:lnTo>
                  <a:pt x="0" y="0"/>
                </a:lnTo>
                <a:lnTo>
                  <a:pt x="45824" y="122199"/>
                </a:lnTo>
                <a:close/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9" name="object 159"/>
          <p:cNvSpPr/>
          <p:nvPr/>
        </p:nvSpPr>
        <p:spPr>
          <a:xfrm>
            <a:off x="2152982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0" name="object 160"/>
          <p:cNvSpPr/>
          <p:nvPr/>
        </p:nvSpPr>
        <p:spPr>
          <a:xfrm>
            <a:off x="218165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1" name="object 161"/>
          <p:cNvSpPr/>
          <p:nvPr/>
        </p:nvSpPr>
        <p:spPr>
          <a:xfrm>
            <a:off x="220788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2" name="object 162"/>
          <p:cNvSpPr/>
          <p:nvPr/>
        </p:nvSpPr>
        <p:spPr>
          <a:xfrm>
            <a:off x="223415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3" name="object 163"/>
          <p:cNvSpPr/>
          <p:nvPr/>
        </p:nvSpPr>
        <p:spPr>
          <a:xfrm>
            <a:off x="226042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4" name="object 164"/>
          <p:cNvSpPr/>
          <p:nvPr/>
        </p:nvSpPr>
        <p:spPr>
          <a:xfrm>
            <a:off x="2286871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5" name="object 165"/>
          <p:cNvSpPr/>
          <p:nvPr/>
        </p:nvSpPr>
        <p:spPr>
          <a:xfrm>
            <a:off x="231292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6" name="object 166"/>
          <p:cNvSpPr/>
          <p:nvPr/>
        </p:nvSpPr>
        <p:spPr>
          <a:xfrm>
            <a:off x="233919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7" name="object 167"/>
          <p:cNvSpPr/>
          <p:nvPr/>
        </p:nvSpPr>
        <p:spPr>
          <a:xfrm>
            <a:off x="236546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8" name="object 168"/>
          <p:cNvSpPr/>
          <p:nvPr/>
        </p:nvSpPr>
        <p:spPr>
          <a:xfrm>
            <a:off x="239169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9" name="object 169"/>
          <p:cNvSpPr/>
          <p:nvPr/>
        </p:nvSpPr>
        <p:spPr>
          <a:xfrm>
            <a:off x="2415534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0" name="object 170"/>
          <p:cNvSpPr/>
          <p:nvPr/>
        </p:nvSpPr>
        <p:spPr>
          <a:xfrm>
            <a:off x="244419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1" name="object 171"/>
          <p:cNvSpPr/>
          <p:nvPr/>
        </p:nvSpPr>
        <p:spPr>
          <a:xfrm>
            <a:off x="247046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2" name="object 172"/>
          <p:cNvSpPr/>
          <p:nvPr/>
        </p:nvSpPr>
        <p:spPr>
          <a:xfrm>
            <a:off x="249673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3" name="object 173"/>
          <p:cNvSpPr/>
          <p:nvPr/>
        </p:nvSpPr>
        <p:spPr>
          <a:xfrm>
            <a:off x="252296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4" name="object 174"/>
          <p:cNvSpPr/>
          <p:nvPr/>
        </p:nvSpPr>
        <p:spPr>
          <a:xfrm>
            <a:off x="2549450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5" name="object 175"/>
          <p:cNvSpPr/>
          <p:nvPr/>
        </p:nvSpPr>
        <p:spPr>
          <a:xfrm>
            <a:off x="257550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6" name="object 176"/>
          <p:cNvSpPr/>
          <p:nvPr/>
        </p:nvSpPr>
        <p:spPr>
          <a:xfrm>
            <a:off x="260173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7" name="object 177"/>
          <p:cNvSpPr/>
          <p:nvPr/>
        </p:nvSpPr>
        <p:spPr>
          <a:xfrm>
            <a:off x="262800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8" name="object 178"/>
          <p:cNvSpPr/>
          <p:nvPr/>
        </p:nvSpPr>
        <p:spPr>
          <a:xfrm>
            <a:off x="265430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9" name="object 179"/>
          <p:cNvSpPr/>
          <p:nvPr/>
        </p:nvSpPr>
        <p:spPr>
          <a:xfrm>
            <a:off x="2678113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0" name="object 180"/>
          <p:cNvSpPr/>
          <p:nvPr/>
        </p:nvSpPr>
        <p:spPr>
          <a:xfrm>
            <a:off x="270676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1" name="object 181"/>
          <p:cNvSpPr/>
          <p:nvPr/>
        </p:nvSpPr>
        <p:spPr>
          <a:xfrm>
            <a:off x="273307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2" name="object 182"/>
          <p:cNvSpPr/>
          <p:nvPr/>
        </p:nvSpPr>
        <p:spPr>
          <a:xfrm>
            <a:off x="275930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3" name="object 183"/>
          <p:cNvSpPr/>
          <p:nvPr/>
        </p:nvSpPr>
        <p:spPr>
          <a:xfrm>
            <a:off x="278553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4" name="object 184"/>
          <p:cNvSpPr/>
          <p:nvPr/>
        </p:nvSpPr>
        <p:spPr>
          <a:xfrm>
            <a:off x="2811992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5" name="object 185"/>
          <p:cNvSpPr/>
          <p:nvPr/>
        </p:nvSpPr>
        <p:spPr>
          <a:xfrm>
            <a:off x="283807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6" name="object 186"/>
          <p:cNvSpPr/>
          <p:nvPr/>
        </p:nvSpPr>
        <p:spPr>
          <a:xfrm>
            <a:off x="286430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7" name="object 187"/>
          <p:cNvSpPr/>
          <p:nvPr/>
        </p:nvSpPr>
        <p:spPr>
          <a:xfrm>
            <a:off x="289061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8" name="object 188"/>
          <p:cNvSpPr/>
          <p:nvPr/>
        </p:nvSpPr>
        <p:spPr>
          <a:xfrm>
            <a:off x="291684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9" name="object 189"/>
          <p:cNvSpPr/>
          <p:nvPr/>
        </p:nvSpPr>
        <p:spPr>
          <a:xfrm>
            <a:off x="2940655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0" name="object 190"/>
          <p:cNvSpPr/>
          <p:nvPr/>
        </p:nvSpPr>
        <p:spPr>
          <a:xfrm>
            <a:off x="296938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1" name="object 191"/>
          <p:cNvSpPr/>
          <p:nvPr/>
        </p:nvSpPr>
        <p:spPr>
          <a:xfrm>
            <a:off x="299561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2" name="object 192"/>
          <p:cNvSpPr/>
          <p:nvPr/>
        </p:nvSpPr>
        <p:spPr>
          <a:xfrm>
            <a:off x="302184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3" name="object 193"/>
          <p:cNvSpPr/>
          <p:nvPr/>
        </p:nvSpPr>
        <p:spPr>
          <a:xfrm>
            <a:off x="304815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4" name="object 194"/>
          <p:cNvSpPr/>
          <p:nvPr/>
        </p:nvSpPr>
        <p:spPr>
          <a:xfrm>
            <a:off x="3074599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5" name="object 195"/>
          <p:cNvSpPr/>
          <p:nvPr/>
        </p:nvSpPr>
        <p:spPr>
          <a:xfrm>
            <a:off x="310061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6" name="object 196"/>
          <p:cNvSpPr/>
          <p:nvPr/>
        </p:nvSpPr>
        <p:spPr>
          <a:xfrm>
            <a:off x="312692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7" name="object 197"/>
          <p:cNvSpPr/>
          <p:nvPr/>
        </p:nvSpPr>
        <p:spPr>
          <a:xfrm>
            <a:off x="315315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8" name="object 198"/>
          <p:cNvSpPr/>
          <p:nvPr/>
        </p:nvSpPr>
        <p:spPr>
          <a:xfrm>
            <a:off x="317938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9" name="object 199"/>
          <p:cNvSpPr/>
          <p:nvPr/>
        </p:nvSpPr>
        <p:spPr>
          <a:xfrm>
            <a:off x="3203263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0" name="object 200"/>
          <p:cNvSpPr/>
          <p:nvPr/>
        </p:nvSpPr>
        <p:spPr>
          <a:xfrm>
            <a:off x="323192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1" name="object 201"/>
          <p:cNvSpPr/>
          <p:nvPr/>
        </p:nvSpPr>
        <p:spPr>
          <a:xfrm>
            <a:off x="325815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2" name="object 202"/>
          <p:cNvSpPr/>
          <p:nvPr/>
        </p:nvSpPr>
        <p:spPr>
          <a:xfrm>
            <a:off x="328446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3" name="object 203"/>
          <p:cNvSpPr/>
          <p:nvPr/>
        </p:nvSpPr>
        <p:spPr>
          <a:xfrm>
            <a:off x="331069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4" name="object 204"/>
          <p:cNvSpPr/>
          <p:nvPr/>
        </p:nvSpPr>
        <p:spPr>
          <a:xfrm>
            <a:off x="3337141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5" name="object 205"/>
          <p:cNvSpPr/>
          <p:nvPr/>
        </p:nvSpPr>
        <p:spPr>
          <a:xfrm>
            <a:off x="336323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6" name="object 206"/>
          <p:cNvSpPr/>
          <p:nvPr/>
        </p:nvSpPr>
        <p:spPr>
          <a:xfrm>
            <a:off x="338946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7" name="object 207"/>
          <p:cNvSpPr/>
          <p:nvPr/>
        </p:nvSpPr>
        <p:spPr>
          <a:xfrm>
            <a:off x="341569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8" name="object 208"/>
          <p:cNvSpPr/>
          <p:nvPr/>
        </p:nvSpPr>
        <p:spPr>
          <a:xfrm>
            <a:off x="344199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9" name="object 209"/>
          <p:cNvSpPr/>
          <p:nvPr/>
        </p:nvSpPr>
        <p:spPr>
          <a:xfrm>
            <a:off x="3465805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0" name="object 210"/>
          <p:cNvSpPr/>
          <p:nvPr/>
        </p:nvSpPr>
        <p:spPr>
          <a:xfrm>
            <a:off x="349445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1" name="object 211"/>
          <p:cNvSpPr/>
          <p:nvPr/>
        </p:nvSpPr>
        <p:spPr>
          <a:xfrm>
            <a:off x="352076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2" name="object 212"/>
          <p:cNvSpPr/>
          <p:nvPr/>
        </p:nvSpPr>
        <p:spPr>
          <a:xfrm>
            <a:off x="354699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3" name="object 213"/>
          <p:cNvSpPr/>
          <p:nvPr/>
        </p:nvSpPr>
        <p:spPr>
          <a:xfrm>
            <a:off x="357322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4" name="object 214"/>
          <p:cNvSpPr/>
          <p:nvPr/>
        </p:nvSpPr>
        <p:spPr>
          <a:xfrm>
            <a:off x="3599683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5" name="object 215"/>
          <p:cNvSpPr/>
          <p:nvPr/>
        </p:nvSpPr>
        <p:spPr>
          <a:xfrm>
            <a:off x="362576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6" name="object 216"/>
          <p:cNvSpPr/>
          <p:nvPr/>
        </p:nvSpPr>
        <p:spPr>
          <a:xfrm>
            <a:off x="365199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7" name="object 217"/>
          <p:cNvSpPr/>
          <p:nvPr/>
        </p:nvSpPr>
        <p:spPr>
          <a:xfrm>
            <a:off x="367823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8" name="object 218"/>
          <p:cNvSpPr/>
          <p:nvPr/>
        </p:nvSpPr>
        <p:spPr>
          <a:xfrm>
            <a:off x="370453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9" name="object 219"/>
          <p:cNvSpPr/>
          <p:nvPr/>
        </p:nvSpPr>
        <p:spPr>
          <a:xfrm>
            <a:off x="3728365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0" name="object 220"/>
          <p:cNvSpPr/>
          <p:nvPr/>
        </p:nvSpPr>
        <p:spPr>
          <a:xfrm>
            <a:off x="375700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1" name="object 221"/>
          <p:cNvSpPr/>
          <p:nvPr/>
        </p:nvSpPr>
        <p:spPr>
          <a:xfrm>
            <a:off x="378330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2" name="object 222"/>
          <p:cNvSpPr/>
          <p:nvPr/>
        </p:nvSpPr>
        <p:spPr>
          <a:xfrm>
            <a:off x="380953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3" name="object 223"/>
          <p:cNvSpPr/>
          <p:nvPr/>
        </p:nvSpPr>
        <p:spPr>
          <a:xfrm>
            <a:off x="383577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4" name="object 224"/>
          <p:cNvSpPr/>
          <p:nvPr/>
        </p:nvSpPr>
        <p:spPr>
          <a:xfrm>
            <a:off x="3862290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5" name="object 225"/>
          <p:cNvSpPr/>
          <p:nvPr/>
        </p:nvSpPr>
        <p:spPr>
          <a:xfrm>
            <a:off x="388830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6" name="object 226"/>
          <p:cNvSpPr/>
          <p:nvPr/>
        </p:nvSpPr>
        <p:spPr>
          <a:xfrm>
            <a:off x="391454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7" name="object 227"/>
          <p:cNvSpPr/>
          <p:nvPr/>
        </p:nvSpPr>
        <p:spPr>
          <a:xfrm>
            <a:off x="394084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8" name="object 228"/>
          <p:cNvSpPr/>
          <p:nvPr/>
        </p:nvSpPr>
        <p:spPr>
          <a:xfrm>
            <a:off x="396707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9" name="object 229"/>
          <p:cNvSpPr/>
          <p:nvPr/>
        </p:nvSpPr>
        <p:spPr>
          <a:xfrm>
            <a:off x="3990907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0" name="object 230"/>
          <p:cNvSpPr/>
          <p:nvPr/>
        </p:nvSpPr>
        <p:spPr>
          <a:xfrm>
            <a:off x="401961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1" name="object 231"/>
          <p:cNvSpPr/>
          <p:nvPr/>
        </p:nvSpPr>
        <p:spPr>
          <a:xfrm>
            <a:off x="404584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2" name="object 232"/>
          <p:cNvSpPr/>
          <p:nvPr/>
        </p:nvSpPr>
        <p:spPr>
          <a:xfrm>
            <a:off x="407208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3" name="object 233"/>
          <p:cNvSpPr/>
          <p:nvPr/>
        </p:nvSpPr>
        <p:spPr>
          <a:xfrm>
            <a:off x="409838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4" name="object 234"/>
          <p:cNvSpPr/>
          <p:nvPr/>
        </p:nvSpPr>
        <p:spPr>
          <a:xfrm>
            <a:off x="4124832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5" name="object 235"/>
          <p:cNvSpPr/>
          <p:nvPr/>
        </p:nvSpPr>
        <p:spPr>
          <a:xfrm>
            <a:off x="415085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6" name="object 236"/>
          <p:cNvSpPr/>
          <p:nvPr/>
        </p:nvSpPr>
        <p:spPr>
          <a:xfrm>
            <a:off x="417715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7" name="object 237"/>
          <p:cNvSpPr/>
          <p:nvPr/>
        </p:nvSpPr>
        <p:spPr>
          <a:xfrm>
            <a:off x="420338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8" name="object 238"/>
          <p:cNvSpPr/>
          <p:nvPr/>
        </p:nvSpPr>
        <p:spPr>
          <a:xfrm>
            <a:off x="422962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9" name="object 239"/>
          <p:cNvSpPr/>
          <p:nvPr/>
        </p:nvSpPr>
        <p:spPr>
          <a:xfrm>
            <a:off x="4253514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0" name="object 240"/>
          <p:cNvSpPr/>
          <p:nvPr/>
        </p:nvSpPr>
        <p:spPr>
          <a:xfrm>
            <a:off x="428216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1" name="object 241"/>
          <p:cNvSpPr/>
          <p:nvPr/>
        </p:nvSpPr>
        <p:spPr>
          <a:xfrm>
            <a:off x="430839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2" name="object 242"/>
          <p:cNvSpPr/>
          <p:nvPr/>
        </p:nvSpPr>
        <p:spPr>
          <a:xfrm>
            <a:off x="433468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3" name="object 243"/>
          <p:cNvSpPr/>
          <p:nvPr/>
        </p:nvSpPr>
        <p:spPr>
          <a:xfrm>
            <a:off x="436092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4" name="object 244"/>
          <p:cNvSpPr/>
          <p:nvPr/>
        </p:nvSpPr>
        <p:spPr>
          <a:xfrm>
            <a:off x="4387374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5" name="object 245"/>
          <p:cNvSpPr/>
          <p:nvPr/>
        </p:nvSpPr>
        <p:spPr>
          <a:xfrm>
            <a:off x="441345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6" name="object 246"/>
          <p:cNvSpPr/>
          <p:nvPr/>
        </p:nvSpPr>
        <p:spPr>
          <a:xfrm>
            <a:off x="443969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7" name="object 247"/>
          <p:cNvSpPr/>
          <p:nvPr/>
        </p:nvSpPr>
        <p:spPr>
          <a:xfrm>
            <a:off x="446592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8" name="object 248"/>
          <p:cNvSpPr/>
          <p:nvPr/>
        </p:nvSpPr>
        <p:spPr>
          <a:xfrm>
            <a:off x="449222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9" name="object 249"/>
          <p:cNvSpPr/>
          <p:nvPr/>
        </p:nvSpPr>
        <p:spPr>
          <a:xfrm>
            <a:off x="4516056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0" name="object 250"/>
          <p:cNvSpPr/>
          <p:nvPr/>
        </p:nvSpPr>
        <p:spPr>
          <a:xfrm>
            <a:off x="454469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1" name="object 251"/>
          <p:cNvSpPr/>
          <p:nvPr/>
        </p:nvSpPr>
        <p:spPr>
          <a:xfrm>
            <a:off x="457099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2" name="object 252"/>
          <p:cNvSpPr/>
          <p:nvPr/>
        </p:nvSpPr>
        <p:spPr>
          <a:xfrm>
            <a:off x="459723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3" name="object 253"/>
          <p:cNvSpPr/>
          <p:nvPr/>
        </p:nvSpPr>
        <p:spPr>
          <a:xfrm>
            <a:off x="462346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4" name="object 254"/>
          <p:cNvSpPr/>
          <p:nvPr/>
        </p:nvSpPr>
        <p:spPr>
          <a:xfrm>
            <a:off x="4649981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5" name="object 255"/>
          <p:cNvSpPr/>
          <p:nvPr/>
        </p:nvSpPr>
        <p:spPr>
          <a:xfrm>
            <a:off x="467600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6" name="object 256"/>
          <p:cNvSpPr/>
          <p:nvPr/>
        </p:nvSpPr>
        <p:spPr>
          <a:xfrm>
            <a:off x="470223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7" name="object 257"/>
          <p:cNvSpPr/>
          <p:nvPr/>
        </p:nvSpPr>
        <p:spPr>
          <a:xfrm>
            <a:off x="472853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8" name="object 258"/>
          <p:cNvSpPr/>
          <p:nvPr/>
        </p:nvSpPr>
        <p:spPr>
          <a:xfrm>
            <a:off x="475477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9" name="object 259"/>
          <p:cNvSpPr/>
          <p:nvPr/>
        </p:nvSpPr>
        <p:spPr>
          <a:xfrm>
            <a:off x="4778616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0" name="object 260"/>
          <p:cNvSpPr/>
          <p:nvPr/>
        </p:nvSpPr>
        <p:spPr>
          <a:xfrm>
            <a:off x="480730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1" name="object 261"/>
          <p:cNvSpPr/>
          <p:nvPr/>
        </p:nvSpPr>
        <p:spPr>
          <a:xfrm>
            <a:off x="483354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2" name="object 262"/>
          <p:cNvSpPr/>
          <p:nvPr/>
        </p:nvSpPr>
        <p:spPr>
          <a:xfrm>
            <a:off x="485977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3" name="object 263"/>
          <p:cNvSpPr/>
          <p:nvPr/>
        </p:nvSpPr>
        <p:spPr>
          <a:xfrm>
            <a:off x="488607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4" name="object 264"/>
          <p:cNvSpPr/>
          <p:nvPr/>
        </p:nvSpPr>
        <p:spPr>
          <a:xfrm>
            <a:off x="4912523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5" name="object 265"/>
          <p:cNvSpPr/>
          <p:nvPr/>
        </p:nvSpPr>
        <p:spPr>
          <a:xfrm>
            <a:off x="493854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6" name="object 266"/>
          <p:cNvSpPr/>
          <p:nvPr/>
        </p:nvSpPr>
        <p:spPr>
          <a:xfrm>
            <a:off x="496484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7" name="object 267"/>
          <p:cNvSpPr/>
          <p:nvPr/>
        </p:nvSpPr>
        <p:spPr>
          <a:xfrm>
            <a:off x="499108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8" name="object 268"/>
          <p:cNvSpPr/>
          <p:nvPr/>
        </p:nvSpPr>
        <p:spPr>
          <a:xfrm>
            <a:off x="501731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9" name="object 269"/>
          <p:cNvSpPr/>
          <p:nvPr/>
        </p:nvSpPr>
        <p:spPr>
          <a:xfrm>
            <a:off x="5041224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0" name="object 270"/>
          <p:cNvSpPr/>
          <p:nvPr/>
        </p:nvSpPr>
        <p:spPr>
          <a:xfrm>
            <a:off x="506985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1" name="object 271"/>
          <p:cNvSpPr/>
          <p:nvPr/>
        </p:nvSpPr>
        <p:spPr>
          <a:xfrm>
            <a:off x="509608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2" name="object 272"/>
          <p:cNvSpPr/>
          <p:nvPr/>
        </p:nvSpPr>
        <p:spPr>
          <a:xfrm>
            <a:off x="512238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3" name="object 273"/>
          <p:cNvSpPr/>
          <p:nvPr/>
        </p:nvSpPr>
        <p:spPr>
          <a:xfrm>
            <a:off x="514862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4" name="object 274"/>
          <p:cNvSpPr/>
          <p:nvPr/>
        </p:nvSpPr>
        <p:spPr>
          <a:xfrm>
            <a:off x="5175102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260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5" name="object 275"/>
          <p:cNvSpPr/>
          <p:nvPr/>
        </p:nvSpPr>
        <p:spPr>
          <a:xfrm>
            <a:off x="520114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6" name="object 276"/>
          <p:cNvSpPr/>
          <p:nvPr/>
        </p:nvSpPr>
        <p:spPr>
          <a:xfrm>
            <a:off x="522738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7" name="object 277"/>
          <p:cNvSpPr/>
          <p:nvPr/>
        </p:nvSpPr>
        <p:spPr>
          <a:xfrm>
            <a:off x="525361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8" name="object 278"/>
          <p:cNvSpPr/>
          <p:nvPr/>
        </p:nvSpPr>
        <p:spPr>
          <a:xfrm>
            <a:off x="527991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9" name="object 279"/>
          <p:cNvSpPr/>
          <p:nvPr/>
        </p:nvSpPr>
        <p:spPr>
          <a:xfrm>
            <a:off x="5303766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0" name="object 280"/>
          <p:cNvSpPr/>
          <p:nvPr/>
        </p:nvSpPr>
        <p:spPr>
          <a:xfrm>
            <a:off x="533238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1" name="object 281"/>
          <p:cNvSpPr/>
          <p:nvPr/>
        </p:nvSpPr>
        <p:spPr>
          <a:xfrm>
            <a:off x="535868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2" name="object 282"/>
          <p:cNvSpPr/>
          <p:nvPr/>
        </p:nvSpPr>
        <p:spPr>
          <a:xfrm>
            <a:off x="538492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3" name="object 283"/>
          <p:cNvSpPr/>
          <p:nvPr/>
        </p:nvSpPr>
        <p:spPr>
          <a:xfrm>
            <a:off x="541115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4" name="object 284"/>
          <p:cNvSpPr/>
          <p:nvPr/>
        </p:nvSpPr>
        <p:spPr>
          <a:xfrm>
            <a:off x="5437644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5" name="object 285"/>
          <p:cNvSpPr/>
          <p:nvPr/>
        </p:nvSpPr>
        <p:spPr>
          <a:xfrm>
            <a:off x="546369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6" name="object 286"/>
          <p:cNvSpPr/>
          <p:nvPr/>
        </p:nvSpPr>
        <p:spPr>
          <a:xfrm>
            <a:off x="548992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7" name="object 287"/>
          <p:cNvSpPr/>
          <p:nvPr/>
        </p:nvSpPr>
        <p:spPr>
          <a:xfrm>
            <a:off x="551626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8" name="object 288"/>
          <p:cNvSpPr/>
          <p:nvPr/>
        </p:nvSpPr>
        <p:spPr>
          <a:xfrm>
            <a:off x="554246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9" name="object 289"/>
          <p:cNvSpPr/>
          <p:nvPr/>
        </p:nvSpPr>
        <p:spPr>
          <a:xfrm>
            <a:off x="5566308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0" name="object 290"/>
          <p:cNvSpPr/>
          <p:nvPr/>
        </p:nvSpPr>
        <p:spPr>
          <a:xfrm>
            <a:off x="559503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1" name="object 291"/>
          <p:cNvSpPr/>
          <p:nvPr/>
        </p:nvSpPr>
        <p:spPr>
          <a:xfrm>
            <a:off x="562126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2" name="object 292"/>
          <p:cNvSpPr/>
          <p:nvPr/>
        </p:nvSpPr>
        <p:spPr>
          <a:xfrm>
            <a:off x="564750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3" name="object 293"/>
          <p:cNvSpPr/>
          <p:nvPr/>
        </p:nvSpPr>
        <p:spPr>
          <a:xfrm>
            <a:off x="567380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4" name="object 294"/>
          <p:cNvSpPr/>
          <p:nvPr/>
        </p:nvSpPr>
        <p:spPr>
          <a:xfrm>
            <a:off x="5700251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5" name="object 295"/>
          <p:cNvSpPr/>
          <p:nvPr/>
        </p:nvSpPr>
        <p:spPr>
          <a:xfrm>
            <a:off x="572627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6" name="object 296"/>
          <p:cNvSpPr/>
          <p:nvPr/>
        </p:nvSpPr>
        <p:spPr>
          <a:xfrm>
            <a:off x="575257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7" name="object 297"/>
          <p:cNvSpPr/>
          <p:nvPr/>
        </p:nvSpPr>
        <p:spPr>
          <a:xfrm>
            <a:off x="577880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8" name="object 298"/>
          <p:cNvSpPr/>
          <p:nvPr/>
        </p:nvSpPr>
        <p:spPr>
          <a:xfrm>
            <a:off x="580504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9" name="object 299"/>
          <p:cNvSpPr/>
          <p:nvPr/>
        </p:nvSpPr>
        <p:spPr>
          <a:xfrm>
            <a:off x="5828914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0" name="object 300"/>
          <p:cNvSpPr/>
          <p:nvPr/>
        </p:nvSpPr>
        <p:spPr>
          <a:xfrm>
            <a:off x="585757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1" name="object 301"/>
          <p:cNvSpPr/>
          <p:nvPr/>
        </p:nvSpPr>
        <p:spPr>
          <a:xfrm>
            <a:off x="588381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2" name="object 302"/>
          <p:cNvSpPr/>
          <p:nvPr/>
        </p:nvSpPr>
        <p:spPr>
          <a:xfrm>
            <a:off x="591010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3" name="object 303"/>
          <p:cNvSpPr/>
          <p:nvPr/>
        </p:nvSpPr>
        <p:spPr>
          <a:xfrm>
            <a:off x="593634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4" name="object 304"/>
          <p:cNvSpPr/>
          <p:nvPr/>
        </p:nvSpPr>
        <p:spPr>
          <a:xfrm>
            <a:off x="5962793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5" name="object 305"/>
          <p:cNvSpPr/>
          <p:nvPr/>
        </p:nvSpPr>
        <p:spPr>
          <a:xfrm>
            <a:off x="598887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6" name="object 306"/>
          <p:cNvSpPr/>
          <p:nvPr/>
        </p:nvSpPr>
        <p:spPr>
          <a:xfrm>
            <a:off x="601511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7" name="object 307"/>
          <p:cNvSpPr/>
          <p:nvPr/>
        </p:nvSpPr>
        <p:spPr>
          <a:xfrm>
            <a:off x="604134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8" name="object 308"/>
          <p:cNvSpPr/>
          <p:nvPr/>
        </p:nvSpPr>
        <p:spPr>
          <a:xfrm>
            <a:off x="606764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9" name="object 309"/>
          <p:cNvSpPr/>
          <p:nvPr/>
        </p:nvSpPr>
        <p:spPr>
          <a:xfrm>
            <a:off x="6091456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0" name="object 310"/>
          <p:cNvSpPr/>
          <p:nvPr/>
        </p:nvSpPr>
        <p:spPr>
          <a:xfrm>
            <a:off x="612011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1" name="object 311"/>
          <p:cNvSpPr/>
          <p:nvPr/>
        </p:nvSpPr>
        <p:spPr>
          <a:xfrm>
            <a:off x="614641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2" name="object 312"/>
          <p:cNvSpPr/>
          <p:nvPr/>
        </p:nvSpPr>
        <p:spPr>
          <a:xfrm>
            <a:off x="617265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3" name="object 313"/>
          <p:cNvSpPr/>
          <p:nvPr/>
        </p:nvSpPr>
        <p:spPr>
          <a:xfrm>
            <a:off x="619888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4" name="object 314"/>
          <p:cNvSpPr/>
          <p:nvPr/>
        </p:nvSpPr>
        <p:spPr>
          <a:xfrm>
            <a:off x="6225335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5" name="object 315"/>
          <p:cNvSpPr/>
          <p:nvPr/>
        </p:nvSpPr>
        <p:spPr>
          <a:xfrm>
            <a:off x="625142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6" name="object 316"/>
          <p:cNvSpPr/>
          <p:nvPr/>
        </p:nvSpPr>
        <p:spPr>
          <a:xfrm>
            <a:off x="627765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7" name="object 317"/>
          <p:cNvSpPr/>
          <p:nvPr/>
        </p:nvSpPr>
        <p:spPr>
          <a:xfrm>
            <a:off x="630395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8" name="object 318"/>
          <p:cNvSpPr/>
          <p:nvPr/>
        </p:nvSpPr>
        <p:spPr>
          <a:xfrm>
            <a:off x="633018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9" name="object 319"/>
          <p:cNvSpPr/>
          <p:nvPr/>
        </p:nvSpPr>
        <p:spPr>
          <a:xfrm>
            <a:off x="6353999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0" name="object 320"/>
          <p:cNvSpPr/>
          <p:nvPr/>
        </p:nvSpPr>
        <p:spPr>
          <a:xfrm>
            <a:off x="638272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1" name="object 321"/>
          <p:cNvSpPr/>
          <p:nvPr/>
        </p:nvSpPr>
        <p:spPr>
          <a:xfrm>
            <a:off x="640896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2" name="object 322"/>
          <p:cNvSpPr/>
          <p:nvPr/>
        </p:nvSpPr>
        <p:spPr>
          <a:xfrm>
            <a:off x="643519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3" name="object 323"/>
          <p:cNvSpPr/>
          <p:nvPr/>
        </p:nvSpPr>
        <p:spPr>
          <a:xfrm>
            <a:off x="646149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4" name="object 324"/>
          <p:cNvSpPr/>
          <p:nvPr/>
        </p:nvSpPr>
        <p:spPr>
          <a:xfrm>
            <a:off x="6487942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5" name="object 325"/>
          <p:cNvSpPr/>
          <p:nvPr/>
        </p:nvSpPr>
        <p:spPr>
          <a:xfrm>
            <a:off x="651396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6" name="object 326"/>
          <p:cNvSpPr/>
          <p:nvPr/>
        </p:nvSpPr>
        <p:spPr>
          <a:xfrm>
            <a:off x="654026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7" name="object 327"/>
          <p:cNvSpPr/>
          <p:nvPr/>
        </p:nvSpPr>
        <p:spPr>
          <a:xfrm>
            <a:off x="656650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8" name="object 328"/>
          <p:cNvSpPr/>
          <p:nvPr/>
        </p:nvSpPr>
        <p:spPr>
          <a:xfrm>
            <a:off x="659273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9" name="object 329"/>
          <p:cNvSpPr/>
          <p:nvPr/>
        </p:nvSpPr>
        <p:spPr>
          <a:xfrm>
            <a:off x="6616606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0" name="object 330"/>
          <p:cNvSpPr/>
          <p:nvPr/>
        </p:nvSpPr>
        <p:spPr>
          <a:xfrm>
            <a:off x="664527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1" name="object 331"/>
          <p:cNvSpPr/>
          <p:nvPr/>
        </p:nvSpPr>
        <p:spPr>
          <a:xfrm>
            <a:off x="667150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2" name="object 332"/>
          <p:cNvSpPr/>
          <p:nvPr/>
        </p:nvSpPr>
        <p:spPr>
          <a:xfrm>
            <a:off x="669780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3" name="object 333"/>
          <p:cNvSpPr/>
          <p:nvPr/>
        </p:nvSpPr>
        <p:spPr>
          <a:xfrm>
            <a:off x="672404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4" name="object 334"/>
          <p:cNvSpPr/>
          <p:nvPr/>
        </p:nvSpPr>
        <p:spPr>
          <a:xfrm>
            <a:off x="6750484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5" name="object 335"/>
          <p:cNvSpPr/>
          <p:nvPr/>
        </p:nvSpPr>
        <p:spPr>
          <a:xfrm>
            <a:off x="6776568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6" name="object 336"/>
          <p:cNvSpPr/>
          <p:nvPr/>
        </p:nvSpPr>
        <p:spPr>
          <a:xfrm>
            <a:off x="680280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7" name="object 337"/>
          <p:cNvSpPr/>
          <p:nvPr/>
        </p:nvSpPr>
        <p:spPr>
          <a:xfrm>
            <a:off x="682903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8" name="object 338"/>
          <p:cNvSpPr/>
          <p:nvPr/>
        </p:nvSpPr>
        <p:spPr>
          <a:xfrm>
            <a:off x="6855339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9" name="object 339"/>
          <p:cNvSpPr/>
          <p:nvPr/>
        </p:nvSpPr>
        <p:spPr>
          <a:xfrm>
            <a:off x="6879163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0" name="object 340"/>
          <p:cNvSpPr/>
          <p:nvPr/>
        </p:nvSpPr>
        <p:spPr>
          <a:xfrm>
            <a:off x="690780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1" name="object 341"/>
          <p:cNvSpPr/>
          <p:nvPr/>
        </p:nvSpPr>
        <p:spPr>
          <a:xfrm>
            <a:off x="693403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2" name="object 342"/>
          <p:cNvSpPr/>
          <p:nvPr/>
        </p:nvSpPr>
        <p:spPr>
          <a:xfrm>
            <a:off x="696034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3" name="object 343"/>
          <p:cNvSpPr/>
          <p:nvPr/>
        </p:nvSpPr>
        <p:spPr>
          <a:xfrm>
            <a:off x="698657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4" name="object 344"/>
          <p:cNvSpPr/>
          <p:nvPr/>
        </p:nvSpPr>
        <p:spPr>
          <a:xfrm>
            <a:off x="7013026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5" name="object 345"/>
          <p:cNvSpPr/>
          <p:nvPr/>
        </p:nvSpPr>
        <p:spPr>
          <a:xfrm>
            <a:off x="703911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6" name="object 346"/>
          <p:cNvSpPr/>
          <p:nvPr/>
        </p:nvSpPr>
        <p:spPr>
          <a:xfrm>
            <a:off x="706534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7" name="object 347"/>
          <p:cNvSpPr/>
          <p:nvPr/>
        </p:nvSpPr>
        <p:spPr>
          <a:xfrm>
            <a:off x="709157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8" name="object 348"/>
          <p:cNvSpPr/>
          <p:nvPr/>
        </p:nvSpPr>
        <p:spPr>
          <a:xfrm>
            <a:off x="711788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9" name="object 349"/>
          <p:cNvSpPr/>
          <p:nvPr/>
        </p:nvSpPr>
        <p:spPr>
          <a:xfrm>
            <a:off x="7141707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4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0" name="object 350"/>
          <p:cNvSpPr/>
          <p:nvPr/>
        </p:nvSpPr>
        <p:spPr>
          <a:xfrm>
            <a:off x="717034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1" name="object 351"/>
          <p:cNvSpPr/>
          <p:nvPr/>
        </p:nvSpPr>
        <p:spPr>
          <a:xfrm>
            <a:off x="719665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2" name="object 352"/>
          <p:cNvSpPr/>
          <p:nvPr/>
        </p:nvSpPr>
        <p:spPr>
          <a:xfrm>
            <a:off x="722288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3" name="object 353"/>
          <p:cNvSpPr/>
          <p:nvPr/>
        </p:nvSpPr>
        <p:spPr>
          <a:xfrm>
            <a:off x="724911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4" name="object 354"/>
          <p:cNvSpPr/>
          <p:nvPr/>
        </p:nvSpPr>
        <p:spPr>
          <a:xfrm>
            <a:off x="7275634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5" name="object 355"/>
          <p:cNvSpPr/>
          <p:nvPr/>
        </p:nvSpPr>
        <p:spPr>
          <a:xfrm>
            <a:off x="730165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6" name="object 356"/>
          <p:cNvSpPr/>
          <p:nvPr/>
        </p:nvSpPr>
        <p:spPr>
          <a:xfrm>
            <a:off x="732788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7" name="object 357"/>
          <p:cNvSpPr/>
          <p:nvPr/>
        </p:nvSpPr>
        <p:spPr>
          <a:xfrm>
            <a:off x="735419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8" name="object 358"/>
          <p:cNvSpPr/>
          <p:nvPr/>
        </p:nvSpPr>
        <p:spPr>
          <a:xfrm>
            <a:off x="738042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9" name="object 359"/>
          <p:cNvSpPr/>
          <p:nvPr/>
        </p:nvSpPr>
        <p:spPr>
          <a:xfrm>
            <a:off x="7404240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0" name="object 360"/>
          <p:cNvSpPr/>
          <p:nvPr/>
        </p:nvSpPr>
        <p:spPr>
          <a:xfrm>
            <a:off x="743296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1" name="object 361"/>
          <p:cNvSpPr/>
          <p:nvPr/>
        </p:nvSpPr>
        <p:spPr>
          <a:xfrm>
            <a:off x="745919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2" name="object 362"/>
          <p:cNvSpPr/>
          <p:nvPr/>
        </p:nvSpPr>
        <p:spPr>
          <a:xfrm>
            <a:off x="748542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3" name="object 363"/>
          <p:cNvSpPr/>
          <p:nvPr/>
        </p:nvSpPr>
        <p:spPr>
          <a:xfrm>
            <a:off x="751173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4" name="object 364"/>
          <p:cNvSpPr/>
          <p:nvPr/>
        </p:nvSpPr>
        <p:spPr>
          <a:xfrm>
            <a:off x="7538175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5" name="object 365"/>
          <p:cNvSpPr/>
          <p:nvPr/>
        </p:nvSpPr>
        <p:spPr>
          <a:xfrm>
            <a:off x="756419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6" name="object 366"/>
          <p:cNvSpPr/>
          <p:nvPr/>
        </p:nvSpPr>
        <p:spPr>
          <a:xfrm>
            <a:off x="7590501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7" name="object 367"/>
          <p:cNvSpPr/>
          <p:nvPr/>
        </p:nvSpPr>
        <p:spPr>
          <a:xfrm>
            <a:off x="761673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8" name="object 368"/>
          <p:cNvSpPr/>
          <p:nvPr/>
        </p:nvSpPr>
        <p:spPr>
          <a:xfrm>
            <a:off x="764296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9" name="object 369"/>
          <p:cNvSpPr/>
          <p:nvPr/>
        </p:nvSpPr>
        <p:spPr>
          <a:xfrm>
            <a:off x="7666857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0" name="object 370"/>
          <p:cNvSpPr/>
          <p:nvPr/>
        </p:nvSpPr>
        <p:spPr>
          <a:xfrm>
            <a:off x="769549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1" name="object 371"/>
          <p:cNvSpPr/>
          <p:nvPr/>
        </p:nvSpPr>
        <p:spPr>
          <a:xfrm>
            <a:off x="772173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2" name="object 372"/>
          <p:cNvSpPr/>
          <p:nvPr/>
        </p:nvSpPr>
        <p:spPr>
          <a:xfrm>
            <a:off x="774803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3" name="object 373"/>
          <p:cNvSpPr/>
          <p:nvPr/>
        </p:nvSpPr>
        <p:spPr>
          <a:xfrm>
            <a:off x="777426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4" name="object 374"/>
          <p:cNvSpPr/>
          <p:nvPr/>
        </p:nvSpPr>
        <p:spPr>
          <a:xfrm>
            <a:off x="7800717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5" name="object 375"/>
          <p:cNvSpPr/>
          <p:nvPr/>
        </p:nvSpPr>
        <p:spPr>
          <a:xfrm>
            <a:off x="782680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6" name="object 376"/>
          <p:cNvSpPr/>
          <p:nvPr/>
        </p:nvSpPr>
        <p:spPr>
          <a:xfrm>
            <a:off x="785303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7" name="object 377"/>
          <p:cNvSpPr/>
          <p:nvPr/>
        </p:nvSpPr>
        <p:spPr>
          <a:xfrm>
            <a:off x="787926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8" name="object 378"/>
          <p:cNvSpPr/>
          <p:nvPr/>
        </p:nvSpPr>
        <p:spPr>
          <a:xfrm>
            <a:off x="790557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9" name="object 379"/>
          <p:cNvSpPr/>
          <p:nvPr/>
        </p:nvSpPr>
        <p:spPr>
          <a:xfrm>
            <a:off x="7929399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0" name="object 380"/>
          <p:cNvSpPr/>
          <p:nvPr/>
        </p:nvSpPr>
        <p:spPr>
          <a:xfrm>
            <a:off x="795803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1" name="object 381"/>
          <p:cNvSpPr/>
          <p:nvPr/>
        </p:nvSpPr>
        <p:spPr>
          <a:xfrm>
            <a:off x="798434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2" name="object 382"/>
          <p:cNvSpPr/>
          <p:nvPr/>
        </p:nvSpPr>
        <p:spPr>
          <a:xfrm>
            <a:off x="801057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3" name="object 383"/>
          <p:cNvSpPr/>
          <p:nvPr/>
        </p:nvSpPr>
        <p:spPr>
          <a:xfrm>
            <a:off x="803680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4" name="object 384"/>
          <p:cNvSpPr/>
          <p:nvPr/>
        </p:nvSpPr>
        <p:spPr>
          <a:xfrm>
            <a:off x="8063324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5" name="object 385"/>
          <p:cNvSpPr/>
          <p:nvPr/>
        </p:nvSpPr>
        <p:spPr>
          <a:xfrm>
            <a:off x="808934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6" name="object 386"/>
          <p:cNvSpPr/>
          <p:nvPr/>
        </p:nvSpPr>
        <p:spPr>
          <a:xfrm>
            <a:off x="811557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7" name="object 387"/>
          <p:cNvSpPr/>
          <p:nvPr/>
        </p:nvSpPr>
        <p:spPr>
          <a:xfrm>
            <a:off x="814188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8" name="object 388"/>
          <p:cNvSpPr/>
          <p:nvPr/>
        </p:nvSpPr>
        <p:spPr>
          <a:xfrm>
            <a:off x="816811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9" name="object 389"/>
          <p:cNvSpPr/>
          <p:nvPr/>
        </p:nvSpPr>
        <p:spPr>
          <a:xfrm>
            <a:off x="8191950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0" name="object 390"/>
          <p:cNvSpPr/>
          <p:nvPr/>
        </p:nvSpPr>
        <p:spPr>
          <a:xfrm>
            <a:off x="822065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1" name="object 391"/>
          <p:cNvSpPr/>
          <p:nvPr/>
        </p:nvSpPr>
        <p:spPr>
          <a:xfrm>
            <a:off x="824688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2" name="object 392"/>
          <p:cNvSpPr/>
          <p:nvPr/>
        </p:nvSpPr>
        <p:spPr>
          <a:xfrm>
            <a:off x="827311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3" name="object 393"/>
          <p:cNvSpPr/>
          <p:nvPr/>
        </p:nvSpPr>
        <p:spPr>
          <a:xfrm>
            <a:off x="829942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4" name="object 394"/>
          <p:cNvSpPr/>
          <p:nvPr/>
        </p:nvSpPr>
        <p:spPr>
          <a:xfrm>
            <a:off x="8325867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5" name="object 395"/>
          <p:cNvSpPr/>
          <p:nvPr/>
        </p:nvSpPr>
        <p:spPr>
          <a:xfrm>
            <a:off x="835188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6" name="object 396"/>
          <p:cNvSpPr/>
          <p:nvPr/>
        </p:nvSpPr>
        <p:spPr>
          <a:xfrm>
            <a:off x="837819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7" name="object 397"/>
          <p:cNvSpPr/>
          <p:nvPr/>
        </p:nvSpPr>
        <p:spPr>
          <a:xfrm>
            <a:off x="840442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8" name="object 398"/>
          <p:cNvSpPr/>
          <p:nvPr/>
        </p:nvSpPr>
        <p:spPr>
          <a:xfrm>
            <a:off x="843065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9" name="object 399"/>
          <p:cNvSpPr/>
          <p:nvPr/>
        </p:nvSpPr>
        <p:spPr>
          <a:xfrm>
            <a:off x="8454567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0" name="object 400"/>
          <p:cNvSpPr/>
          <p:nvPr/>
        </p:nvSpPr>
        <p:spPr>
          <a:xfrm>
            <a:off x="848319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1" name="object 401"/>
          <p:cNvSpPr/>
          <p:nvPr/>
        </p:nvSpPr>
        <p:spPr>
          <a:xfrm>
            <a:off x="850942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2" name="object 402"/>
          <p:cNvSpPr/>
          <p:nvPr/>
        </p:nvSpPr>
        <p:spPr>
          <a:xfrm>
            <a:off x="853572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3" name="object 403"/>
          <p:cNvSpPr/>
          <p:nvPr/>
        </p:nvSpPr>
        <p:spPr>
          <a:xfrm>
            <a:off x="856195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4" name="object 404"/>
          <p:cNvSpPr/>
          <p:nvPr/>
        </p:nvSpPr>
        <p:spPr>
          <a:xfrm>
            <a:off x="8588446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260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5" name="object 405"/>
          <p:cNvSpPr/>
          <p:nvPr/>
        </p:nvSpPr>
        <p:spPr>
          <a:xfrm>
            <a:off x="861449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6" name="object 406"/>
          <p:cNvSpPr/>
          <p:nvPr/>
        </p:nvSpPr>
        <p:spPr>
          <a:xfrm>
            <a:off x="864072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7" name="object 407"/>
          <p:cNvSpPr/>
          <p:nvPr/>
        </p:nvSpPr>
        <p:spPr>
          <a:xfrm>
            <a:off x="866695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8" name="object 408"/>
          <p:cNvSpPr/>
          <p:nvPr/>
        </p:nvSpPr>
        <p:spPr>
          <a:xfrm>
            <a:off x="869326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9" name="object 409"/>
          <p:cNvSpPr/>
          <p:nvPr/>
        </p:nvSpPr>
        <p:spPr>
          <a:xfrm>
            <a:off x="8717108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0" name="object 410"/>
          <p:cNvSpPr/>
          <p:nvPr/>
        </p:nvSpPr>
        <p:spPr>
          <a:xfrm>
            <a:off x="874572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1" name="object 411"/>
          <p:cNvSpPr/>
          <p:nvPr/>
        </p:nvSpPr>
        <p:spPr>
          <a:xfrm>
            <a:off x="877203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2" name="object 412"/>
          <p:cNvSpPr/>
          <p:nvPr/>
        </p:nvSpPr>
        <p:spPr>
          <a:xfrm>
            <a:off x="879826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3" name="object 413"/>
          <p:cNvSpPr/>
          <p:nvPr/>
        </p:nvSpPr>
        <p:spPr>
          <a:xfrm>
            <a:off x="8824496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4" name="object 414"/>
          <p:cNvSpPr/>
          <p:nvPr/>
        </p:nvSpPr>
        <p:spPr>
          <a:xfrm>
            <a:off x="8850989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5" name="object 415"/>
          <p:cNvSpPr/>
          <p:nvPr/>
        </p:nvSpPr>
        <p:spPr>
          <a:xfrm>
            <a:off x="8877035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6" name="object 416"/>
          <p:cNvSpPr/>
          <p:nvPr/>
        </p:nvSpPr>
        <p:spPr>
          <a:xfrm>
            <a:off x="8903267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7" name="object 417"/>
          <p:cNvSpPr/>
          <p:nvPr/>
        </p:nvSpPr>
        <p:spPr>
          <a:xfrm>
            <a:off x="892961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8" name="object 418"/>
          <p:cNvSpPr/>
          <p:nvPr/>
        </p:nvSpPr>
        <p:spPr>
          <a:xfrm>
            <a:off x="895584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9" name="object 419"/>
          <p:cNvSpPr/>
          <p:nvPr/>
        </p:nvSpPr>
        <p:spPr>
          <a:xfrm>
            <a:off x="8979650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0" name="object 420"/>
          <p:cNvSpPr/>
          <p:nvPr/>
        </p:nvSpPr>
        <p:spPr>
          <a:xfrm>
            <a:off x="900838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1" name="object 421"/>
          <p:cNvSpPr/>
          <p:nvPr/>
        </p:nvSpPr>
        <p:spPr>
          <a:xfrm>
            <a:off x="9034613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2" name="object 422"/>
          <p:cNvSpPr/>
          <p:nvPr/>
        </p:nvSpPr>
        <p:spPr>
          <a:xfrm>
            <a:off x="906084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3" name="object 423"/>
          <p:cNvSpPr/>
          <p:nvPr/>
        </p:nvSpPr>
        <p:spPr>
          <a:xfrm>
            <a:off x="908715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4" name="object 424"/>
          <p:cNvSpPr/>
          <p:nvPr/>
        </p:nvSpPr>
        <p:spPr>
          <a:xfrm>
            <a:off x="9113595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5" name="object 425"/>
          <p:cNvSpPr/>
          <p:nvPr/>
        </p:nvSpPr>
        <p:spPr>
          <a:xfrm>
            <a:off x="913961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6" name="object 426"/>
          <p:cNvSpPr/>
          <p:nvPr/>
        </p:nvSpPr>
        <p:spPr>
          <a:xfrm>
            <a:off x="9165920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7" name="object 427"/>
          <p:cNvSpPr/>
          <p:nvPr/>
        </p:nvSpPr>
        <p:spPr>
          <a:xfrm>
            <a:off x="919215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8" name="object 428"/>
          <p:cNvSpPr/>
          <p:nvPr/>
        </p:nvSpPr>
        <p:spPr>
          <a:xfrm>
            <a:off x="921838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9" name="object 429"/>
          <p:cNvSpPr/>
          <p:nvPr/>
        </p:nvSpPr>
        <p:spPr>
          <a:xfrm>
            <a:off x="9242257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0" name="object 430"/>
          <p:cNvSpPr/>
          <p:nvPr/>
        </p:nvSpPr>
        <p:spPr>
          <a:xfrm>
            <a:off x="9270922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1" name="object 431"/>
          <p:cNvSpPr/>
          <p:nvPr/>
        </p:nvSpPr>
        <p:spPr>
          <a:xfrm>
            <a:off x="9297154" y="1951207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2" name="object 432"/>
          <p:cNvSpPr/>
          <p:nvPr/>
        </p:nvSpPr>
        <p:spPr>
          <a:xfrm>
            <a:off x="9323747" y="1951207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3" name="object 433"/>
          <p:cNvSpPr/>
          <p:nvPr/>
        </p:nvSpPr>
        <p:spPr>
          <a:xfrm>
            <a:off x="9349682" y="1951207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9" y="-6109"/>
                </a:moveTo>
                <a:lnTo>
                  <a:pt x="1229" y="133502"/>
                </a:lnTo>
              </a:path>
            </a:pathLst>
          </a:custGeom>
          <a:ln w="14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4" name="object 434"/>
          <p:cNvSpPr/>
          <p:nvPr/>
        </p:nvSpPr>
        <p:spPr>
          <a:xfrm>
            <a:off x="9376351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5" name="object 435"/>
          <p:cNvSpPr/>
          <p:nvPr/>
        </p:nvSpPr>
        <p:spPr>
          <a:xfrm>
            <a:off x="9402296" y="1951207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6" name="object 436"/>
          <p:cNvSpPr/>
          <p:nvPr/>
        </p:nvSpPr>
        <p:spPr>
          <a:xfrm>
            <a:off x="9428240" y="1951207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7" name="object 437"/>
          <p:cNvSpPr/>
          <p:nvPr/>
        </p:nvSpPr>
        <p:spPr>
          <a:xfrm>
            <a:off x="9454907" y="1951207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8" name="object 438"/>
          <p:cNvSpPr/>
          <p:nvPr/>
        </p:nvSpPr>
        <p:spPr>
          <a:xfrm>
            <a:off x="9480852" y="1951207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9" name="object 439"/>
          <p:cNvSpPr/>
          <p:nvPr/>
        </p:nvSpPr>
        <p:spPr>
          <a:xfrm>
            <a:off x="9505085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0" name="object 440"/>
          <p:cNvSpPr/>
          <p:nvPr/>
        </p:nvSpPr>
        <p:spPr>
          <a:xfrm>
            <a:off x="9533455" y="1951207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1" name="object 441"/>
          <p:cNvSpPr/>
          <p:nvPr/>
        </p:nvSpPr>
        <p:spPr>
          <a:xfrm>
            <a:off x="9559363" y="1951207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48" y="-6109"/>
                </a:moveTo>
                <a:lnTo>
                  <a:pt x="1848" y="133502"/>
                </a:lnTo>
              </a:path>
            </a:pathLst>
          </a:custGeom>
          <a:ln w="159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2" name="object 442"/>
          <p:cNvSpPr/>
          <p:nvPr/>
        </p:nvSpPr>
        <p:spPr>
          <a:xfrm>
            <a:off x="9586067" y="1951207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3" name="object 443"/>
          <p:cNvSpPr/>
          <p:nvPr/>
        </p:nvSpPr>
        <p:spPr>
          <a:xfrm>
            <a:off x="9612011" y="1951207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4" name="object 444"/>
          <p:cNvSpPr/>
          <p:nvPr/>
        </p:nvSpPr>
        <p:spPr>
          <a:xfrm>
            <a:off x="9638680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5" name="object 445"/>
          <p:cNvSpPr/>
          <p:nvPr/>
        </p:nvSpPr>
        <p:spPr>
          <a:xfrm>
            <a:off x="9664615" y="1951207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6" name="object 446"/>
          <p:cNvSpPr/>
          <p:nvPr/>
        </p:nvSpPr>
        <p:spPr>
          <a:xfrm>
            <a:off x="9691282" y="1951207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7" name="object 447"/>
          <p:cNvSpPr/>
          <p:nvPr/>
        </p:nvSpPr>
        <p:spPr>
          <a:xfrm>
            <a:off x="9717227" y="1951207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8" name="object 448"/>
          <p:cNvSpPr/>
          <p:nvPr/>
        </p:nvSpPr>
        <p:spPr>
          <a:xfrm>
            <a:off x="9743172" y="1951207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9" name="object 449"/>
          <p:cNvSpPr/>
          <p:nvPr/>
        </p:nvSpPr>
        <p:spPr>
          <a:xfrm>
            <a:off x="9767405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0" name="object 450"/>
          <p:cNvSpPr/>
          <p:nvPr/>
        </p:nvSpPr>
        <p:spPr>
          <a:xfrm>
            <a:off x="9795784" y="1951207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1" name="object 451"/>
          <p:cNvSpPr/>
          <p:nvPr/>
        </p:nvSpPr>
        <p:spPr>
          <a:xfrm>
            <a:off x="9822442" y="1951207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9" y="-6109"/>
                </a:moveTo>
                <a:lnTo>
                  <a:pt x="1229" y="133502"/>
                </a:lnTo>
              </a:path>
            </a:pathLst>
          </a:custGeom>
          <a:ln w="14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2" name="object 452"/>
          <p:cNvSpPr/>
          <p:nvPr/>
        </p:nvSpPr>
        <p:spPr>
          <a:xfrm>
            <a:off x="9848387" y="1951207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3" name="object 453"/>
          <p:cNvSpPr/>
          <p:nvPr/>
        </p:nvSpPr>
        <p:spPr>
          <a:xfrm>
            <a:off x="9875054" y="1951207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4" name="object 454"/>
          <p:cNvSpPr/>
          <p:nvPr/>
        </p:nvSpPr>
        <p:spPr>
          <a:xfrm>
            <a:off x="9900999" y="1951420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5" name="object 455"/>
          <p:cNvSpPr/>
          <p:nvPr/>
        </p:nvSpPr>
        <p:spPr>
          <a:xfrm>
            <a:off x="9927666" y="1951207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6" name="object 456"/>
          <p:cNvSpPr/>
          <p:nvPr/>
        </p:nvSpPr>
        <p:spPr>
          <a:xfrm>
            <a:off x="9953611" y="1951207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7" name="object 457"/>
          <p:cNvSpPr/>
          <p:nvPr/>
        </p:nvSpPr>
        <p:spPr>
          <a:xfrm>
            <a:off x="9979546" y="1951207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8" name="object 458"/>
          <p:cNvSpPr/>
          <p:nvPr/>
        </p:nvSpPr>
        <p:spPr>
          <a:xfrm>
            <a:off x="10006214" y="1951207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9" name="object 459"/>
          <p:cNvSpPr/>
          <p:nvPr/>
        </p:nvSpPr>
        <p:spPr>
          <a:xfrm>
            <a:off x="10029736" y="1945269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0" name="object 460"/>
          <p:cNvSpPr/>
          <p:nvPr/>
        </p:nvSpPr>
        <p:spPr>
          <a:xfrm>
            <a:off x="2173301" y="2100966"/>
            <a:ext cx="44831" cy="6725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1" name="object 461"/>
          <p:cNvSpPr/>
          <p:nvPr/>
        </p:nvSpPr>
        <p:spPr>
          <a:xfrm>
            <a:off x="2435870" y="2102124"/>
            <a:ext cx="38607" cy="6483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2" name="object 462"/>
          <p:cNvSpPr/>
          <p:nvPr/>
        </p:nvSpPr>
        <p:spPr>
          <a:xfrm>
            <a:off x="2698412" y="2100966"/>
            <a:ext cx="41210" cy="659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3" name="object 463"/>
          <p:cNvSpPr/>
          <p:nvPr/>
        </p:nvSpPr>
        <p:spPr>
          <a:xfrm>
            <a:off x="2961029" y="2100966"/>
            <a:ext cx="42692" cy="6725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4" name="object 464"/>
          <p:cNvSpPr/>
          <p:nvPr/>
        </p:nvSpPr>
        <p:spPr>
          <a:xfrm>
            <a:off x="3223562" y="2102124"/>
            <a:ext cx="47220" cy="6483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5" name="object 465"/>
          <p:cNvSpPr/>
          <p:nvPr/>
        </p:nvSpPr>
        <p:spPr>
          <a:xfrm>
            <a:off x="3486103" y="2102124"/>
            <a:ext cx="41969" cy="6609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6" name="object 466"/>
          <p:cNvSpPr/>
          <p:nvPr/>
        </p:nvSpPr>
        <p:spPr>
          <a:xfrm>
            <a:off x="3748705" y="2100966"/>
            <a:ext cx="44809" cy="6725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7" name="object 467"/>
          <p:cNvSpPr/>
          <p:nvPr/>
        </p:nvSpPr>
        <p:spPr>
          <a:xfrm>
            <a:off x="4011289" y="2102124"/>
            <a:ext cx="41645" cy="6483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8" name="object 468"/>
          <p:cNvSpPr/>
          <p:nvPr/>
        </p:nvSpPr>
        <p:spPr>
          <a:xfrm>
            <a:off x="4273831" y="2100966"/>
            <a:ext cx="44470" cy="6725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9" name="object 469"/>
          <p:cNvSpPr/>
          <p:nvPr/>
        </p:nvSpPr>
        <p:spPr>
          <a:xfrm>
            <a:off x="4536373" y="2100966"/>
            <a:ext cx="44757" cy="6725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0" name="object 470"/>
          <p:cNvSpPr/>
          <p:nvPr/>
        </p:nvSpPr>
        <p:spPr>
          <a:xfrm>
            <a:off x="4803149" y="2100966"/>
            <a:ext cx="97509" cy="6725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1" name="object 471"/>
          <p:cNvSpPr/>
          <p:nvPr/>
        </p:nvSpPr>
        <p:spPr>
          <a:xfrm>
            <a:off x="5061523" y="2102124"/>
            <a:ext cx="95230" cy="6483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2" name="object 472"/>
          <p:cNvSpPr/>
          <p:nvPr/>
        </p:nvSpPr>
        <p:spPr>
          <a:xfrm>
            <a:off x="5324064" y="2100966"/>
            <a:ext cx="94544" cy="6599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3" name="object 473"/>
          <p:cNvSpPr/>
          <p:nvPr/>
        </p:nvSpPr>
        <p:spPr>
          <a:xfrm>
            <a:off x="5586681" y="2100966"/>
            <a:ext cx="96239" cy="6725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4" name="object 474"/>
          <p:cNvSpPr/>
          <p:nvPr/>
        </p:nvSpPr>
        <p:spPr>
          <a:xfrm>
            <a:off x="5849214" y="2102124"/>
            <a:ext cx="98416" cy="6483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5" name="object 475"/>
          <p:cNvSpPr/>
          <p:nvPr/>
        </p:nvSpPr>
        <p:spPr>
          <a:xfrm>
            <a:off x="6111756" y="2102124"/>
            <a:ext cx="95665" cy="6609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6" name="object 476"/>
          <p:cNvSpPr/>
          <p:nvPr/>
        </p:nvSpPr>
        <p:spPr>
          <a:xfrm>
            <a:off x="6374371" y="2100966"/>
            <a:ext cx="97834" cy="6725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7" name="object 477"/>
          <p:cNvSpPr/>
          <p:nvPr/>
        </p:nvSpPr>
        <p:spPr>
          <a:xfrm>
            <a:off x="6636906" y="2102124"/>
            <a:ext cx="95814" cy="6483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8" name="object 478"/>
          <p:cNvSpPr/>
          <p:nvPr/>
        </p:nvSpPr>
        <p:spPr>
          <a:xfrm>
            <a:off x="6899447" y="2100966"/>
            <a:ext cx="97408" cy="6725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9" name="object 479"/>
          <p:cNvSpPr/>
          <p:nvPr/>
        </p:nvSpPr>
        <p:spPr>
          <a:xfrm>
            <a:off x="7162027" y="2100966"/>
            <a:ext cx="97193" cy="67257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0" name="object 480"/>
          <p:cNvSpPr/>
          <p:nvPr/>
        </p:nvSpPr>
        <p:spPr>
          <a:xfrm>
            <a:off x="7421380" y="2100966"/>
            <a:ext cx="100767" cy="67257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1" name="object 481"/>
          <p:cNvSpPr/>
          <p:nvPr/>
        </p:nvSpPr>
        <p:spPr>
          <a:xfrm>
            <a:off x="7683916" y="2100966"/>
            <a:ext cx="98450" cy="65997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2" name="object 482"/>
          <p:cNvSpPr/>
          <p:nvPr/>
        </p:nvSpPr>
        <p:spPr>
          <a:xfrm>
            <a:off x="7946457" y="2100966"/>
            <a:ext cx="97802" cy="65997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3" name="object 483"/>
          <p:cNvSpPr/>
          <p:nvPr/>
        </p:nvSpPr>
        <p:spPr>
          <a:xfrm>
            <a:off x="8209074" y="2100966"/>
            <a:ext cx="99497" cy="6725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4" name="object 484"/>
          <p:cNvSpPr/>
          <p:nvPr/>
        </p:nvSpPr>
        <p:spPr>
          <a:xfrm>
            <a:off x="8471616" y="2100966"/>
            <a:ext cx="101669" cy="65997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5" name="object 485"/>
          <p:cNvSpPr/>
          <p:nvPr/>
        </p:nvSpPr>
        <p:spPr>
          <a:xfrm>
            <a:off x="8734144" y="2100966"/>
            <a:ext cx="98926" cy="67257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6" name="object 486"/>
          <p:cNvSpPr/>
          <p:nvPr/>
        </p:nvSpPr>
        <p:spPr>
          <a:xfrm>
            <a:off x="8996762" y="2100966"/>
            <a:ext cx="101097" cy="67257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7" name="object 487"/>
          <p:cNvSpPr/>
          <p:nvPr/>
        </p:nvSpPr>
        <p:spPr>
          <a:xfrm>
            <a:off x="9259303" y="2100966"/>
            <a:ext cx="99065" cy="65997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8" name="object 488"/>
          <p:cNvSpPr/>
          <p:nvPr/>
        </p:nvSpPr>
        <p:spPr>
          <a:xfrm>
            <a:off x="9522136" y="2100966"/>
            <a:ext cx="100037" cy="67257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9" name="object 489"/>
          <p:cNvSpPr/>
          <p:nvPr/>
        </p:nvSpPr>
        <p:spPr>
          <a:xfrm>
            <a:off x="9784456" y="2100966"/>
            <a:ext cx="99969" cy="67257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0" name="object 490"/>
          <p:cNvSpPr/>
          <p:nvPr/>
        </p:nvSpPr>
        <p:spPr>
          <a:xfrm>
            <a:off x="2152982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1" name="object 491"/>
          <p:cNvSpPr/>
          <p:nvPr/>
        </p:nvSpPr>
        <p:spPr>
          <a:xfrm>
            <a:off x="218165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2" name="object 492"/>
          <p:cNvSpPr/>
          <p:nvPr/>
        </p:nvSpPr>
        <p:spPr>
          <a:xfrm>
            <a:off x="220788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3" name="object 493"/>
          <p:cNvSpPr/>
          <p:nvPr/>
        </p:nvSpPr>
        <p:spPr>
          <a:xfrm>
            <a:off x="223415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4" name="object 494"/>
          <p:cNvSpPr/>
          <p:nvPr/>
        </p:nvSpPr>
        <p:spPr>
          <a:xfrm>
            <a:off x="226042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5" name="object 495"/>
          <p:cNvSpPr/>
          <p:nvPr/>
        </p:nvSpPr>
        <p:spPr>
          <a:xfrm>
            <a:off x="2286871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6" name="object 496"/>
          <p:cNvSpPr/>
          <p:nvPr/>
        </p:nvSpPr>
        <p:spPr>
          <a:xfrm>
            <a:off x="231292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7" name="object 497"/>
          <p:cNvSpPr/>
          <p:nvPr/>
        </p:nvSpPr>
        <p:spPr>
          <a:xfrm>
            <a:off x="233919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8" name="object 498"/>
          <p:cNvSpPr/>
          <p:nvPr/>
        </p:nvSpPr>
        <p:spPr>
          <a:xfrm>
            <a:off x="236546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9" name="object 499"/>
          <p:cNvSpPr/>
          <p:nvPr/>
        </p:nvSpPr>
        <p:spPr>
          <a:xfrm>
            <a:off x="239169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0" name="object 500"/>
          <p:cNvSpPr/>
          <p:nvPr/>
        </p:nvSpPr>
        <p:spPr>
          <a:xfrm>
            <a:off x="2415534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1" name="object 501"/>
          <p:cNvSpPr/>
          <p:nvPr/>
        </p:nvSpPr>
        <p:spPr>
          <a:xfrm>
            <a:off x="244419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2" name="object 502"/>
          <p:cNvSpPr/>
          <p:nvPr/>
        </p:nvSpPr>
        <p:spPr>
          <a:xfrm>
            <a:off x="247046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3" name="object 503"/>
          <p:cNvSpPr/>
          <p:nvPr/>
        </p:nvSpPr>
        <p:spPr>
          <a:xfrm>
            <a:off x="249673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4" name="object 504"/>
          <p:cNvSpPr/>
          <p:nvPr/>
        </p:nvSpPr>
        <p:spPr>
          <a:xfrm>
            <a:off x="252296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5" name="object 505"/>
          <p:cNvSpPr/>
          <p:nvPr/>
        </p:nvSpPr>
        <p:spPr>
          <a:xfrm>
            <a:off x="2549450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6" name="object 506"/>
          <p:cNvSpPr/>
          <p:nvPr/>
        </p:nvSpPr>
        <p:spPr>
          <a:xfrm>
            <a:off x="257550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7" name="object 507"/>
          <p:cNvSpPr/>
          <p:nvPr/>
        </p:nvSpPr>
        <p:spPr>
          <a:xfrm>
            <a:off x="260173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8" name="object 508"/>
          <p:cNvSpPr/>
          <p:nvPr/>
        </p:nvSpPr>
        <p:spPr>
          <a:xfrm>
            <a:off x="262800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9" name="object 509"/>
          <p:cNvSpPr/>
          <p:nvPr/>
        </p:nvSpPr>
        <p:spPr>
          <a:xfrm>
            <a:off x="265430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0" name="object 510"/>
          <p:cNvSpPr/>
          <p:nvPr/>
        </p:nvSpPr>
        <p:spPr>
          <a:xfrm>
            <a:off x="2678113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1" name="object 511"/>
          <p:cNvSpPr/>
          <p:nvPr/>
        </p:nvSpPr>
        <p:spPr>
          <a:xfrm>
            <a:off x="270676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2" name="object 512"/>
          <p:cNvSpPr/>
          <p:nvPr/>
        </p:nvSpPr>
        <p:spPr>
          <a:xfrm>
            <a:off x="273307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3" name="object 513"/>
          <p:cNvSpPr/>
          <p:nvPr/>
        </p:nvSpPr>
        <p:spPr>
          <a:xfrm>
            <a:off x="275930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4" name="object 514"/>
          <p:cNvSpPr/>
          <p:nvPr/>
        </p:nvSpPr>
        <p:spPr>
          <a:xfrm>
            <a:off x="278553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5" name="object 515"/>
          <p:cNvSpPr/>
          <p:nvPr/>
        </p:nvSpPr>
        <p:spPr>
          <a:xfrm>
            <a:off x="2811992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6" name="object 516"/>
          <p:cNvSpPr/>
          <p:nvPr/>
        </p:nvSpPr>
        <p:spPr>
          <a:xfrm>
            <a:off x="283807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7" name="object 517"/>
          <p:cNvSpPr/>
          <p:nvPr/>
        </p:nvSpPr>
        <p:spPr>
          <a:xfrm>
            <a:off x="286430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8" name="object 518"/>
          <p:cNvSpPr/>
          <p:nvPr/>
        </p:nvSpPr>
        <p:spPr>
          <a:xfrm>
            <a:off x="289061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9" name="object 519"/>
          <p:cNvSpPr/>
          <p:nvPr/>
        </p:nvSpPr>
        <p:spPr>
          <a:xfrm>
            <a:off x="291684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0" name="object 520"/>
          <p:cNvSpPr/>
          <p:nvPr/>
        </p:nvSpPr>
        <p:spPr>
          <a:xfrm>
            <a:off x="2940655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1" name="object 521"/>
          <p:cNvSpPr/>
          <p:nvPr/>
        </p:nvSpPr>
        <p:spPr>
          <a:xfrm>
            <a:off x="296938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2" name="object 522"/>
          <p:cNvSpPr/>
          <p:nvPr/>
        </p:nvSpPr>
        <p:spPr>
          <a:xfrm>
            <a:off x="299561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3" name="object 523"/>
          <p:cNvSpPr/>
          <p:nvPr/>
        </p:nvSpPr>
        <p:spPr>
          <a:xfrm>
            <a:off x="302184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4" name="object 524"/>
          <p:cNvSpPr/>
          <p:nvPr/>
        </p:nvSpPr>
        <p:spPr>
          <a:xfrm>
            <a:off x="304815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5" name="object 525"/>
          <p:cNvSpPr/>
          <p:nvPr/>
        </p:nvSpPr>
        <p:spPr>
          <a:xfrm>
            <a:off x="3074599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6" name="object 526"/>
          <p:cNvSpPr/>
          <p:nvPr/>
        </p:nvSpPr>
        <p:spPr>
          <a:xfrm>
            <a:off x="310061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7" name="object 527"/>
          <p:cNvSpPr/>
          <p:nvPr/>
        </p:nvSpPr>
        <p:spPr>
          <a:xfrm>
            <a:off x="312692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8" name="object 528"/>
          <p:cNvSpPr/>
          <p:nvPr/>
        </p:nvSpPr>
        <p:spPr>
          <a:xfrm>
            <a:off x="315315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9" name="object 529"/>
          <p:cNvSpPr/>
          <p:nvPr/>
        </p:nvSpPr>
        <p:spPr>
          <a:xfrm>
            <a:off x="317938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0" name="object 530"/>
          <p:cNvSpPr/>
          <p:nvPr/>
        </p:nvSpPr>
        <p:spPr>
          <a:xfrm>
            <a:off x="3203263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1" name="object 531"/>
          <p:cNvSpPr/>
          <p:nvPr/>
        </p:nvSpPr>
        <p:spPr>
          <a:xfrm>
            <a:off x="323192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2" name="object 532"/>
          <p:cNvSpPr/>
          <p:nvPr/>
        </p:nvSpPr>
        <p:spPr>
          <a:xfrm>
            <a:off x="325815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3" name="object 533"/>
          <p:cNvSpPr/>
          <p:nvPr/>
        </p:nvSpPr>
        <p:spPr>
          <a:xfrm>
            <a:off x="328446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4" name="object 534"/>
          <p:cNvSpPr/>
          <p:nvPr/>
        </p:nvSpPr>
        <p:spPr>
          <a:xfrm>
            <a:off x="331069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5" name="object 535"/>
          <p:cNvSpPr/>
          <p:nvPr/>
        </p:nvSpPr>
        <p:spPr>
          <a:xfrm>
            <a:off x="3337141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6" name="object 536"/>
          <p:cNvSpPr/>
          <p:nvPr/>
        </p:nvSpPr>
        <p:spPr>
          <a:xfrm>
            <a:off x="336323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7" name="object 537"/>
          <p:cNvSpPr/>
          <p:nvPr/>
        </p:nvSpPr>
        <p:spPr>
          <a:xfrm>
            <a:off x="338946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8" name="object 538"/>
          <p:cNvSpPr/>
          <p:nvPr/>
        </p:nvSpPr>
        <p:spPr>
          <a:xfrm>
            <a:off x="341569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9" name="object 539"/>
          <p:cNvSpPr/>
          <p:nvPr/>
        </p:nvSpPr>
        <p:spPr>
          <a:xfrm>
            <a:off x="344199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0" name="object 540"/>
          <p:cNvSpPr/>
          <p:nvPr/>
        </p:nvSpPr>
        <p:spPr>
          <a:xfrm>
            <a:off x="3465805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1" name="object 541"/>
          <p:cNvSpPr/>
          <p:nvPr/>
        </p:nvSpPr>
        <p:spPr>
          <a:xfrm>
            <a:off x="349445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2" name="object 542"/>
          <p:cNvSpPr/>
          <p:nvPr/>
        </p:nvSpPr>
        <p:spPr>
          <a:xfrm>
            <a:off x="352076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3" name="object 543"/>
          <p:cNvSpPr/>
          <p:nvPr/>
        </p:nvSpPr>
        <p:spPr>
          <a:xfrm>
            <a:off x="354699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4" name="object 544"/>
          <p:cNvSpPr/>
          <p:nvPr/>
        </p:nvSpPr>
        <p:spPr>
          <a:xfrm>
            <a:off x="357322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5" name="object 545"/>
          <p:cNvSpPr/>
          <p:nvPr/>
        </p:nvSpPr>
        <p:spPr>
          <a:xfrm>
            <a:off x="3599683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6" name="object 546"/>
          <p:cNvSpPr/>
          <p:nvPr/>
        </p:nvSpPr>
        <p:spPr>
          <a:xfrm>
            <a:off x="362576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7" name="object 547"/>
          <p:cNvSpPr/>
          <p:nvPr/>
        </p:nvSpPr>
        <p:spPr>
          <a:xfrm>
            <a:off x="365199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8" name="object 548"/>
          <p:cNvSpPr/>
          <p:nvPr/>
        </p:nvSpPr>
        <p:spPr>
          <a:xfrm>
            <a:off x="367823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9" name="object 549"/>
          <p:cNvSpPr/>
          <p:nvPr/>
        </p:nvSpPr>
        <p:spPr>
          <a:xfrm>
            <a:off x="370453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0" name="object 550"/>
          <p:cNvSpPr/>
          <p:nvPr/>
        </p:nvSpPr>
        <p:spPr>
          <a:xfrm>
            <a:off x="3728365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1" name="object 551"/>
          <p:cNvSpPr/>
          <p:nvPr/>
        </p:nvSpPr>
        <p:spPr>
          <a:xfrm>
            <a:off x="375700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2" name="object 552"/>
          <p:cNvSpPr/>
          <p:nvPr/>
        </p:nvSpPr>
        <p:spPr>
          <a:xfrm>
            <a:off x="378330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3" name="object 553"/>
          <p:cNvSpPr/>
          <p:nvPr/>
        </p:nvSpPr>
        <p:spPr>
          <a:xfrm>
            <a:off x="380953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4" name="object 554"/>
          <p:cNvSpPr/>
          <p:nvPr/>
        </p:nvSpPr>
        <p:spPr>
          <a:xfrm>
            <a:off x="383577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5" name="object 555"/>
          <p:cNvSpPr/>
          <p:nvPr/>
        </p:nvSpPr>
        <p:spPr>
          <a:xfrm>
            <a:off x="3862290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6" name="object 556"/>
          <p:cNvSpPr/>
          <p:nvPr/>
        </p:nvSpPr>
        <p:spPr>
          <a:xfrm>
            <a:off x="388830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7" name="object 557"/>
          <p:cNvSpPr/>
          <p:nvPr/>
        </p:nvSpPr>
        <p:spPr>
          <a:xfrm>
            <a:off x="391454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8" name="object 558"/>
          <p:cNvSpPr/>
          <p:nvPr/>
        </p:nvSpPr>
        <p:spPr>
          <a:xfrm>
            <a:off x="394084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9" name="object 559"/>
          <p:cNvSpPr/>
          <p:nvPr/>
        </p:nvSpPr>
        <p:spPr>
          <a:xfrm>
            <a:off x="396707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0" name="object 560"/>
          <p:cNvSpPr/>
          <p:nvPr/>
        </p:nvSpPr>
        <p:spPr>
          <a:xfrm>
            <a:off x="3990907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1" name="object 561"/>
          <p:cNvSpPr/>
          <p:nvPr/>
        </p:nvSpPr>
        <p:spPr>
          <a:xfrm>
            <a:off x="401961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2" name="object 562"/>
          <p:cNvSpPr/>
          <p:nvPr/>
        </p:nvSpPr>
        <p:spPr>
          <a:xfrm>
            <a:off x="404584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3" name="object 563"/>
          <p:cNvSpPr/>
          <p:nvPr/>
        </p:nvSpPr>
        <p:spPr>
          <a:xfrm>
            <a:off x="407208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4" name="object 564"/>
          <p:cNvSpPr/>
          <p:nvPr/>
        </p:nvSpPr>
        <p:spPr>
          <a:xfrm>
            <a:off x="409838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5" name="object 565"/>
          <p:cNvSpPr/>
          <p:nvPr/>
        </p:nvSpPr>
        <p:spPr>
          <a:xfrm>
            <a:off x="4124832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6" name="object 566"/>
          <p:cNvSpPr/>
          <p:nvPr/>
        </p:nvSpPr>
        <p:spPr>
          <a:xfrm>
            <a:off x="415085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7" name="object 567"/>
          <p:cNvSpPr/>
          <p:nvPr/>
        </p:nvSpPr>
        <p:spPr>
          <a:xfrm>
            <a:off x="417715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8" name="object 568"/>
          <p:cNvSpPr/>
          <p:nvPr/>
        </p:nvSpPr>
        <p:spPr>
          <a:xfrm>
            <a:off x="420338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9" name="object 569"/>
          <p:cNvSpPr/>
          <p:nvPr/>
        </p:nvSpPr>
        <p:spPr>
          <a:xfrm>
            <a:off x="422962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0" name="object 570"/>
          <p:cNvSpPr/>
          <p:nvPr/>
        </p:nvSpPr>
        <p:spPr>
          <a:xfrm>
            <a:off x="4253514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1" name="object 571"/>
          <p:cNvSpPr/>
          <p:nvPr/>
        </p:nvSpPr>
        <p:spPr>
          <a:xfrm>
            <a:off x="428216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2" name="object 572"/>
          <p:cNvSpPr/>
          <p:nvPr/>
        </p:nvSpPr>
        <p:spPr>
          <a:xfrm>
            <a:off x="430839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3" name="object 573"/>
          <p:cNvSpPr/>
          <p:nvPr/>
        </p:nvSpPr>
        <p:spPr>
          <a:xfrm>
            <a:off x="433468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4" name="object 574"/>
          <p:cNvSpPr/>
          <p:nvPr/>
        </p:nvSpPr>
        <p:spPr>
          <a:xfrm>
            <a:off x="436092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5" name="object 575"/>
          <p:cNvSpPr/>
          <p:nvPr/>
        </p:nvSpPr>
        <p:spPr>
          <a:xfrm>
            <a:off x="4387374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6" name="object 576"/>
          <p:cNvSpPr/>
          <p:nvPr/>
        </p:nvSpPr>
        <p:spPr>
          <a:xfrm>
            <a:off x="441345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7" name="object 577"/>
          <p:cNvSpPr/>
          <p:nvPr/>
        </p:nvSpPr>
        <p:spPr>
          <a:xfrm>
            <a:off x="443969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8" name="object 578"/>
          <p:cNvSpPr/>
          <p:nvPr/>
        </p:nvSpPr>
        <p:spPr>
          <a:xfrm>
            <a:off x="446592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9" name="object 579"/>
          <p:cNvSpPr/>
          <p:nvPr/>
        </p:nvSpPr>
        <p:spPr>
          <a:xfrm>
            <a:off x="449222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0" name="object 580"/>
          <p:cNvSpPr/>
          <p:nvPr/>
        </p:nvSpPr>
        <p:spPr>
          <a:xfrm>
            <a:off x="4516056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1" name="object 581"/>
          <p:cNvSpPr/>
          <p:nvPr/>
        </p:nvSpPr>
        <p:spPr>
          <a:xfrm>
            <a:off x="454469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2" name="object 582"/>
          <p:cNvSpPr/>
          <p:nvPr/>
        </p:nvSpPr>
        <p:spPr>
          <a:xfrm>
            <a:off x="457099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3" name="object 583"/>
          <p:cNvSpPr/>
          <p:nvPr/>
        </p:nvSpPr>
        <p:spPr>
          <a:xfrm>
            <a:off x="459723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4" name="object 584"/>
          <p:cNvSpPr/>
          <p:nvPr/>
        </p:nvSpPr>
        <p:spPr>
          <a:xfrm>
            <a:off x="462346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5" name="object 585"/>
          <p:cNvSpPr/>
          <p:nvPr/>
        </p:nvSpPr>
        <p:spPr>
          <a:xfrm>
            <a:off x="4649981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6" name="object 586"/>
          <p:cNvSpPr/>
          <p:nvPr/>
        </p:nvSpPr>
        <p:spPr>
          <a:xfrm>
            <a:off x="467600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7" name="object 587"/>
          <p:cNvSpPr/>
          <p:nvPr/>
        </p:nvSpPr>
        <p:spPr>
          <a:xfrm>
            <a:off x="470223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8" name="object 588"/>
          <p:cNvSpPr/>
          <p:nvPr/>
        </p:nvSpPr>
        <p:spPr>
          <a:xfrm>
            <a:off x="472853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9" name="object 589"/>
          <p:cNvSpPr/>
          <p:nvPr/>
        </p:nvSpPr>
        <p:spPr>
          <a:xfrm>
            <a:off x="475477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0" name="object 590"/>
          <p:cNvSpPr/>
          <p:nvPr/>
        </p:nvSpPr>
        <p:spPr>
          <a:xfrm>
            <a:off x="4778616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1" name="object 591"/>
          <p:cNvSpPr/>
          <p:nvPr/>
        </p:nvSpPr>
        <p:spPr>
          <a:xfrm>
            <a:off x="480730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2" name="object 592"/>
          <p:cNvSpPr/>
          <p:nvPr/>
        </p:nvSpPr>
        <p:spPr>
          <a:xfrm>
            <a:off x="483354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3" name="object 593"/>
          <p:cNvSpPr/>
          <p:nvPr/>
        </p:nvSpPr>
        <p:spPr>
          <a:xfrm>
            <a:off x="485977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4" name="object 594"/>
          <p:cNvSpPr/>
          <p:nvPr/>
        </p:nvSpPr>
        <p:spPr>
          <a:xfrm>
            <a:off x="488607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5" name="object 595"/>
          <p:cNvSpPr/>
          <p:nvPr/>
        </p:nvSpPr>
        <p:spPr>
          <a:xfrm>
            <a:off x="4912523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6" name="object 596"/>
          <p:cNvSpPr/>
          <p:nvPr/>
        </p:nvSpPr>
        <p:spPr>
          <a:xfrm>
            <a:off x="493854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7" name="object 597"/>
          <p:cNvSpPr/>
          <p:nvPr/>
        </p:nvSpPr>
        <p:spPr>
          <a:xfrm>
            <a:off x="496484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8" name="object 598"/>
          <p:cNvSpPr/>
          <p:nvPr/>
        </p:nvSpPr>
        <p:spPr>
          <a:xfrm>
            <a:off x="499108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9" name="object 599"/>
          <p:cNvSpPr/>
          <p:nvPr/>
        </p:nvSpPr>
        <p:spPr>
          <a:xfrm>
            <a:off x="501731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0" name="object 600"/>
          <p:cNvSpPr/>
          <p:nvPr/>
        </p:nvSpPr>
        <p:spPr>
          <a:xfrm>
            <a:off x="5041224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1" name="object 601"/>
          <p:cNvSpPr/>
          <p:nvPr/>
        </p:nvSpPr>
        <p:spPr>
          <a:xfrm>
            <a:off x="506985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2" name="object 602"/>
          <p:cNvSpPr/>
          <p:nvPr/>
        </p:nvSpPr>
        <p:spPr>
          <a:xfrm>
            <a:off x="509608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3" name="object 603"/>
          <p:cNvSpPr/>
          <p:nvPr/>
        </p:nvSpPr>
        <p:spPr>
          <a:xfrm>
            <a:off x="512238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4" name="object 604"/>
          <p:cNvSpPr/>
          <p:nvPr/>
        </p:nvSpPr>
        <p:spPr>
          <a:xfrm>
            <a:off x="514862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5" name="object 605"/>
          <p:cNvSpPr/>
          <p:nvPr/>
        </p:nvSpPr>
        <p:spPr>
          <a:xfrm>
            <a:off x="5175102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260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6" name="object 606"/>
          <p:cNvSpPr/>
          <p:nvPr/>
        </p:nvSpPr>
        <p:spPr>
          <a:xfrm>
            <a:off x="520114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7" name="object 607"/>
          <p:cNvSpPr/>
          <p:nvPr/>
        </p:nvSpPr>
        <p:spPr>
          <a:xfrm>
            <a:off x="522738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8" name="object 608"/>
          <p:cNvSpPr/>
          <p:nvPr/>
        </p:nvSpPr>
        <p:spPr>
          <a:xfrm>
            <a:off x="525361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9" name="object 609"/>
          <p:cNvSpPr/>
          <p:nvPr/>
        </p:nvSpPr>
        <p:spPr>
          <a:xfrm>
            <a:off x="527991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0" name="object 610"/>
          <p:cNvSpPr/>
          <p:nvPr/>
        </p:nvSpPr>
        <p:spPr>
          <a:xfrm>
            <a:off x="5303766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1" name="object 611"/>
          <p:cNvSpPr/>
          <p:nvPr/>
        </p:nvSpPr>
        <p:spPr>
          <a:xfrm>
            <a:off x="533238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2" name="object 612"/>
          <p:cNvSpPr/>
          <p:nvPr/>
        </p:nvSpPr>
        <p:spPr>
          <a:xfrm>
            <a:off x="535868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3" name="object 613"/>
          <p:cNvSpPr/>
          <p:nvPr/>
        </p:nvSpPr>
        <p:spPr>
          <a:xfrm>
            <a:off x="538492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4" name="object 614"/>
          <p:cNvSpPr/>
          <p:nvPr/>
        </p:nvSpPr>
        <p:spPr>
          <a:xfrm>
            <a:off x="541115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5" name="object 615"/>
          <p:cNvSpPr/>
          <p:nvPr/>
        </p:nvSpPr>
        <p:spPr>
          <a:xfrm>
            <a:off x="5437644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6" name="object 616"/>
          <p:cNvSpPr/>
          <p:nvPr/>
        </p:nvSpPr>
        <p:spPr>
          <a:xfrm>
            <a:off x="546369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7" name="object 617"/>
          <p:cNvSpPr/>
          <p:nvPr/>
        </p:nvSpPr>
        <p:spPr>
          <a:xfrm>
            <a:off x="548992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8" name="object 618"/>
          <p:cNvSpPr/>
          <p:nvPr/>
        </p:nvSpPr>
        <p:spPr>
          <a:xfrm>
            <a:off x="551626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9" name="object 619"/>
          <p:cNvSpPr/>
          <p:nvPr/>
        </p:nvSpPr>
        <p:spPr>
          <a:xfrm>
            <a:off x="554246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0" name="object 620"/>
          <p:cNvSpPr/>
          <p:nvPr/>
        </p:nvSpPr>
        <p:spPr>
          <a:xfrm>
            <a:off x="5566308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1" name="object 621"/>
          <p:cNvSpPr/>
          <p:nvPr/>
        </p:nvSpPr>
        <p:spPr>
          <a:xfrm>
            <a:off x="559503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2" name="object 622"/>
          <p:cNvSpPr/>
          <p:nvPr/>
        </p:nvSpPr>
        <p:spPr>
          <a:xfrm>
            <a:off x="562126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3" name="object 623"/>
          <p:cNvSpPr/>
          <p:nvPr/>
        </p:nvSpPr>
        <p:spPr>
          <a:xfrm>
            <a:off x="564750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4" name="object 624"/>
          <p:cNvSpPr/>
          <p:nvPr/>
        </p:nvSpPr>
        <p:spPr>
          <a:xfrm>
            <a:off x="567380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5" name="object 625"/>
          <p:cNvSpPr/>
          <p:nvPr/>
        </p:nvSpPr>
        <p:spPr>
          <a:xfrm>
            <a:off x="5700251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6" name="object 626"/>
          <p:cNvSpPr/>
          <p:nvPr/>
        </p:nvSpPr>
        <p:spPr>
          <a:xfrm>
            <a:off x="572627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7" name="object 627"/>
          <p:cNvSpPr/>
          <p:nvPr/>
        </p:nvSpPr>
        <p:spPr>
          <a:xfrm>
            <a:off x="575257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8" name="object 628"/>
          <p:cNvSpPr/>
          <p:nvPr/>
        </p:nvSpPr>
        <p:spPr>
          <a:xfrm>
            <a:off x="577880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9" name="object 629"/>
          <p:cNvSpPr/>
          <p:nvPr/>
        </p:nvSpPr>
        <p:spPr>
          <a:xfrm>
            <a:off x="580504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0" name="object 630"/>
          <p:cNvSpPr/>
          <p:nvPr/>
        </p:nvSpPr>
        <p:spPr>
          <a:xfrm>
            <a:off x="5828914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1" name="object 631"/>
          <p:cNvSpPr/>
          <p:nvPr/>
        </p:nvSpPr>
        <p:spPr>
          <a:xfrm>
            <a:off x="585757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2" name="object 632"/>
          <p:cNvSpPr/>
          <p:nvPr/>
        </p:nvSpPr>
        <p:spPr>
          <a:xfrm>
            <a:off x="588381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3" name="object 633"/>
          <p:cNvSpPr/>
          <p:nvPr/>
        </p:nvSpPr>
        <p:spPr>
          <a:xfrm>
            <a:off x="591010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4" name="object 634"/>
          <p:cNvSpPr/>
          <p:nvPr/>
        </p:nvSpPr>
        <p:spPr>
          <a:xfrm>
            <a:off x="593634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5" name="object 635"/>
          <p:cNvSpPr/>
          <p:nvPr/>
        </p:nvSpPr>
        <p:spPr>
          <a:xfrm>
            <a:off x="5962793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6" name="object 636"/>
          <p:cNvSpPr/>
          <p:nvPr/>
        </p:nvSpPr>
        <p:spPr>
          <a:xfrm>
            <a:off x="598887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7" name="object 637"/>
          <p:cNvSpPr/>
          <p:nvPr/>
        </p:nvSpPr>
        <p:spPr>
          <a:xfrm>
            <a:off x="601511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8" name="object 638"/>
          <p:cNvSpPr/>
          <p:nvPr/>
        </p:nvSpPr>
        <p:spPr>
          <a:xfrm>
            <a:off x="604134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9" name="object 639"/>
          <p:cNvSpPr/>
          <p:nvPr/>
        </p:nvSpPr>
        <p:spPr>
          <a:xfrm>
            <a:off x="606764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0" name="object 640"/>
          <p:cNvSpPr/>
          <p:nvPr/>
        </p:nvSpPr>
        <p:spPr>
          <a:xfrm>
            <a:off x="6091456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1" name="object 641"/>
          <p:cNvSpPr/>
          <p:nvPr/>
        </p:nvSpPr>
        <p:spPr>
          <a:xfrm>
            <a:off x="612011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2" name="object 642"/>
          <p:cNvSpPr/>
          <p:nvPr/>
        </p:nvSpPr>
        <p:spPr>
          <a:xfrm>
            <a:off x="614641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3" name="object 643"/>
          <p:cNvSpPr/>
          <p:nvPr/>
        </p:nvSpPr>
        <p:spPr>
          <a:xfrm>
            <a:off x="617265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4" name="object 644"/>
          <p:cNvSpPr/>
          <p:nvPr/>
        </p:nvSpPr>
        <p:spPr>
          <a:xfrm>
            <a:off x="619888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5" name="object 645"/>
          <p:cNvSpPr/>
          <p:nvPr/>
        </p:nvSpPr>
        <p:spPr>
          <a:xfrm>
            <a:off x="6225335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6" name="object 646"/>
          <p:cNvSpPr/>
          <p:nvPr/>
        </p:nvSpPr>
        <p:spPr>
          <a:xfrm>
            <a:off x="625142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7" name="object 647"/>
          <p:cNvSpPr/>
          <p:nvPr/>
        </p:nvSpPr>
        <p:spPr>
          <a:xfrm>
            <a:off x="627765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8" name="object 648"/>
          <p:cNvSpPr/>
          <p:nvPr/>
        </p:nvSpPr>
        <p:spPr>
          <a:xfrm>
            <a:off x="630395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9" name="object 649"/>
          <p:cNvSpPr/>
          <p:nvPr/>
        </p:nvSpPr>
        <p:spPr>
          <a:xfrm>
            <a:off x="633018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0" name="object 650"/>
          <p:cNvSpPr/>
          <p:nvPr/>
        </p:nvSpPr>
        <p:spPr>
          <a:xfrm>
            <a:off x="6353999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1" name="object 651"/>
          <p:cNvSpPr/>
          <p:nvPr/>
        </p:nvSpPr>
        <p:spPr>
          <a:xfrm>
            <a:off x="638272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2" name="object 652"/>
          <p:cNvSpPr/>
          <p:nvPr/>
        </p:nvSpPr>
        <p:spPr>
          <a:xfrm>
            <a:off x="640896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3" name="object 653"/>
          <p:cNvSpPr/>
          <p:nvPr/>
        </p:nvSpPr>
        <p:spPr>
          <a:xfrm>
            <a:off x="643519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4" name="object 654"/>
          <p:cNvSpPr/>
          <p:nvPr/>
        </p:nvSpPr>
        <p:spPr>
          <a:xfrm>
            <a:off x="646149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5" name="object 655"/>
          <p:cNvSpPr/>
          <p:nvPr/>
        </p:nvSpPr>
        <p:spPr>
          <a:xfrm>
            <a:off x="6487942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6" name="object 656"/>
          <p:cNvSpPr/>
          <p:nvPr/>
        </p:nvSpPr>
        <p:spPr>
          <a:xfrm>
            <a:off x="651396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7" name="object 657"/>
          <p:cNvSpPr/>
          <p:nvPr/>
        </p:nvSpPr>
        <p:spPr>
          <a:xfrm>
            <a:off x="654026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8" name="object 658"/>
          <p:cNvSpPr/>
          <p:nvPr/>
        </p:nvSpPr>
        <p:spPr>
          <a:xfrm>
            <a:off x="656650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9" name="object 659"/>
          <p:cNvSpPr/>
          <p:nvPr/>
        </p:nvSpPr>
        <p:spPr>
          <a:xfrm>
            <a:off x="659273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0" name="object 660"/>
          <p:cNvSpPr/>
          <p:nvPr/>
        </p:nvSpPr>
        <p:spPr>
          <a:xfrm>
            <a:off x="6616606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1" name="object 661"/>
          <p:cNvSpPr/>
          <p:nvPr/>
        </p:nvSpPr>
        <p:spPr>
          <a:xfrm>
            <a:off x="664527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2" name="object 662"/>
          <p:cNvSpPr/>
          <p:nvPr/>
        </p:nvSpPr>
        <p:spPr>
          <a:xfrm>
            <a:off x="667150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3" name="object 663"/>
          <p:cNvSpPr/>
          <p:nvPr/>
        </p:nvSpPr>
        <p:spPr>
          <a:xfrm>
            <a:off x="669780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4" name="object 664"/>
          <p:cNvSpPr/>
          <p:nvPr/>
        </p:nvSpPr>
        <p:spPr>
          <a:xfrm>
            <a:off x="672404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5" name="object 665"/>
          <p:cNvSpPr/>
          <p:nvPr/>
        </p:nvSpPr>
        <p:spPr>
          <a:xfrm>
            <a:off x="6750484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6" name="object 666"/>
          <p:cNvSpPr/>
          <p:nvPr/>
        </p:nvSpPr>
        <p:spPr>
          <a:xfrm>
            <a:off x="6776568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7" name="object 667"/>
          <p:cNvSpPr/>
          <p:nvPr/>
        </p:nvSpPr>
        <p:spPr>
          <a:xfrm>
            <a:off x="680280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8" name="object 668"/>
          <p:cNvSpPr/>
          <p:nvPr/>
        </p:nvSpPr>
        <p:spPr>
          <a:xfrm>
            <a:off x="682903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9" name="object 669"/>
          <p:cNvSpPr/>
          <p:nvPr/>
        </p:nvSpPr>
        <p:spPr>
          <a:xfrm>
            <a:off x="6855339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0" name="object 670"/>
          <p:cNvSpPr/>
          <p:nvPr/>
        </p:nvSpPr>
        <p:spPr>
          <a:xfrm>
            <a:off x="6879163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1" name="object 671"/>
          <p:cNvSpPr/>
          <p:nvPr/>
        </p:nvSpPr>
        <p:spPr>
          <a:xfrm>
            <a:off x="690780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2" name="object 672"/>
          <p:cNvSpPr/>
          <p:nvPr/>
        </p:nvSpPr>
        <p:spPr>
          <a:xfrm>
            <a:off x="693403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3" name="object 673"/>
          <p:cNvSpPr/>
          <p:nvPr/>
        </p:nvSpPr>
        <p:spPr>
          <a:xfrm>
            <a:off x="696034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4" name="object 674"/>
          <p:cNvSpPr/>
          <p:nvPr/>
        </p:nvSpPr>
        <p:spPr>
          <a:xfrm>
            <a:off x="698657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5" name="object 675"/>
          <p:cNvSpPr/>
          <p:nvPr/>
        </p:nvSpPr>
        <p:spPr>
          <a:xfrm>
            <a:off x="7013026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6" name="object 676"/>
          <p:cNvSpPr/>
          <p:nvPr/>
        </p:nvSpPr>
        <p:spPr>
          <a:xfrm>
            <a:off x="703911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7" name="object 677"/>
          <p:cNvSpPr/>
          <p:nvPr/>
        </p:nvSpPr>
        <p:spPr>
          <a:xfrm>
            <a:off x="706534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8" name="object 678"/>
          <p:cNvSpPr/>
          <p:nvPr/>
        </p:nvSpPr>
        <p:spPr>
          <a:xfrm>
            <a:off x="709157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9" name="object 679"/>
          <p:cNvSpPr/>
          <p:nvPr/>
        </p:nvSpPr>
        <p:spPr>
          <a:xfrm>
            <a:off x="711788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0" name="object 680"/>
          <p:cNvSpPr/>
          <p:nvPr/>
        </p:nvSpPr>
        <p:spPr>
          <a:xfrm>
            <a:off x="7141707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4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1" name="object 681"/>
          <p:cNvSpPr/>
          <p:nvPr/>
        </p:nvSpPr>
        <p:spPr>
          <a:xfrm>
            <a:off x="717034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2" name="object 682"/>
          <p:cNvSpPr/>
          <p:nvPr/>
        </p:nvSpPr>
        <p:spPr>
          <a:xfrm>
            <a:off x="719665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3" name="object 683"/>
          <p:cNvSpPr/>
          <p:nvPr/>
        </p:nvSpPr>
        <p:spPr>
          <a:xfrm>
            <a:off x="722288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4" name="object 684"/>
          <p:cNvSpPr/>
          <p:nvPr/>
        </p:nvSpPr>
        <p:spPr>
          <a:xfrm>
            <a:off x="724911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5" name="object 685"/>
          <p:cNvSpPr/>
          <p:nvPr/>
        </p:nvSpPr>
        <p:spPr>
          <a:xfrm>
            <a:off x="7275634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6" name="object 686"/>
          <p:cNvSpPr/>
          <p:nvPr/>
        </p:nvSpPr>
        <p:spPr>
          <a:xfrm>
            <a:off x="730165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7" name="object 687"/>
          <p:cNvSpPr/>
          <p:nvPr/>
        </p:nvSpPr>
        <p:spPr>
          <a:xfrm>
            <a:off x="732788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8" name="object 688"/>
          <p:cNvSpPr/>
          <p:nvPr/>
        </p:nvSpPr>
        <p:spPr>
          <a:xfrm>
            <a:off x="735419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9" name="object 689"/>
          <p:cNvSpPr/>
          <p:nvPr/>
        </p:nvSpPr>
        <p:spPr>
          <a:xfrm>
            <a:off x="738042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0" name="object 690"/>
          <p:cNvSpPr/>
          <p:nvPr/>
        </p:nvSpPr>
        <p:spPr>
          <a:xfrm>
            <a:off x="7404240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1" name="object 691"/>
          <p:cNvSpPr/>
          <p:nvPr/>
        </p:nvSpPr>
        <p:spPr>
          <a:xfrm>
            <a:off x="743296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2" name="object 692"/>
          <p:cNvSpPr/>
          <p:nvPr/>
        </p:nvSpPr>
        <p:spPr>
          <a:xfrm>
            <a:off x="745919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3" name="object 693"/>
          <p:cNvSpPr/>
          <p:nvPr/>
        </p:nvSpPr>
        <p:spPr>
          <a:xfrm>
            <a:off x="748542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4" name="object 694"/>
          <p:cNvSpPr/>
          <p:nvPr/>
        </p:nvSpPr>
        <p:spPr>
          <a:xfrm>
            <a:off x="751173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5" name="object 695"/>
          <p:cNvSpPr/>
          <p:nvPr/>
        </p:nvSpPr>
        <p:spPr>
          <a:xfrm>
            <a:off x="7538175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6" name="object 696"/>
          <p:cNvSpPr/>
          <p:nvPr/>
        </p:nvSpPr>
        <p:spPr>
          <a:xfrm>
            <a:off x="756419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7" name="object 697"/>
          <p:cNvSpPr/>
          <p:nvPr/>
        </p:nvSpPr>
        <p:spPr>
          <a:xfrm>
            <a:off x="7590501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8" name="object 698"/>
          <p:cNvSpPr/>
          <p:nvPr/>
        </p:nvSpPr>
        <p:spPr>
          <a:xfrm>
            <a:off x="761673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9" name="object 699"/>
          <p:cNvSpPr/>
          <p:nvPr/>
        </p:nvSpPr>
        <p:spPr>
          <a:xfrm>
            <a:off x="764296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0" name="object 700"/>
          <p:cNvSpPr/>
          <p:nvPr/>
        </p:nvSpPr>
        <p:spPr>
          <a:xfrm>
            <a:off x="7666857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1" name="object 701"/>
          <p:cNvSpPr/>
          <p:nvPr/>
        </p:nvSpPr>
        <p:spPr>
          <a:xfrm>
            <a:off x="769549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2" name="object 702"/>
          <p:cNvSpPr/>
          <p:nvPr/>
        </p:nvSpPr>
        <p:spPr>
          <a:xfrm>
            <a:off x="772173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3" name="object 703"/>
          <p:cNvSpPr/>
          <p:nvPr/>
        </p:nvSpPr>
        <p:spPr>
          <a:xfrm>
            <a:off x="774803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4" name="object 704"/>
          <p:cNvSpPr/>
          <p:nvPr/>
        </p:nvSpPr>
        <p:spPr>
          <a:xfrm>
            <a:off x="777426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5" name="object 705"/>
          <p:cNvSpPr/>
          <p:nvPr/>
        </p:nvSpPr>
        <p:spPr>
          <a:xfrm>
            <a:off x="7800717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6" name="object 706"/>
          <p:cNvSpPr/>
          <p:nvPr/>
        </p:nvSpPr>
        <p:spPr>
          <a:xfrm>
            <a:off x="782680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7" name="object 707"/>
          <p:cNvSpPr/>
          <p:nvPr/>
        </p:nvSpPr>
        <p:spPr>
          <a:xfrm>
            <a:off x="785303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8" name="object 708"/>
          <p:cNvSpPr/>
          <p:nvPr/>
        </p:nvSpPr>
        <p:spPr>
          <a:xfrm>
            <a:off x="787926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9" name="object 709"/>
          <p:cNvSpPr/>
          <p:nvPr/>
        </p:nvSpPr>
        <p:spPr>
          <a:xfrm>
            <a:off x="790557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0" name="object 710"/>
          <p:cNvSpPr/>
          <p:nvPr/>
        </p:nvSpPr>
        <p:spPr>
          <a:xfrm>
            <a:off x="7929399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1" name="object 711"/>
          <p:cNvSpPr/>
          <p:nvPr/>
        </p:nvSpPr>
        <p:spPr>
          <a:xfrm>
            <a:off x="795803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2" name="object 712"/>
          <p:cNvSpPr/>
          <p:nvPr/>
        </p:nvSpPr>
        <p:spPr>
          <a:xfrm>
            <a:off x="798434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3" name="object 713"/>
          <p:cNvSpPr/>
          <p:nvPr/>
        </p:nvSpPr>
        <p:spPr>
          <a:xfrm>
            <a:off x="801057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4" name="object 714"/>
          <p:cNvSpPr/>
          <p:nvPr/>
        </p:nvSpPr>
        <p:spPr>
          <a:xfrm>
            <a:off x="803680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5" name="object 715"/>
          <p:cNvSpPr/>
          <p:nvPr/>
        </p:nvSpPr>
        <p:spPr>
          <a:xfrm>
            <a:off x="8063324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6" name="object 716"/>
          <p:cNvSpPr/>
          <p:nvPr/>
        </p:nvSpPr>
        <p:spPr>
          <a:xfrm>
            <a:off x="808934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7" name="object 717"/>
          <p:cNvSpPr/>
          <p:nvPr/>
        </p:nvSpPr>
        <p:spPr>
          <a:xfrm>
            <a:off x="811557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8" name="object 718"/>
          <p:cNvSpPr/>
          <p:nvPr/>
        </p:nvSpPr>
        <p:spPr>
          <a:xfrm>
            <a:off x="814188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9" name="object 719"/>
          <p:cNvSpPr/>
          <p:nvPr/>
        </p:nvSpPr>
        <p:spPr>
          <a:xfrm>
            <a:off x="816811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0" name="object 720"/>
          <p:cNvSpPr/>
          <p:nvPr/>
        </p:nvSpPr>
        <p:spPr>
          <a:xfrm>
            <a:off x="8191950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1" name="object 721"/>
          <p:cNvSpPr/>
          <p:nvPr/>
        </p:nvSpPr>
        <p:spPr>
          <a:xfrm>
            <a:off x="822065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2" name="object 722"/>
          <p:cNvSpPr/>
          <p:nvPr/>
        </p:nvSpPr>
        <p:spPr>
          <a:xfrm>
            <a:off x="824688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3" name="object 723"/>
          <p:cNvSpPr/>
          <p:nvPr/>
        </p:nvSpPr>
        <p:spPr>
          <a:xfrm>
            <a:off x="827311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4" name="object 724"/>
          <p:cNvSpPr/>
          <p:nvPr/>
        </p:nvSpPr>
        <p:spPr>
          <a:xfrm>
            <a:off x="829942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5" name="object 725"/>
          <p:cNvSpPr/>
          <p:nvPr/>
        </p:nvSpPr>
        <p:spPr>
          <a:xfrm>
            <a:off x="8325867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6" name="object 726"/>
          <p:cNvSpPr/>
          <p:nvPr/>
        </p:nvSpPr>
        <p:spPr>
          <a:xfrm>
            <a:off x="835188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7" name="object 727"/>
          <p:cNvSpPr/>
          <p:nvPr/>
        </p:nvSpPr>
        <p:spPr>
          <a:xfrm>
            <a:off x="837819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8" name="object 728"/>
          <p:cNvSpPr/>
          <p:nvPr/>
        </p:nvSpPr>
        <p:spPr>
          <a:xfrm>
            <a:off x="840442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9" name="object 729"/>
          <p:cNvSpPr/>
          <p:nvPr/>
        </p:nvSpPr>
        <p:spPr>
          <a:xfrm>
            <a:off x="843065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0" name="object 730"/>
          <p:cNvSpPr/>
          <p:nvPr/>
        </p:nvSpPr>
        <p:spPr>
          <a:xfrm>
            <a:off x="8454567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1" name="object 731"/>
          <p:cNvSpPr/>
          <p:nvPr/>
        </p:nvSpPr>
        <p:spPr>
          <a:xfrm>
            <a:off x="848319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2" name="object 732"/>
          <p:cNvSpPr/>
          <p:nvPr/>
        </p:nvSpPr>
        <p:spPr>
          <a:xfrm>
            <a:off x="850942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3" name="object 733"/>
          <p:cNvSpPr/>
          <p:nvPr/>
        </p:nvSpPr>
        <p:spPr>
          <a:xfrm>
            <a:off x="853572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4" name="object 734"/>
          <p:cNvSpPr/>
          <p:nvPr/>
        </p:nvSpPr>
        <p:spPr>
          <a:xfrm>
            <a:off x="856195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5" name="object 735"/>
          <p:cNvSpPr/>
          <p:nvPr/>
        </p:nvSpPr>
        <p:spPr>
          <a:xfrm>
            <a:off x="8588446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260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6" name="object 736"/>
          <p:cNvSpPr/>
          <p:nvPr/>
        </p:nvSpPr>
        <p:spPr>
          <a:xfrm>
            <a:off x="861449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7" name="object 737"/>
          <p:cNvSpPr/>
          <p:nvPr/>
        </p:nvSpPr>
        <p:spPr>
          <a:xfrm>
            <a:off x="864072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8" name="object 738"/>
          <p:cNvSpPr/>
          <p:nvPr/>
        </p:nvSpPr>
        <p:spPr>
          <a:xfrm>
            <a:off x="866695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9" name="object 739"/>
          <p:cNvSpPr/>
          <p:nvPr/>
        </p:nvSpPr>
        <p:spPr>
          <a:xfrm>
            <a:off x="869326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0" name="object 740"/>
          <p:cNvSpPr/>
          <p:nvPr/>
        </p:nvSpPr>
        <p:spPr>
          <a:xfrm>
            <a:off x="8717108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1" name="object 741"/>
          <p:cNvSpPr/>
          <p:nvPr/>
        </p:nvSpPr>
        <p:spPr>
          <a:xfrm>
            <a:off x="874572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2" name="object 742"/>
          <p:cNvSpPr/>
          <p:nvPr/>
        </p:nvSpPr>
        <p:spPr>
          <a:xfrm>
            <a:off x="877203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3" name="object 743"/>
          <p:cNvSpPr/>
          <p:nvPr/>
        </p:nvSpPr>
        <p:spPr>
          <a:xfrm>
            <a:off x="879826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4" name="object 744"/>
          <p:cNvSpPr/>
          <p:nvPr/>
        </p:nvSpPr>
        <p:spPr>
          <a:xfrm>
            <a:off x="8824496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5" name="object 745"/>
          <p:cNvSpPr/>
          <p:nvPr/>
        </p:nvSpPr>
        <p:spPr>
          <a:xfrm>
            <a:off x="8850989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6" name="object 746"/>
          <p:cNvSpPr/>
          <p:nvPr/>
        </p:nvSpPr>
        <p:spPr>
          <a:xfrm>
            <a:off x="8877035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7" name="object 747"/>
          <p:cNvSpPr/>
          <p:nvPr/>
        </p:nvSpPr>
        <p:spPr>
          <a:xfrm>
            <a:off x="8903267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8" name="object 748"/>
          <p:cNvSpPr/>
          <p:nvPr/>
        </p:nvSpPr>
        <p:spPr>
          <a:xfrm>
            <a:off x="892961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9" name="object 749"/>
          <p:cNvSpPr/>
          <p:nvPr/>
        </p:nvSpPr>
        <p:spPr>
          <a:xfrm>
            <a:off x="895584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0" name="object 750"/>
          <p:cNvSpPr/>
          <p:nvPr/>
        </p:nvSpPr>
        <p:spPr>
          <a:xfrm>
            <a:off x="8979650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1" name="object 751"/>
          <p:cNvSpPr/>
          <p:nvPr/>
        </p:nvSpPr>
        <p:spPr>
          <a:xfrm>
            <a:off x="900838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2" name="object 752"/>
          <p:cNvSpPr/>
          <p:nvPr/>
        </p:nvSpPr>
        <p:spPr>
          <a:xfrm>
            <a:off x="9034613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3" name="object 753"/>
          <p:cNvSpPr/>
          <p:nvPr/>
        </p:nvSpPr>
        <p:spPr>
          <a:xfrm>
            <a:off x="906084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4" name="object 754"/>
          <p:cNvSpPr/>
          <p:nvPr/>
        </p:nvSpPr>
        <p:spPr>
          <a:xfrm>
            <a:off x="908715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5" name="object 755"/>
          <p:cNvSpPr/>
          <p:nvPr/>
        </p:nvSpPr>
        <p:spPr>
          <a:xfrm>
            <a:off x="9113595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6" name="object 756"/>
          <p:cNvSpPr/>
          <p:nvPr/>
        </p:nvSpPr>
        <p:spPr>
          <a:xfrm>
            <a:off x="913961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7" name="object 757"/>
          <p:cNvSpPr/>
          <p:nvPr/>
        </p:nvSpPr>
        <p:spPr>
          <a:xfrm>
            <a:off x="9165920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8" name="object 758"/>
          <p:cNvSpPr/>
          <p:nvPr/>
        </p:nvSpPr>
        <p:spPr>
          <a:xfrm>
            <a:off x="919215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9" name="object 759"/>
          <p:cNvSpPr/>
          <p:nvPr/>
        </p:nvSpPr>
        <p:spPr>
          <a:xfrm>
            <a:off x="921838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0" name="object 760"/>
          <p:cNvSpPr/>
          <p:nvPr/>
        </p:nvSpPr>
        <p:spPr>
          <a:xfrm>
            <a:off x="9242257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1" name="object 761"/>
          <p:cNvSpPr/>
          <p:nvPr/>
        </p:nvSpPr>
        <p:spPr>
          <a:xfrm>
            <a:off x="9270922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2" name="object 762"/>
          <p:cNvSpPr/>
          <p:nvPr/>
        </p:nvSpPr>
        <p:spPr>
          <a:xfrm>
            <a:off x="9297154" y="2720011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3" name="object 763"/>
          <p:cNvSpPr/>
          <p:nvPr/>
        </p:nvSpPr>
        <p:spPr>
          <a:xfrm>
            <a:off x="9323747" y="2720011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4" name="object 764"/>
          <p:cNvSpPr/>
          <p:nvPr/>
        </p:nvSpPr>
        <p:spPr>
          <a:xfrm>
            <a:off x="9349682" y="2720011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9" y="-6109"/>
                </a:moveTo>
                <a:lnTo>
                  <a:pt x="1229" y="133502"/>
                </a:lnTo>
              </a:path>
            </a:pathLst>
          </a:custGeom>
          <a:ln w="14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5" name="object 765"/>
          <p:cNvSpPr/>
          <p:nvPr/>
        </p:nvSpPr>
        <p:spPr>
          <a:xfrm>
            <a:off x="9376351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6" name="object 766"/>
          <p:cNvSpPr/>
          <p:nvPr/>
        </p:nvSpPr>
        <p:spPr>
          <a:xfrm>
            <a:off x="9402296" y="2720011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7" name="object 767"/>
          <p:cNvSpPr/>
          <p:nvPr/>
        </p:nvSpPr>
        <p:spPr>
          <a:xfrm>
            <a:off x="9428240" y="2720011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8" name="object 768"/>
          <p:cNvSpPr/>
          <p:nvPr/>
        </p:nvSpPr>
        <p:spPr>
          <a:xfrm>
            <a:off x="9454907" y="2720011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9" name="object 769"/>
          <p:cNvSpPr/>
          <p:nvPr/>
        </p:nvSpPr>
        <p:spPr>
          <a:xfrm>
            <a:off x="9480852" y="2720011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0" name="object 770"/>
          <p:cNvSpPr/>
          <p:nvPr/>
        </p:nvSpPr>
        <p:spPr>
          <a:xfrm>
            <a:off x="9505085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1" name="object 771"/>
          <p:cNvSpPr/>
          <p:nvPr/>
        </p:nvSpPr>
        <p:spPr>
          <a:xfrm>
            <a:off x="9533455" y="2720011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2" name="object 772"/>
          <p:cNvSpPr/>
          <p:nvPr/>
        </p:nvSpPr>
        <p:spPr>
          <a:xfrm>
            <a:off x="9559363" y="2720011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48" y="-6109"/>
                </a:moveTo>
                <a:lnTo>
                  <a:pt x="1848" y="133502"/>
                </a:lnTo>
              </a:path>
            </a:pathLst>
          </a:custGeom>
          <a:ln w="159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3" name="object 773"/>
          <p:cNvSpPr/>
          <p:nvPr/>
        </p:nvSpPr>
        <p:spPr>
          <a:xfrm>
            <a:off x="9586067" y="2720011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4" name="object 774"/>
          <p:cNvSpPr/>
          <p:nvPr/>
        </p:nvSpPr>
        <p:spPr>
          <a:xfrm>
            <a:off x="9612011" y="2720011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5" name="object 775"/>
          <p:cNvSpPr/>
          <p:nvPr/>
        </p:nvSpPr>
        <p:spPr>
          <a:xfrm>
            <a:off x="9638680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6" name="object 776"/>
          <p:cNvSpPr/>
          <p:nvPr/>
        </p:nvSpPr>
        <p:spPr>
          <a:xfrm>
            <a:off x="9664615" y="2720011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7" name="object 777"/>
          <p:cNvSpPr/>
          <p:nvPr/>
        </p:nvSpPr>
        <p:spPr>
          <a:xfrm>
            <a:off x="9691282" y="2720011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8" name="object 778"/>
          <p:cNvSpPr/>
          <p:nvPr/>
        </p:nvSpPr>
        <p:spPr>
          <a:xfrm>
            <a:off x="9717227" y="2720011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9" name="object 779"/>
          <p:cNvSpPr/>
          <p:nvPr/>
        </p:nvSpPr>
        <p:spPr>
          <a:xfrm>
            <a:off x="9743172" y="2720011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0" name="object 780"/>
          <p:cNvSpPr/>
          <p:nvPr/>
        </p:nvSpPr>
        <p:spPr>
          <a:xfrm>
            <a:off x="9767405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1" name="object 781"/>
          <p:cNvSpPr/>
          <p:nvPr/>
        </p:nvSpPr>
        <p:spPr>
          <a:xfrm>
            <a:off x="9795784" y="2720011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2" name="object 782"/>
          <p:cNvSpPr/>
          <p:nvPr/>
        </p:nvSpPr>
        <p:spPr>
          <a:xfrm>
            <a:off x="9822442" y="2720011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9" y="-6109"/>
                </a:moveTo>
                <a:lnTo>
                  <a:pt x="1229" y="133502"/>
                </a:lnTo>
              </a:path>
            </a:pathLst>
          </a:custGeom>
          <a:ln w="14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3" name="object 783"/>
          <p:cNvSpPr/>
          <p:nvPr/>
        </p:nvSpPr>
        <p:spPr>
          <a:xfrm>
            <a:off x="9848387" y="2720011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4" name="object 784"/>
          <p:cNvSpPr/>
          <p:nvPr/>
        </p:nvSpPr>
        <p:spPr>
          <a:xfrm>
            <a:off x="9875054" y="2720011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5" name="object 785"/>
          <p:cNvSpPr/>
          <p:nvPr/>
        </p:nvSpPr>
        <p:spPr>
          <a:xfrm>
            <a:off x="9900999" y="2720224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6" name="object 786"/>
          <p:cNvSpPr/>
          <p:nvPr/>
        </p:nvSpPr>
        <p:spPr>
          <a:xfrm>
            <a:off x="9927666" y="2720011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7" name="object 787"/>
          <p:cNvSpPr/>
          <p:nvPr/>
        </p:nvSpPr>
        <p:spPr>
          <a:xfrm>
            <a:off x="9953611" y="2720011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8" name="object 788"/>
          <p:cNvSpPr/>
          <p:nvPr/>
        </p:nvSpPr>
        <p:spPr>
          <a:xfrm>
            <a:off x="9979546" y="2720011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9" name="object 789"/>
          <p:cNvSpPr/>
          <p:nvPr/>
        </p:nvSpPr>
        <p:spPr>
          <a:xfrm>
            <a:off x="10006214" y="2720011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0" name="object 790"/>
          <p:cNvSpPr/>
          <p:nvPr/>
        </p:nvSpPr>
        <p:spPr>
          <a:xfrm>
            <a:off x="10029736" y="2714074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1" name="object 791"/>
          <p:cNvSpPr/>
          <p:nvPr/>
        </p:nvSpPr>
        <p:spPr>
          <a:xfrm>
            <a:off x="2173301" y="2869770"/>
            <a:ext cx="44831" cy="672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2" name="object 792"/>
          <p:cNvSpPr/>
          <p:nvPr/>
        </p:nvSpPr>
        <p:spPr>
          <a:xfrm>
            <a:off x="2435870" y="2870928"/>
            <a:ext cx="38607" cy="6483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3" name="object 793"/>
          <p:cNvSpPr/>
          <p:nvPr/>
        </p:nvSpPr>
        <p:spPr>
          <a:xfrm>
            <a:off x="2698412" y="2869771"/>
            <a:ext cx="41210" cy="6599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4" name="object 794"/>
          <p:cNvSpPr/>
          <p:nvPr/>
        </p:nvSpPr>
        <p:spPr>
          <a:xfrm>
            <a:off x="2961029" y="2869770"/>
            <a:ext cx="42692" cy="6725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5" name="object 795"/>
          <p:cNvSpPr/>
          <p:nvPr/>
        </p:nvSpPr>
        <p:spPr>
          <a:xfrm>
            <a:off x="3223562" y="2870928"/>
            <a:ext cx="47220" cy="6483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6" name="object 796"/>
          <p:cNvSpPr/>
          <p:nvPr/>
        </p:nvSpPr>
        <p:spPr>
          <a:xfrm>
            <a:off x="3748705" y="2869770"/>
            <a:ext cx="44809" cy="6725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7" name="object 797"/>
          <p:cNvSpPr/>
          <p:nvPr/>
        </p:nvSpPr>
        <p:spPr>
          <a:xfrm>
            <a:off x="3486103" y="2870928"/>
            <a:ext cx="41969" cy="66098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8" name="object 798"/>
          <p:cNvSpPr/>
          <p:nvPr/>
        </p:nvSpPr>
        <p:spPr>
          <a:xfrm>
            <a:off x="4011289" y="2870928"/>
            <a:ext cx="41645" cy="64839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9" name="object 799"/>
          <p:cNvSpPr/>
          <p:nvPr/>
        </p:nvSpPr>
        <p:spPr>
          <a:xfrm>
            <a:off x="4536373" y="2869770"/>
            <a:ext cx="44757" cy="67256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0" name="object 800"/>
          <p:cNvSpPr/>
          <p:nvPr/>
        </p:nvSpPr>
        <p:spPr>
          <a:xfrm>
            <a:off x="4273831" y="2869770"/>
            <a:ext cx="44470" cy="67256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1" name="object 801"/>
          <p:cNvSpPr/>
          <p:nvPr/>
        </p:nvSpPr>
        <p:spPr>
          <a:xfrm>
            <a:off x="4803149" y="2869770"/>
            <a:ext cx="97509" cy="6725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2" name="object 802"/>
          <p:cNvSpPr/>
          <p:nvPr/>
        </p:nvSpPr>
        <p:spPr>
          <a:xfrm>
            <a:off x="5061523" y="2870928"/>
            <a:ext cx="95230" cy="6483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3" name="object 803"/>
          <p:cNvSpPr/>
          <p:nvPr/>
        </p:nvSpPr>
        <p:spPr>
          <a:xfrm>
            <a:off x="5324064" y="2869771"/>
            <a:ext cx="94544" cy="6599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4" name="object 804"/>
          <p:cNvSpPr/>
          <p:nvPr/>
        </p:nvSpPr>
        <p:spPr>
          <a:xfrm>
            <a:off x="5586681" y="2869770"/>
            <a:ext cx="96239" cy="67256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5" name="object 805"/>
          <p:cNvSpPr/>
          <p:nvPr/>
        </p:nvSpPr>
        <p:spPr>
          <a:xfrm>
            <a:off x="5849214" y="2870928"/>
            <a:ext cx="98416" cy="64839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6" name="object 806"/>
          <p:cNvSpPr/>
          <p:nvPr/>
        </p:nvSpPr>
        <p:spPr>
          <a:xfrm>
            <a:off x="6111756" y="2870928"/>
            <a:ext cx="95665" cy="66098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7" name="object 807"/>
          <p:cNvSpPr/>
          <p:nvPr/>
        </p:nvSpPr>
        <p:spPr>
          <a:xfrm>
            <a:off x="6374371" y="2869770"/>
            <a:ext cx="97834" cy="6725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8" name="object 808"/>
          <p:cNvSpPr/>
          <p:nvPr/>
        </p:nvSpPr>
        <p:spPr>
          <a:xfrm>
            <a:off x="6636906" y="2870928"/>
            <a:ext cx="95814" cy="64839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9" name="object 809"/>
          <p:cNvSpPr/>
          <p:nvPr/>
        </p:nvSpPr>
        <p:spPr>
          <a:xfrm>
            <a:off x="6899447" y="2869770"/>
            <a:ext cx="97408" cy="67256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0" name="object 810"/>
          <p:cNvSpPr/>
          <p:nvPr/>
        </p:nvSpPr>
        <p:spPr>
          <a:xfrm>
            <a:off x="7162027" y="2869770"/>
            <a:ext cx="97193" cy="67256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1" name="object 811"/>
          <p:cNvSpPr/>
          <p:nvPr/>
        </p:nvSpPr>
        <p:spPr>
          <a:xfrm>
            <a:off x="7421380" y="2869770"/>
            <a:ext cx="100767" cy="6725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2" name="object 812"/>
          <p:cNvSpPr/>
          <p:nvPr/>
        </p:nvSpPr>
        <p:spPr>
          <a:xfrm>
            <a:off x="7683916" y="2869771"/>
            <a:ext cx="98450" cy="6599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3" name="object 813"/>
          <p:cNvSpPr/>
          <p:nvPr/>
        </p:nvSpPr>
        <p:spPr>
          <a:xfrm>
            <a:off x="7946457" y="2869771"/>
            <a:ext cx="97802" cy="65996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4" name="object 814"/>
          <p:cNvSpPr/>
          <p:nvPr/>
        </p:nvSpPr>
        <p:spPr>
          <a:xfrm>
            <a:off x="8209074" y="2869770"/>
            <a:ext cx="99497" cy="6725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5" name="object 815"/>
          <p:cNvSpPr/>
          <p:nvPr/>
        </p:nvSpPr>
        <p:spPr>
          <a:xfrm>
            <a:off x="8471616" y="2869771"/>
            <a:ext cx="101669" cy="6599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6" name="object 816"/>
          <p:cNvSpPr/>
          <p:nvPr/>
        </p:nvSpPr>
        <p:spPr>
          <a:xfrm>
            <a:off x="8734144" y="2869770"/>
            <a:ext cx="98926" cy="6725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7" name="object 817"/>
          <p:cNvSpPr/>
          <p:nvPr/>
        </p:nvSpPr>
        <p:spPr>
          <a:xfrm>
            <a:off x="8996762" y="2869770"/>
            <a:ext cx="101097" cy="67256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8" name="object 818"/>
          <p:cNvSpPr/>
          <p:nvPr/>
        </p:nvSpPr>
        <p:spPr>
          <a:xfrm>
            <a:off x="9259303" y="2869771"/>
            <a:ext cx="99065" cy="65996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9" name="object 819"/>
          <p:cNvSpPr/>
          <p:nvPr/>
        </p:nvSpPr>
        <p:spPr>
          <a:xfrm>
            <a:off x="9784456" y="2869770"/>
            <a:ext cx="99969" cy="67256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0" name="object 820"/>
          <p:cNvSpPr/>
          <p:nvPr/>
        </p:nvSpPr>
        <p:spPr>
          <a:xfrm>
            <a:off x="9522136" y="2869770"/>
            <a:ext cx="100037" cy="6725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1" name="object 821"/>
          <p:cNvSpPr/>
          <p:nvPr/>
        </p:nvSpPr>
        <p:spPr>
          <a:xfrm>
            <a:off x="2152982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2" name="object 822"/>
          <p:cNvSpPr/>
          <p:nvPr/>
        </p:nvSpPr>
        <p:spPr>
          <a:xfrm>
            <a:off x="218165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3" name="object 823"/>
          <p:cNvSpPr/>
          <p:nvPr/>
        </p:nvSpPr>
        <p:spPr>
          <a:xfrm>
            <a:off x="220788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4" name="object 824"/>
          <p:cNvSpPr/>
          <p:nvPr/>
        </p:nvSpPr>
        <p:spPr>
          <a:xfrm>
            <a:off x="223415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5" name="object 825"/>
          <p:cNvSpPr/>
          <p:nvPr/>
        </p:nvSpPr>
        <p:spPr>
          <a:xfrm>
            <a:off x="226042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6" name="object 826"/>
          <p:cNvSpPr/>
          <p:nvPr/>
        </p:nvSpPr>
        <p:spPr>
          <a:xfrm>
            <a:off x="2286871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7" name="object 827"/>
          <p:cNvSpPr/>
          <p:nvPr/>
        </p:nvSpPr>
        <p:spPr>
          <a:xfrm>
            <a:off x="231292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8" name="object 828"/>
          <p:cNvSpPr/>
          <p:nvPr/>
        </p:nvSpPr>
        <p:spPr>
          <a:xfrm>
            <a:off x="233919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9" name="object 829"/>
          <p:cNvSpPr/>
          <p:nvPr/>
        </p:nvSpPr>
        <p:spPr>
          <a:xfrm>
            <a:off x="236546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0" name="object 830"/>
          <p:cNvSpPr/>
          <p:nvPr/>
        </p:nvSpPr>
        <p:spPr>
          <a:xfrm>
            <a:off x="239169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1" name="object 831"/>
          <p:cNvSpPr/>
          <p:nvPr/>
        </p:nvSpPr>
        <p:spPr>
          <a:xfrm>
            <a:off x="2415534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2" name="object 832"/>
          <p:cNvSpPr/>
          <p:nvPr/>
        </p:nvSpPr>
        <p:spPr>
          <a:xfrm>
            <a:off x="244419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3" name="object 833"/>
          <p:cNvSpPr/>
          <p:nvPr/>
        </p:nvSpPr>
        <p:spPr>
          <a:xfrm>
            <a:off x="247046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4" name="object 834"/>
          <p:cNvSpPr/>
          <p:nvPr/>
        </p:nvSpPr>
        <p:spPr>
          <a:xfrm>
            <a:off x="249673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5" name="object 835"/>
          <p:cNvSpPr/>
          <p:nvPr/>
        </p:nvSpPr>
        <p:spPr>
          <a:xfrm>
            <a:off x="252296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6" name="object 836"/>
          <p:cNvSpPr/>
          <p:nvPr/>
        </p:nvSpPr>
        <p:spPr>
          <a:xfrm>
            <a:off x="2549450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7" name="object 837"/>
          <p:cNvSpPr/>
          <p:nvPr/>
        </p:nvSpPr>
        <p:spPr>
          <a:xfrm>
            <a:off x="257550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8" name="object 838"/>
          <p:cNvSpPr/>
          <p:nvPr/>
        </p:nvSpPr>
        <p:spPr>
          <a:xfrm>
            <a:off x="260173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9" name="object 839"/>
          <p:cNvSpPr/>
          <p:nvPr/>
        </p:nvSpPr>
        <p:spPr>
          <a:xfrm>
            <a:off x="262800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0" name="object 840"/>
          <p:cNvSpPr/>
          <p:nvPr/>
        </p:nvSpPr>
        <p:spPr>
          <a:xfrm>
            <a:off x="265430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1" name="object 841"/>
          <p:cNvSpPr/>
          <p:nvPr/>
        </p:nvSpPr>
        <p:spPr>
          <a:xfrm>
            <a:off x="2678113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2" name="object 842"/>
          <p:cNvSpPr/>
          <p:nvPr/>
        </p:nvSpPr>
        <p:spPr>
          <a:xfrm>
            <a:off x="270676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3" name="object 843"/>
          <p:cNvSpPr/>
          <p:nvPr/>
        </p:nvSpPr>
        <p:spPr>
          <a:xfrm>
            <a:off x="273307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4" name="object 844"/>
          <p:cNvSpPr/>
          <p:nvPr/>
        </p:nvSpPr>
        <p:spPr>
          <a:xfrm>
            <a:off x="275930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5" name="object 845"/>
          <p:cNvSpPr/>
          <p:nvPr/>
        </p:nvSpPr>
        <p:spPr>
          <a:xfrm>
            <a:off x="278553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6" name="object 846"/>
          <p:cNvSpPr/>
          <p:nvPr/>
        </p:nvSpPr>
        <p:spPr>
          <a:xfrm>
            <a:off x="2811992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7" name="object 847"/>
          <p:cNvSpPr/>
          <p:nvPr/>
        </p:nvSpPr>
        <p:spPr>
          <a:xfrm>
            <a:off x="283807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8" name="object 848"/>
          <p:cNvSpPr/>
          <p:nvPr/>
        </p:nvSpPr>
        <p:spPr>
          <a:xfrm>
            <a:off x="286430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9" name="object 849"/>
          <p:cNvSpPr/>
          <p:nvPr/>
        </p:nvSpPr>
        <p:spPr>
          <a:xfrm>
            <a:off x="289061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0" name="object 850"/>
          <p:cNvSpPr/>
          <p:nvPr/>
        </p:nvSpPr>
        <p:spPr>
          <a:xfrm>
            <a:off x="291684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1" name="object 851"/>
          <p:cNvSpPr/>
          <p:nvPr/>
        </p:nvSpPr>
        <p:spPr>
          <a:xfrm>
            <a:off x="2940655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2" name="object 852"/>
          <p:cNvSpPr/>
          <p:nvPr/>
        </p:nvSpPr>
        <p:spPr>
          <a:xfrm>
            <a:off x="296938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3" name="object 853"/>
          <p:cNvSpPr/>
          <p:nvPr/>
        </p:nvSpPr>
        <p:spPr>
          <a:xfrm>
            <a:off x="299561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4" name="object 854"/>
          <p:cNvSpPr/>
          <p:nvPr/>
        </p:nvSpPr>
        <p:spPr>
          <a:xfrm>
            <a:off x="302184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5" name="object 855"/>
          <p:cNvSpPr/>
          <p:nvPr/>
        </p:nvSpPr>
        <p:spPr>
          <a:xfrm>
            <a:off x="304815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6" name="object 856"/>
          <p:cNvSpPr/>
          <p:nvPr/>
        </p:nvSpPr>
        <p:spPr>
          <a:xfrm>
            <a:off x="3074599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7" name="object 857"/>
          <p:cNvSpPr/>
          <p:nvPr/>
        </p:nvSpPr>
        <p:spPr>
          <a:xfrm>
            <a:off x="310061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8" name="object 858"/>
          <p:cNvSpPr/>
          <p:nvPr/>
        </p:nvSpPr>
        <p:spPr>
          <a:xfrm>
            <a:off x="312692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9" name="object 859"/>
          <p:cNvSpPr/>
          <p:nvPr/>
        </p:nvSpPr>
        <p:spPr>
          <a:xfrm>
            <a:off x="315315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0" name="object 860"/>
          <p:cNvSpPr/>
          <p:nvPr/>
        </p:nvSpPr>
        <p:spPr>
          <a:xfrm>
            <a:off x="317938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1" name="object 861"/>
          <p:cNvSpPr/>
          <p:nvPr/>
        </p:nvSpPr>
        <p:spPr>
          <a:xfrm>
            <a:off x="3203263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2" name="object 862"/>
          <p:cNvSpPr/>
          <p:nvPr/>
        </p:nvSpPr>
        <p:spPr>
          <a:xfrm>
            <a:off x="323192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3" name="object 863"/>
          <p:cNvSpPr/>
          <p:nvPr/>
        </p:nvSpPr>
        <p:spPr>
          <a:xfrm>
            <a:off x="325815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4" name="object 864"/>
          <p:cNvSpPr/>
          <p:nvPr/>
        </p:nvSpPr>
        <p:spPr>
          <a:xfrm>
            <a:off x="328446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5" name="object 865"/>
          <p:cNvSpPr/>
          <p:nvPr/>
        </p:nvSpPr>
        <p:spPr>
          <a:xfrm>
            <a:off x="331069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6" name="object 866"/>
          <p:cNvSpPr/>
          <p:nvPr/>
        </p:nvSpPr>
        <p:spPr>
          <a:xfrm>
            <a:off x="3337141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7" name="object 867"/>
          <p:cNvSpPr/>
          <p:nvPr/>
        </p:nvSpPr>
        <p:spPr>
          <a:xfrm>
            <a:off x="336323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8" name="object 868"/>
          <p:cNvSpPr/>
          <p:nvPr/>
        </p:nvSpPr>
        <p:spPr>
          <a:xfrm>
            <a:off x="338946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9" name="object 869"/>
          <p:cNvSpPr/>
          <p:nvPr/>
        </p:nvSpPr>
        <p:spPr>
          <a:xfrm>
            <a:off x="341569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0" name="object 870"/>
          <p:cNvSpPr/>
          <p:nvPr/>
        </p:nvSpPr>
        <p:spPr>
          <a:xfrm>
            <a:off x="344199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1" name="object 871"/>
          <p:cNvSpPr/>
          <p:nvPr/>
        </p:nvSpPr>
        <p:spPr>
          <a:xfrm>
            <a:off x="3465805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2" name="object 872"/>
          <p:cNvSpPr/>
          <p:nvPr/>
        </p:nvSpPr>
        <p:spPr>
          <a:xfrm>
            <a:off x="349445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3" name="object 873"/>
          <p:cNvSpPr/>
          <p:nvPr/>
        </p:nvSpPr>
        <p:spPr>
          <a:xfrm>
            <a:off x="352076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4" name="object 874"/>
          <p:cNvSpPr/>
          <p:nvPr/>
        </p:nvSpPr>
        <p:spPr>
          <a:xfrm>
            <a:off x="354699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5" name="object 875"/>
          <p:cNvSpPr/>
          <p:nvPr/>
        </p:nvSpPr>
        <p:spPr>
          <a:xfrm>
            <a:off x="357322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6" name="object 876"/>
          <p:cNvSpPr/>
          <p:nvPr/>
        </p:nvSpPr>
        <p:spPr>
          <a:xfrm>
            <a:off x="3599683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7" name="object 877"/>
          <p:cNvSpPr/>
          <p:nvPr/>
        </p:nvSpPr>
        <p:spPr>
          <a:xfrm>
            <a:off x="362576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8" name="object 878"/>
          <p:cNvSpPr/>
          <p:nvPr/>
        </p:nvSpPr>
        <p:spPr>
          <a:xfrm>
            <a:off x="365199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9" name="object 879"/>
          <p:cNvSpPr/>
          <p:nvPr/>
        </p:nvSpPr>
        <p:spPr>
          <a:xfrm>
            <a:off x="367823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0" name="object 880"/>
          <p:cNvSpPr/>
          <p:nvPr/>
        </p:nvSpPr>
        <p:spPr>
          <a:xfrm>
            <a:off x="370453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1" name="object 881"/>
          <p:cNvSpPr/>
          <p:nvPr/>
        </p:nvSpPr>
        <p:spPr>
          <a:xfrm>
            <a:off x="3728365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2" name="object 882"/>
          <p:cNvSpPr/>
          <p:nvPr/>
        </p:nvSpPr>
        <p:spPr>
          <a:xfrm>
            <a:off x="375700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3" name="object 883"/>
          <p:cNvSpPr/>
          <p:nvPr/>
        </p:nvSpPr>
        <p:spPr>
          <a:xfrm>
            <a:off x="378330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4" name="object 884"/>
          <p:cNvSpPr/>
          <p:nvPr/>
        </p:nvSpPr>
        <p:spPr>
          <a:xfrm>
            <a:off x="380953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5" name="object 885"/>
          <p:cNvSpPr/>
          <p:nvPr/>
        </p:nvSpPr>
        <p:spPr>
          <a:xfrm>
            <a:off x="383577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6" name="object 886"/>
          <p:cNvSpPr/>
          <p:nvPr/>
        </p:nvSpPr>
        <p:spPr>
          <a:xfrm>
            <a:off x="3862290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7" name="object 887"/>
          <p:cNvSpPr/>
          <p:nvPr/>
        </p:nvSpPr>
        <p:spPr>
          <a:xfrm>
            <a:off x="388830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8" name="object 888"/>
          <p:cNvSpPr/>
          <p:nvPr/>
        </p:nvSpPr>
        <p:spPr>
          <a:xfrm>
            <a:off x="391454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9" name="object 889"/>
          <p:cNvSpPr/>
          <p:nvPr/>
        </p:nvSpPr>
        <p:spPr>
          <a:xfrm>
            <a:off x="394084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0" name="object 890"/>
          <p:cNvSpPr/>
          <p:nvPr/>
        </p:nvSpPr>
        <p:spPr>
          <a:xfrm>
            <a:off x="396707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1" name="object 891"/>
          <p:cNvSpPr/>
          <p:nvPr/>
        </p:nvSpPr>
        <p:spPr>
          <a:xfrm>
            <a:off x="3990907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2" name="object 892"/>
          <p:cNvSpPr/>
          <p:nvPr/>
        </p:nvSpPr>
        <p:spPr>
          <a:xfrm>
            <a:off x="401961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3" name="object 893"/>
          <p:cNvSpPr/>
          <p:nvPr/>
        </p:nvSpPr>
        <p:spPr>
          <a:xfrm>
            <a:off x="404584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4" name="object 894"/>
          <p:cNvSpPr/>
          <p:nvPr/>
        </p:nvSpPr>
        <p:spPr>
          <a:xfrm>
            <a:off x="407208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5" name="object 895"/>
          <p:cNvSpPr/>
          <p:nvPr/>
        </p:nvSpPr>
        <p:spPr>
          <a:xfrm>
            <a:off x="409838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6" name="object 896"/>
          <p:cNvSpPr/>
          <p:nvPr/>
        </p:nvSpPr>
        <p:spPr>
          <a:xfrm>
            <a:off x="4124832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7" name="object 897"/>
          <p:cNvSpPr/>
          <p:nvPr/>
        </p:nvSpPr>
        <p:spPr>
          <a:xfrm>
            <a:off x="415085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8" name="object 898"/>
          <p:cNvSpPr/>
          <p:nvPr/>
        </p:nvSpPr>
        <p:spPr>
          <a:xfrm>
            <a:off x="417715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9" name="object 899"/>
          <p:cNvSpPr/>
          <p:nvPr/>
        </p:nvSpPr>
        <p:spPr>
          <a:xfrm>
            <a:off x="420338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0" name="object 900"/>
          <p:cNvSpPr/>
          <p:nvPr/>
        </p:nvSpPr>
        <p:spPr>
          <a:xfrm>
            <a:off x="422962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1" name="object 901"/>
          <p:cNvSpPr/>
          <p:nvPr/>
        </p:nvSpPr>
        <p:spPr>
          <a:xfrm>
            <a:off x="4253514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2" name="object 902"/>
          <p:cNvSpPr/>
          <p:nvPr/>
        </p:nvSpPr>
        <p:spPr>
          <a:xfrm>
            <a:off x="428216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3" name="object 903"/>
          <p:cNvSpPr/>
          <p:nvPr/>
        </p:nvSpPr>
        <p:spPr>
          <a:xfrm>
            <a:off x="430839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4" name="object 904"/>
          <p:cNvSpPr/>
          <p:nvPr/>
        </p:nvSpPr>
        <p:spPr>
          <a:xfrm>
            <a:off x="433468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5" name="object 905"/>
          <p:cNvSpPr/>
          <p:nvPr/>
        </p:nvSpPr>
        <p:spPr>
          <a:xfrm>
            <a:off x="436092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6" name="object 906"/>
          <p:cNvSpPr/>
          <p:nvPr/>
        </p:nvSpPr>
        <p:spPr>
          <a:xfrm>
            <a:off x="4387374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7" name="object 907"/>
          <p:cNvSpPr/>
          <p:nvPr/>
        </p:nvSpPr>
        <p:spPr>
          <a:xfrm>
            <a:off x="441345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8" name="object 908"/>
          <p:cNvSpPr/>
          <p:nvPr/>
        </p:nvSpPr>
        <p:spPr>
          <a:xfrm>
            <a:off x="443969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9" name="object 909"/>
          <p:cNvSpPr/>
          <p:nvPr/>
        </p:nvSpPr>
        <p:spPr>
          <a:xfrm>
            <a:off x="446592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0" name="object 910"/>
          <p:cNvSpPr/>
          <p:nvPr/>
        </p:nvSpPr>
        <p:spPr>
          <a:xfrm>
            <a:off x="449222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1" name="object 911"/>
          <p:cNvSpPr/>
          <p:nvPr/>
        </p:nvSpPr>
        <p:spPr>
          <a:xfrm>
            <a:off x="4516056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2" name="object 912"/>
          <p:cNvSpPr/>
          <p:nvPr/>
        </p:nvSpPr>
        <p:spPr>
          <a:xfrm>
            <a:off x="454469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3" name="object 913"/>
          <p:cNvSpPr/>
          <p:nvPr/>
        </p:nvSpPr>
        <p:spPr>
          <a:xfrm>
            <a:off x="457099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4" name="object 914"/>
          <p:cNvSpPr/>
          <p:nvPr/>
        </p:nvSpPr>
        <p:spPr>
          <a:xfrm>
            <a:off x="459723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5" name="object 915"/>
          <p:cNvSpPr/>
          <p:nvPr/>
        </p:nvSpPr>
        <p:spPr>
          <a:xfrm>
            <a:off x="462346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6" name="object 916"/>
          <p:cNvSpPr/>
          <p:nvPr/>
        </p:nvSpPr>
        <p:spPr>
          <a:xfrm>
            <a:off x="4649981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7" name="object 917"/>
          <p:cNvSpPr/>
          <p:nvPr/>
        </p:nvSpPr>
        <p:spPr>
          <a:xfrm>
            <a:off x="467600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8" name="object 918"/>
          <p:cNvSpPr/>
          <p:nvPr/>
        </p:nvSpPr>
        <p:spPr>
          <a:xfrm>
            <a:off x="470223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9" name="object 919"/>
          <p:cNvSpPr/>
          <p:nvPr/>
        </p:nvSpPr>
        <p:spPr>
          <a:xfrm>
            <a:off x="472853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0" name="object 920"/>
          <p:cNvSpPr/>
          <p:nvPr/>
        </p:nvSpPr>
        <p:spPr>
          <a:xfrm>
            <a:off x="475477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1" name="object 921"/>
          <p:cNvSpPr/>
          <p:nvPr/>
        </p:nvSpPr>
        <p:spPr>
          <a:xfrm>
            <a:off x="4778616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2" name="object 922"/>
          <p:cNvSpPr/>
          <p:nvPr/>
        </p:nvSpPr>
        <p:spPr>
          <a:xfrm>
            <a:off x="480730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3" name="object 923"/>
          <p:cNvSpPr/>
          <p:nvPr/>
        </p:nvSpPr>
        <p:spPr>
          <a:xfrm>
            <a:off x="483354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4" name="object 924"/>
          <p:cNvSpPr/>
          <p:nvPr/>
        </p:nvSpPr>
        <p:spPr>
          <a:xfrm>
            <a:off x="485977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5" name="object 925"/>
          <p:cNvSpPr/>
          <p:nvPr/>
        </p:nvSpPr>
        <p:spPr>
          <a:xfrm>
            <a:off x="488607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6" name="object 926"/>
          <p:cNvSpPr/>
          <p:nvPr/>
        </p:nvSpPr>
        <p:spPr>
          <a:xfrm>
            <a:off x="4912523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7" name="object 927"/>
          <p:cNvSpPr/>
          <p:nvPr/>
        </p:nvSpPr>
        <p:spPr>
          <a:xfrm>
            <a:off x="493854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8" name="object 928"/>
          <p:cNvSpPr/>
          <p:nvPr/>
        </p:nvSpPr>
        <p:spPr>
          <a:xfrm>
            <a:off x="496484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9" name="object 929"/>
          <p:cNvSpPr/>
          <p:nvPr/>
        </p:nvSpPr>
        <p:spPr>
          <a:xfrm>
            <a:off x="499108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0" name="object 930"/>
          <p:cNvSpPr/>
          <p:nvPr/>
        </p:nvSpPr>
        <p:spPr>
          <a:xfrm>
            <a:off x="501731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1" name="object 931"/>
          <p:cNvSpPr/>
          <p:nvPr/>
        </p:nvSpPr>
        <p:spPr>
          <a:xfrm>
            <a:off x="5041224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2" name="object 932"/>
          <p:cNvSpPr/>
          <p:nvPr/>
        </p:nvSpPr>
        <p:spPr>
          <a:xfrm>
            <a:off x="506985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3" name="object 933"/>
          <p:cNvSpPr/>
          <p:nvPr/>
        </p:nvSpPr>
        <p:spPr>
          <a:xfrm>
            <a:off x="509608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4" name="object 934"/>
          <p:cNvSpPr/>
          <p:nvPr/>
        </p:nvSpPr>
        <p:spPr>
          <a:xfrm>
            <a:off x="512238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5" name="object 935"/>
          <p:cNvSpPr/>
          <p:nvPr/>
        </p:nvSpPr>
        <p:spPr>
          <a:xfrm>
            <a:off x="514862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6" name="object 936"/>
          <p:cNvSpPr/>
          <p:nvPr/>
        </p:nvSpPr>
        <p:spPr>
          <a:xfrm>
            <a:off x="5175102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260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7" name="object 937"/>
          <p:cNvSpPr/>
          <p:nvPr/>
        </p:nvSpPr>
        <p:spPr>
          <a:xfrm>
            <a:off x="520114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8" name="object 938"/>
          <p:cNvSpPr/>
          <p:nvPr/>
        </p:nvSpPr>
        <p:spPr>
          <a:xfrm>
            <a:off x="522738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9" name="object 939"/>
          <p:cNvSpPr/>
          <p:nvPr/>
        </p:nvSpPr>
        <p:spPr>
          <a:xfrm>
            <a:off x="525361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0" name="object 940"/>
          <p:cNvSpPr/>
          <p:nvPr/>
        </p:nvSpPr>
        <p:spPr>
          <a:xfrm>
            <a:off x="527991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1" name="object 941"/>
          <p:cNvSpPr/>
          <p:nvPr/>
        </p:nvSpPr>
        <p:spPr>
          <a:xfrm>
            <a:off x="5303766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2" name="object 942"/>
          <p:cNvSpPr/>
          <p:nvPr/>
        </p:nvSpPr>
        <p:spPr>
          <a:xfrm>
            <a:off x="533238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3" name="object 943"/>
          <p:cNvSpPr/>
          <p:nvPr/>
        </p:nvSpPr>
        <p:spPr>
          <a:xfrm>
            <a:off x="535868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4" name="object 944"/>
          <p:cNvSpPr/>
          <p:nvPr/>
        </p:nvSpPr>
        <p:spPr>
          <a:xfrm>
            <a:off x="538492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5" name="object 945"/>
          <p:cNvSpPr/>
          <p:nvPr/>
        </p:nvSpPr>
        <p:spPr>
          <a:xfrm>
            <a:off x="541115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6" name="object 946"/>
          <p:cNvSpPr/>
          <p:nvPr/>
        </p:nvSpPr>
        <p:spPr>
          <a:xfrm>
            <a:off x="5437644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7" name="object 947"/>
          <p:cNvSpPr/>
          <p:nvPr/>
        </p:nvSpPr>
        <p:spPr>
          <a:xfrm>
            <a:off x="546369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8" name="object 948"/>
          <p:cNvSpPr/>
          <p:nvPr/>
        </p:nvSpPr>
        <p:spPr>
          <a:xfrm>
            <a:off x="548992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9" name="object 949"/>
          <p:cNvSpPr/>
          <p:nvPr/>
        </p:nvSpPr>
        <p:spPr>
          <a:xfrm>
            <a:off x="551626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0" name="object 950"/>
          <p:cNvSpPr/>
          <p:nvPr/>
        </p:nvSpPr>
        <p:spPr>
          <a:xfrm>
            <a:off x="554246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1" name="object 951"/>
          <p:cNvSpPr/>
          <p:nvPr/>
        </p:nvSpPr>
        <p:spPr>
          <a:xfrm>
            <a:off x="5566308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2" name="object 952"/>
          <p:cNvSpPr/>
          <p:nvPr/>
        </p:nvSpPr>
        <p:spPr>
          <a:xfrm>
            <a:off x="559503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3" name="object 953"/>
          <p:cNvSpPr/>
          <p:nvPr/>
        </p:nvSpPr>
        <p:spPr>
          <a:xfrm>
            <a:off x="562126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4" name="object 954"/>
          <p:cNvSpPr/>
          <p:nvPr/>
        </p:nvSpPr>
        <p:spPr>
          <a:xfrm>
            <a:off x="564750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5" name="object 955"/>
          <p:cNvSpPr/>
          <p:nvPr/>
        </p:nvSpPr>
        <p:spPr>
          <a:xfrm>
            <a:off x="567380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6" name="object 956"/>
          <p:cNvSpPr/>
          <p:nvPr/>
        </p:nvSpPr>
        <p:spPr>
          <a:xfrm>
            <a:off x="5700251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7" name="object 957"/>
          <p:cNvSpPr/>
          <p:nvPr/>
        </p:nvSpPr>
        <p:spPr>
          <a:xfrm>
            <a:off x="572627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8" name="object 958"/>
          <p:cNvSpPr/>
          <p:nvPr/>
        </p:nvSpPr>
        <p:spPr>
          <a:xfrm>
            <a:off x="575257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9" name="object 959"/>
          <p:cNvSpPr/>
          <p:nvPr/>
        </p:nvSpPr>
        <p:spPr>
          <a:xfrm>
            <a:off x="577880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0" name="object 960"/>
          <p:cNvSpPr/>
          <p:nvPr/>
        </p:nvSpPr>
        <p:spPr>
          <a:xfrm>
            <a:off x="580504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1" name="object 961"/>
          <p:cNvSpPr/>
          <p:nvPr/>
        </p:nvSpPr>
        <p:spPr>
          <a:xfrm>
            <a:off x="5828914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2" name="object 962"/>
          <p:cNvSpPr/>
          <p:nvPr/>
        </p:nvSpPr>
        <p:spPr>
          <a:xfrm>
            <a:off x="585757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3" name="object 963"/>
          <p:cNvSpPr/>
          <p:nvPr/>
        </p:nvSpPr>
        <p:spPr>
          <a:xfrm>
            <a:off x="588381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4" name="object 964"/>
          <p:cNvSpPr/>
          <p:nvPr/>
        </p:nvSpPr>
        <p:spPr>
          <a:xfrm>
            <a:off x="591010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5" name="object 965"/>
          <p:cNvSpPr/>
          <p:nvPr/>
        </p:nvSpPr>
        <p:spPr>
          <a:xfrm>
            <a:off x="593634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6" name="object 966"/>
          <p:cNvSpPr/>
          <p:nvPr/>
        </p:nvSpPr>
        <p:spPr>
          <a:xfrm>
            <a:off x="5962793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7" name="object 967"/>
          <p:cNvSpPr/>
          <p:nvPr/>
        </p:nvSpPr>
        <p:spPr>
          <a:xfrm>
            <a:off x="598887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8" name="object 968"/>
          <p:cNvSpPr/>
          <p:nvPr/>
        </p:nvSpPr>
        <p:spPr>
          <a:xfrm>
            <a:off x="601511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9" name="object 969"/>
          <p:cNvSpPr/>
          <p:nvPr/>
        </p:nvSpPr>
        <p:spPr>
          <a:xfrm>
            <a:off x="604134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0" name="object 970"/>
          <p:cNvSpPr/>
          <p:nvPr/>
        </p:nvSpPr>
        <p:spPr>
          <a:xfrm>
            <a:off x="606764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1" name="object 971"/>
          <p:cNvSpPr/>
          <p:nvPr/>
        </p:nvSpPr>
        <p:spPr>
          <a:xfrm>
            <a:off x="6091456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2" name="object 972"/>
          <p:cNvSpPr/>
          <p:nvPr/>
        </p:nvSpPr>
        <p:spPr>
          <a:xfrm>
            <a:off x="612011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3" name="object 973"/>
          <p:cNvSpPr/>
          <p:nvPr/>
        </p:nvSpPr>
        <p:spPr>
          <a:xfrm>
            <a:off x="614641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4" name="object 974"/>
          <p:cNvSpPr/>
          <p:nvPr/>
        </p:nvSpPr>
        <p:spPr>
          <a:xfrm>
            <a:off x="617265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5" name="object 975"/>
          <p:cNvSpPr/>
          <p:nvPr/>
        </p:nvSpPr>
        <p:spPr>
          <a:xfrm>
            <a:off x="619888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6" name="object 976"/>
          <p:cNvSpPr/>
          <p:nvPr/>
        </p:nvSpPr>
        <p:spPr>
          <a:xfrm>
            <a:off x="6225335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7" name="object 977"/>
          <p:cNvSpPr/>
          <p:nvPr/>
        </p:nvSpPr>
        <p:spPr>
          <a:xfrm>
            <a:off x="625142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8" name="object 978"/>
          <p:cNvSpPr/>
          <p:nvPr/>
        </p:nvSpPr>
        <p:spPr>
          <a:xfrm>
            <a:off x="627765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9" name="object 979"/>
          <p:cNvSpPr/>
          <p:nvPr/>
        </p:nvSpPr>
        <p:spPr>
          <a:xfrm>
            <a:off x="630395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0" name="object 980"/>
          <p:cNvSpPr/>
          <p:nvPr/>
        </p:nvSpPr>
        <p:spPr>
          <a:xfrm>
            <a:off x="633018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1" name="object 981"/>
          <p:cNvSpPr/>
          <p:nvPr/>
        </p:nvSpPr>
        <p:spPr>
          <a:xfrm>
            <a:off x="6353999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2" name="object 982"/>
          <p:cNvSpPr/>
          <p:nvPr/>
        </p:nvSpPr>
        <p:spPr>
          <a:xfrm>
            <a:off x="638272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3" name="object 983"/>
          <p:cNvSpPr/>
          <p:nvPr/>
        </p:nvSpPr>
        <p:spPr>
          <a:xfrm>
            <a:off x="640896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4" name="object 984"/>
          <p:cNvSpPr/>
          <p:nvPr/>
        </p:nvSpPr>
        <p:spPr>
          <a:xfrm>
            <a:off x="643519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5" name="object 985"/>
          <p:cNvSpPr/>
          <p:nvPr/>
        </p:nvSpPr>
        <p:spPr>
          <a:xfrm>
            <a:off x="646149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6" name="object 986"/>
          <p:cNvSpPr/>
          <p:nvPr/>
        </p:nvSpPr>
        <p:spPr>
          <a:xfrm>
            <a:off x="6487942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7" name="object 987"/>
          <p:cNvSpPr/>
          <p:nvPr/>
        </p:nvSpPr>
        <p:spPr>
          <a:xfrm>
            <a:off x="651396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8" name="object 988"/>
          <p:cNvSpPr/>
          <p:nvPr/>
        </p:nvSpPr>
        <p:spPr>
          <a:xfrm>
            <a:off x="654026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9" name="object 989"/>
          <p:cNvSpPr/>
          <p:nvPr/>
        </p:nvSpPr>
        <p:spPr>
          <a:xfrm>
            <a:off x="656650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0" name="object 990"/>
          <p:cNvSpPr/>
          <p:nvPr/>
        </p:nvSpPr>
        <p:spPr>
          <a:xfrm>
            <a:off x="659273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1" name="object 991"/>
          <p:cNvSpPr/>
          <p:nvPr/>
        </p:nvSpPr>
        <p:spPr>
          <a:xfrm>
            <a:off x="6616606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2" name="object 992"/>
          <p:cNvSpPr/>
          <p:nvPr/>
        </p:nvSpPr>
        <p:spPr>
          <a:xfrm>
            <a:off x="664527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3" name="object 993"/>
          <p:cNvSpPr/>
          <p:nvPr/>
        </p:nvSpPr>
        <p:spPr>
          <a:xfrm>
            <a:off x="667150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4" name="object 994"/>
          <p:cNvSpPr/>
          <p:nvPr/>
        </p:nvSpPr>
        <p:spPr>
          <a:xfrm>
            <a:off x="669780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5" name="object 995"/>
          <p:cNvSpPr/>
          <p:nvPr/>
        </p:nvSpPr>
        <p:spPr>
          <a:xfrm>
            <a:off x="672404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6" name="object 996"/>
          <p:cNvSpPr/>
          <p:nvPr/>
        </p:nvSpPr>
        <p:spPr>
          <a:xfrm>
            <a:off x="6750484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7" name="object 997"/>
          <p:cNvSpPr/>
          <p:nvPr/>
        </p:nvSpPr>
        <p:spPr>
          <a:xfrm>
            <a:off x="6776568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8" name="object 998"/>
          <p:cNvSpPr/>
          <p:nvPr/>
        </p:nvSpPr>
        <p:spPr>
          <a:xfrm>
            <a:off x="680280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9" name="object 999"/>
          <p:cNvSpPr/>
          <p:nvPr/>
        </p:nvSpPr>
        <p:spPr>
          <a:xfrm>
            <a:off x="682903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0" name="object 1000"/>
          <p:cNvSpPr/>
          <p:nvPr/>
        </p:nvSpPr>
        <p:spPr>
          <a:xfrm>
            <a:off x="6855339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1" name="object 1001"/>
          <p:cNvSpPr/>
          <p:nvPr/>
        </p:nvSpPr>
        <p:spPr>
          <a:xfrm>
            <a:off x="6879163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2" name="object 1002"/>
          <p:cNvSpPr/>
          <p:nvPr/>
        </p:nvSpPr>
        <p:spPr>
          <a:xfrm>
            <a:off x="690780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3" name="object 1003"/>
          <p:cNvSpPr/>
          <p:nvPr/>
        </p:nvSpPr>
        <p:spPr>
          <a:xfrm>
            <a:off x="693403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4" name="object 1004"/>
          <p:cNvSpPr/>
          <p:nvPr/>
        </p:nvSpPr>
        <p:spPr>
          <a:xfrm>
            <a:off x="696034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5" name="object 1005"/>
          <p:cNvSpPr/>
          <p:nvPr/>
        </p:nvSpPr>
        <p:spPr>
          <a:xfrm>
            <a:off x="698657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6" name="object 1006"/>
          <p:cNvSpPr/>
          <p:nvPr/>
        </p:nvSpPr>
        <p:spPr>
          <a:xfrm>
            <a:off x="7013026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7" name="object 1007"/>
          <p:cNvSpPr/>
          <p:nvPr/>
        </p:nvSpPr>
        <p:spPr>
          <a:xfrm>
            <a:off x="703911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8" name="object 1008"/>
          <p:cNvSpPr/>
          <p:nvPr/>
        </p:nvSpPr>
        <p:spPr>
          <a:xfrm>
            <a:off x="706534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9" name="object 1009"/>
          <p:cNvSpPr/>
          <p:nvPr/>
        </p:nvSpPr>
        <p:spPr>
          <a:xfrm>
            <a:off x="709157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0" name="object 1010"/>
          <p:cNvSpPr/>
          <p:nvPr/>
        </p:nvSpPr>
        <p:spPr>
          <a:xfrm>
            <a:off x="711788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1" name="object 1011"/>
          <p:cNvSpPr/>
          <p:nvPr/>
        </p:nvSpPr>
        <p:spPr>
          <a:xfrm>
            <a:off x="7141707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4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2" name="object 1012"/>
          <p:cNvSpPr/>
          <p:nvPr/>
        </p:nvSpPr>
        <p:spPr>
          <a:xfrm>
            <a:off x="717034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3" name="object 1013"/>
          <p:cNvSpPr/>
          <p:nvPr/>
        </p:nvSpPr>
        <p:spPr>
          <a:xfrm>
            <a:off x="719665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4" name="object 1014"/>
          <p:cNvSpPr/>
          <p:nvPr/>
        </p:nvSpPr>
        <p:spPr>
          <a:xfrm>
            <a:off x="722288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5" name="object 1015"/>
          <p:cNvSpPr/>
          <p:nvPr/>
        </p:nvSpPr>
        <p:spPr>
          <a:xfrm>
            <a:off x="724911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6" name="object 1016"/>
          <p:cNvSpPr/>
          <p:nvPr/>
        </p:nvSpPr>
        <p:spPr>
          <a:xfrm>
            <a:off x="7275634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7" name="object 1017"/>
          <p:cNvSpPr/>
          <p:nvPr/>
        </p:nvSpPr>
        <p:spPr>
          <a:xfrm>
            <a:off x="730165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8" name="object 1018"/>
          <p:cNvSpPr/>
          <p:nvPr/>
        </p:nvSpPr>
        <p:spPr>
          <a:xfrm>
            <a:off x="732788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9" name="object 1019"/>
          <p:cNvSpPr/>
          <p:nvPr/>
        </p:nvSpPr>
        <p:spPr>
          <a:xfrm>
            <a:off x="735419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0" name="object 1020"/>
          <p:cNvSpPr/>
          <p:nvPr/>
        </p:nvSpPr>
        <p:spPr>
          <a:xfrm>
            <a:off x="738042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1" name="object 1021"/>
          <p:cNvSpPr/>
          <p:nvPr/>
        </p:nvSpPr>
        <p:spPr>
          <a:xfrm>
            <a:off x="7404240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2" name="object 1022"/>
          <p:cNvSpPr/>
          <p:nvPr/>
        </p:nvSpPr>
        <p:spPr>
          <a:xfrm>
            <a:off x="743296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3" name="object 1023"/>
          <p:cNvSpPr/>
          <p:nvPr/>
        </p:nvSpPr>
        <p:spPr>
          <a:xfrm>
            <a:off x="745919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4" name="object 1024"/>
          <p:cNvSpPr/>
          <p:nvPr/>
        </p:nvSpPr>
        <p:spPr>
          <a:xfrm>
            <a:off x="748542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5" name="object 1025"/>
          <p:cNvSpPr/>
          <p:nvPr/>
        </p:nvSpPr>
        <p:spPr>
          <a:xfrm>
            <a:off x="751173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6" name="object 1026"/>
          <p:cNvSpPr/>
          <p:nvPr/>
        </p:nvSpPr>
        <p:spPr>
          <a:xfrm>
            <a:off x="7538175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7" name="object 1027"/>
          <p:cNvSpPr/>
          <p:nvPr/>
        </p:nvSpPr>
        <p:spPr>
          <a:xfrm>
            <a:off x="756419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8" name="object 1028"/>
          <p:cNvSpPr/>
          <p:nvPr/>
        </p:nvSpPr>
        <p:spPr>
          <a:xfrm>
            <a:off x="7590501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9" name="object 1029"/>
          <p:cNvSpPr/>
          <p:nvPr/>
        </p:nvSpPr>
        <p:spPr>
          <a:xfrm>
            <a:off x="761673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0" name="object 1030"/>
          <p:cNvSpPr/>
          <p:nvPr/>
        </p:nvSpPr>
        <p:spPr>
          <a:xfrm>
            <a:off x="764296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1" name="object 1031"/>
          <p:cNvSpPr/>
          <p:nvPr/>
        </p:nvSpPr>
        <p:spPr>
          <a:xfrm>
            <a:off x="7666857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2" name="object 1032"/>
          <p:cNvSpPr/>
          <p:nvPr/>
        </p:nvSpPr>
        <p:spPr>
          <a:xfrm>
            <a:off x="769549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3" name="object 1033"/>
          <p:cNvSpPr/>
          <p:nvPr/>
        </p:nvSpPr>
        <p:spPr>
          <a:xfrm>
            <a:off x="772173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4" name="object 1034"/>
          <p:cNvSpPr/>
          <p:nvPr/>
        </p:nvSpPr>
        <p:spPr>
          <a:xfrm>
            <a:off x="774803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5" name="object 1035"/>
          <p:cNvSpPr/>
          <p:nvPr/>
        </p:nvSpPr>
        <p:spPr>
          <a:xfrm>
            <a:off x="777426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6" name="object 1036"/>
          <p:cNvSpPr/>
          <p:nvPr/>
        </p:nvSpPr>
        <p:spPr>
          <a:xfrm>
            <a:off x="7800717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7" name="object 1037"/>
          <p:cNvSpPr/>
          <p:nvPr/>
        </p:nvSpPr>
        <p:spPr>
          <a:xfrm>
            <a:off x="782680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8" name="object 1038"/>
          <p:cNvSpPr/>
          <p:nvPr/>
        </p:nvSpPr>
        <p:spPr>
          <a:xfrm>
            <a:off x="785303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9" name="object 1039"/>
          <p:cNvSpPr/>
          <p:nvPr/>
        </p:nvSpPr>
        <p:spPr>
          <a:xfrm>
            <a:off x="787926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0" name="object 1040"/>
          <p:cNvSpPr/>
          <p:nvPr/>
        </p:nvSpPr>
        <p:spPr>
          <a:xfrm>
            <a:off x="790557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1" name="object 1041"/>
          <p:cNvSpPr/>
          <p:nvPr/>
        </p:nvSpPr>
        <p:spPr>
          <a:xfrm>
            <a:off x="7929399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2" name="object 1042"/>
          <p:cNvSpPr/>
          <p:nvPr/>
        </p:nvSpPr>
        <p:spPr>
          <a:xfrm>
            <a:off x="795803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3" name="object 1043"/>
          <p:cNvSpPr/>
          <p:nvPr/>
        </p:nvSpPr>
        <p:spPr>
          <a:xfrm>
            <a:off x="798434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4" name="object 1044"/>
          <p:cNvSpPr/>
          <p:nvPr/>
        </p:nvSpPr>
        <p:spPr>
          <a:xfrm>
            <a:off x="801057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5" name="object 1045"/>
          <p:cNvSpPr/>
          <p:nvPr/>
        </p:nvSpPr>
        <p:spPr>
          <a:xfrm>
            <a:off x="803680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6" name="object 1046"/>
          <p:cNvSpPr/>
          <p:nvPr/>
        </p:nvSpPr>
        <p:spPr>
          <a:xfrm>
            <a:off x="8063324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7" name="object 1047"/>
          <p:cNvSpPr/>
          <p:nvPr/>
        </p:nvSpPr>
        <p:spPr>
          <a:xfrm>
            <a:off x="808934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8" name="object 1048"/>
          <p:cNvSpPr/>
          <p:nvPr/>
        </p:nvSpPr>
        <p:spPr>
          <a:xfrm>
            <a:off x="811557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9" name="object 1049"/>
          <p:cNvSpPr/>
          <p:nvPr/>
        </p:nvSpPr>
        <p:spPr>
          <a:xfrm>
            <a:off x="814188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0" name="object 1050"/>
          <p:cNvSpPr/>
          <p:nvPr/>
        </p:nvSpPr>
        <p:spPr>
          <a:xfrm>
            <a:off x="816811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1" name="object 1051"/>
          <p:cNvSpPr/>
          <p:nvPr/>
        </p:nvSpPr>
        <p:spPr>
          <a:xfrm>
            <a:off x="8191950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2" name="object 1052"/>
          <p:cNvSpPr/>
          <p:nvPr/>
        </p:nvSpPr>
        <p:spPr>
          <a:xfrm>
            <a:off x="822065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3" name="object 1053"/>
          <p:cNvSpPr/>
          <p:nvPr/>
        </p:nvSpPr>
        <p:spPr>
          <a:xfrm>
            <a:off x="824688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4" name="object 1054"/>
          <p:cNvSpPr/>
          <p:nvPr/>
        </p:nvSpPr>
        <p:spPr>
          <a:xfrm>
            <a:off x="827311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5" name="object 1055"/>
          <p:cNvSpPr/>
          <p:nvPr/>
        </p:nvSpPr>
        <p:spPr>
          <a:xfrm>
            <a:off x="829942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6" name="object 1056"/>
          <p:cNvSpPr/>
          <p:nvPr/>
        </p:nvSpPr>
        <p:spPr>
          <a:xfrm>
            <a:off x="8325867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7" name="object 1057"/>
          <p:cNvSpPr/>
          <p:nvPr/>
        </p:nvSpPr>
        <p:spPr>
          <a:xfrm>
            <a:off x="835188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8" name="object 1058"/>
          <p:cNvSpPr/>
          <p:nvPr/>
        </p:nvSpPr>
        <p:spPr>
          <a:xfrm>
            <a:off x="837819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9" name="object 1059"/>
          <p:cNvSpPr/>
          <p:nvPr/>
        </p:nvSpPr>
        <p:spPr>
          <a:xfrm>
            <a:off x="840442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60" name="object 1060"/>
          <p:cNvSpPr/>
          <p:nvPr/>
        </p:nvSpPr>
        <p:spPr>
          <a:xfrm>
            <a:off x="843065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61" name="object 1061"/>
          <p:cNvSpPr/>
          <p:nvPr/>
        </p:nvSpPr>
        <p:spPr>
          <a:xfrm>
            <a:off x="8454567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62" name="object 1062"/>
          <p:cNvSpPr/>
          <p:nvPr/>
        </p:nvSpPr>
        <p:spPr>
          <a:xfrm>
            <a:off x="848319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63" name="object 1063"/>
          <p:cNvSpPr/>
          <p:nvPr/>
        </p:nvSpPr>
        <p:spPr>
          <a:xfrm>
            <a:off x="850942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64" name="object 1064"/>
          <p:cNvSpPr/>
          <p:nvPr/>
        </p:nvSpPr>
        <p:spPr>
          <a:xfrm>
            <a:off x="853572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65" name="object 1065"/>
          <p:cNvSpPr/>
          <p:nvPr/>
        </p:nvSpPr>
        <p:spPr>
          <a:xfrm>
            <a:off x="856195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66" name="object 1066"/>
          <p:cNvSpPr/>
          <p:nvPr/>
        </p:nvSpPr>
        <p:spPr>
          <a:xfrm>
            <a:off x="8588446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260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67" name="object 1067"/>
          <p:cNvSpPr/>
          <p:nvPr/>
        </p:nvSpPr>
        <p:spPr>
          <a:xfrm>
            <a:off x="861449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68" name="object 1068"/>
          <p:cNvSpPr/>
          <p:nvPr/>
        </p:nvSpPr>
        <p:spPr>
          <a:xfrm>
            <a:off x="864072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69" name="object 1069"/>
          <p:cNvSpPr/>
          <p:nvPr/>
        </p:nvSpPr>
        <p:spPr>
          <a:xfrm>
            <a:off x="866695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70" name="object 1070"/>
          <p:cNvSpPr/>
          <p:nvPr/>
        </p:nvSpPr>
        <p:spPr>
          <a:xfrm>
            <a:off x="869326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71" name="object 1071"/>
          <p:cNvSpPr/>
          <p:nvPr/>
        </p:nvSpPr>
        <p:spPr>
          <a:xfrm>
            <a:off x="8717108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72" name="object 1072"/>
          <p:cNvSpPr/>
          <p:nvPr/>
        </p:nvSpPr>
        <p:spPr>
          <a:xfrm>
            <a:off x="874572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73" name="object 1073"/>
          <p:cNvSpPr/>
          <p:nvPr/>
        </p:nvSpPr>
        <p:spPr>
          <a:xfrm>
            <a:off x="877203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74" name="object 1074"/>
          <p:cNvSpPr/>
          <p:nvPr/>
        </p:nvSpPr>
        <p:spPr>
          <a:xfrm>
            <a:off x="879826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75" name="object 1075"/>
          <p:cNvSpPr/>
          <p:nvPr/>
        </p:nvSpPr>
        <p:spPr>
          <a:xfrm>
            <a:off x="8824496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76" name="object 1076"/>
          <p:cNvSpPr/>
          <p:nvPr/>
        </p:nvSpPr>
        <p:spPr>
          <a:xfrm>
            <a:off x="8850989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77" name="object 1077"/>
          <p:cNvSpPr/>
          <p:nvPr/>
        </p:nvSpPr>
        <p:spPr>
          <a:xfrm>
            <a:off x="8877035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78" name="object 1078"/>
          <p:cNvSpPr/>
          <p:nvPr/>
        </p:nvSpPr>
        <p:spPr>
          <a:xfrm>
            <a:off x="8903267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79" name="object 1079"/>
          <p:cNvSpPr/>
          <p:nvPr/>
        </p:nvSpPr>
        <p:spPr>
          <a:xfrm>
            <a:off x="892961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80" name="object 1080"/>
          <p:cNvSpPr/>
          <p:nvPr/>
        </p:nvSpPr>
        <p:spPr>
          <a:xfrm>
            <a:off x="895584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81" name="object 1081"/>
          <p:cNvSpPr/>
          <p:nvPr/>
        </p:nvSpPr>
        <p:spPr>
          <a:xfrm>
            <a:off x="8979650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82" name="object 1082"/>
          <p:cNvSpPr/>
          <p:nvPr/>
        </p:nvSpPr>
        <p:spPr>
          <a:xfrm>
            <a:off x="900838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83" name="object 1083"/>
          <p:cNvSpPr/>
          <p:nvPr/>
        </p:nvSpPr>
        <p:spPr>
          <a:xfrm>
            <a:off x="9034613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84" name="object 1084"/>
          <p:cNvSpPr/>
          <p:nvPr/>
        </p:nvSpPr>
        <p:spPr>
          <a:xfrm>
            <a:off x="906084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85" name="object 1085"/>
          <p:cNvSpPr/>
          <p:nvPr/>
        </p:nvSpPr>
        <p:spPr>
          <a:xfrm>
            <a:off x="908715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86" name="object 1086"/>
          <p:cNvSpPr/>
          <p:nvPr/>
        </p:nvSpPr>
        <p:spPr>
          <a:xfrm>
            <a:off x="9113595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87" name="object 1087"/>
          <p:cNvSpPr/>
          <p:nvPr/>
        </p:nvSpPr>
        <p:spPr>
          <a:xfrm>
            <a:off x="913961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88" name="object 1088"/>
          <p:cNvSpPr/>
          <p:nvPr/>
        </p:nvSpPr>
        <p:spPr>
          <a:xfrm>
            <a:off x="9165920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89" name="object 1089"/>
          <p:cNvSpPr/>
          <p:nvPr/>
        </p:nvSpPr>
        <p:spPr>
          <a:xfrm>
            <a:off x="919215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90" name="object 1090"/>
          <p:cNvSpPr/>
          <p:nvPr/>
        </p:nvSpPr>
        <p:spPr>
          <a:xfrm>
            <a:off x="921838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91" name="object 1091"/>
          <p:cNvSpPr/>
          <p:nvPr/>
        </p:nvSpPr>
        <p:spPr>
          <a:xfrm>
            <a:off x="9242257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92" name="object 1092"/>
          <p:cNvSpPr/>
          <p:nvPr/>
        </p:nvSpPr>
        <p:spPr>
          <a:xfrm>
            <a:off x="9270922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93" name="object 1093"/>
          <p:cNvSpPr/>
          <p:nvPr/>
        </p:nvSpPr>
        <p:spPr>
          <a:xfrm>
            <a:off x="9297154" y="3488816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5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94" name="object 1094"/>
          <p:cNvSpPr/>
          <p:nvPr/>
        </p:nvSpPr>
        <p:spPr>
          <a:xfrm>
            <a:off x="9323747" y="3488816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95" name="object 1095"/>
          <p:cNvSpPr/>
          <p:nvPr/>
        </p:nvSpPr>
        <p:spPr>
          <a:xfrm>
            <a:off x="9349682" y="3488816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9" y="-6109"/>
                </a:moveTo>
                <a:lnTo>
                  <a:pt x="1229" y="133502"/>
                </a:lnTo>
              </a:path>
            </a:pathLst>
          </a:custGeom>
          <a:ln w="14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96" name="object 1096"/>
          <p:cNvSpPr/>
          <p:nvPr/>
        </p:nvSpPr>
        <p:spPr>
          <a:xfrm>
            <a:off x="9376351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97" name="object 1097"/>
          <p:cNvSpPr/>
          <p:nvPr/>
        </p:nvSpPr>
        <p:spPr>
          <a:xfrm>
            <a:off x="9402296" y="3488816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98" name="object 1098"/>
          <p:cNvSpPr/>
          <p:nvPr/>
        </p:nvSpPr>
        <p:spPr>
          <a:xfrm>
            <a:off x="9428240" y="3488816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99" name="object 1099"/>
          <p:cNvSpPr/>
          <p:nvPr/>
        </p:nvSpPr>
        <p:spPr>
          <a:xfrm>
            <a:off x="9454907" y="3488816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00" name="object 1100"/>
          <p:cNvSpPr/>
          <p:nvPr/>
        </p:nvSpPr>
        <p:spPr>
          <a:xfrm>
            <a:off x="9480852" y="3488816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01" name="object 1101"/>
          <p:cNvSpPr/>
          <p:nvPr/>
        </p:nvSpPr>
        <p:spPr>
          <a:xfrm>
            <a:off x="9505085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02" name="object 1102"/>
          <p:cNvSpPr/>
          <p:nvPr/>
        </p:nvSpPr>
        <p:spPr>
          <a:xfrm>
            <a:off x="9533455" y="3488816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03" name="object 1103"/>
          <p:cNvSpPr/>
          <p:nvPr/>
        </p:nvSpPr>
        <p:spPr>
          <a:xfrm>
            <a:off x="9559363" y="3488816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48" y="-6109"/>
                </a:moveTo>
                <a:lnTo>
                  <a:pt x="1848" y="133502"/>
                </a:lnTo>
              </a:path>
            </a:pathLst>
          </a:custGeom>
          <a:ln w="159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04" name="object 1104"/>
          <p:cNvSpPr/>
          <p:nvPr/>
        </p:nvSpPr>
        <p:spPr>
          <a:xfrm>
            <a:off x="9586067" y="3488816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05" name="object 1105"/>
          <p:cNvSpPr/>
          <p:nvPr/>
        </p:nvSpPr>
        <p:spPr>
          <a:xfrm>
            <a:off x="9612011" y="3488816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06" name="object 1106"/>
          <p:cNvSpPr/>
          <p:nvPr/>
        </p:nvSpPr>
        <p:spPr>
          <a:xfrm>
            <a:off x="9638680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07" name="object 1107"/>
          <p:cNvSpPr/>
          <p:nvPr/>
        </p:nvSpPr>
        <p:spPr>
          <a:xfrm>
            <a:off x="9664615" y="3488816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08" name="object 1108"/>
          <p:cNvSpPr/>
          <p:nvPr/>
        </p:nvSpPr>
        <p:spPr>
          <a:xfrm>
            <a:off x="9691282" y="3488816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09" name="object 1109"/>
          <p:cNvSpPr/>
          <p:nvPr/>
        </p:nvSpPr>
        <p:spPr>
          <a:xfrm>
            <a:off x="9717227" y="3488816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10" name="object 1110"/>
          <p:cNvSpPr/>
          <p:nvPr/>
        </p:nvSpPr>
        <p:spPr>
          <a:xfrm>
            <a:off x="9743172" y="3488816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11" name="object 1111"/>
          <p:cNvSpPr/>
          <p:nvPr/>
        </p:nvSpPr>
        <p:spPr>
          <a:xfrm>
            <a:off x="9767405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12" name="object 1112"/>
          <p:cNvSpPr/>
          <p:nvPr/>
        </p:nvSpPr>
        <p:spPr>
          <a:xfrm>
            <a:off x="9795784" y="3488816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13" name="object 1113"/>
          <p:cNvSpPr/>
          <p:nvPr/>
        </p:nvSpPr>
        <p:spPr>
          <a:xfrm>
            <a:off x="9822442" y="3488816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9" y="-6109"/>
                </a:moveTo>
                <a:lnTo>
                  <a:pt x="1229" y="133502"/>
                </a:lnTo>
              </a:path>
            </a:pathLst>
          </a:custGeom>
          <a:ln w="14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14" name="object 1114"/>
          <p:cNvSpPr/>
          <p:nvPr/>
        </p:nvSpPr>
        <p:spPr>
          <a:xfrm>
            <a:off x="9848387" y="3488816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15" name="object 1115"/>
          <p:cNvSpPr/>
          <p:nvPr/>
        </p:nvSpPr>
        <p:spPr>
          <a:xfrm>
            <a:off x="9875054" y="3488816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16" name="object 1116"/>
          <p:cNvSpPr/>
          <p:nvPr/>
        </p:nvSpPr>
        <p:spPr>
          <a:xfrm>
            <a:off x="9900999" y="3489028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5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17" name="object 1117"/>
          <p:cNvSpPr/>
          <p:nvPr/>
        </p:nvSpPr>
        <p:spPr>
          <a:xfrm>
            <a:off x="9927666" y="3488816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18" name="object 1118"/>
          <p:cNvSpPr/>
          <p:nvPr/>
        </p:nvSpPr>
        <p:spPr>
          <a:xfrm>
            <a:off x="9953611" y="3488816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19" name="object 1119"/>
          <p:cNvSpPr/>
          <p:nvPr/>
        </p:nvSpPr>
        <p:spPr>
          <a:xfrm>
            <a:off x="9979546" y="3488816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5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20" name="object 1120"/>
          <p:cNvSpPr/>
          <p:nvPr/>
        </p:nvSpPr>
        <p:spPr>
          <a:xfrm>
            <a:off x="10006214" y="3488816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5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21" name="object 1121"/>
          <p:cNvSpPr/>
          <p:nvPr/>
        </p:nvSpPr>
        <p:spPr>
          <a:xfrm>
            <a:off x="10029736" y="3482878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22" name="object 1122"/>
          <p:cNvSpPr/>
          <p:nvPr/>
        </p:nvSpPr>
        <p:spPr>
          <a:xfrm>
            <a:off x="2173301" y="3638575"/>
            <a:ext cx="44831" cy="67256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23" name="object 1123"/>
          <p:cNvSpPr/>
          <p:nvPr/>
        </p:nvSpPr>
        <p:spPr>
          <a:xfrm>
            <a:off x="2435870" y="3639733"/>
            <a:ext cx="38607" cy="6483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24" name="object 1124"/>
          <p:cNvSpPr/>
          <p:nvPr/>
        </p:nvSpPr>
        <p:spPr>
          <a:xfrm>
            <a:off x="2698412" y="3638575"/>
            <a:ext cx="41210" cy="659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25" name="object 1125"/>
          <p:cNvSpPr/>
          <p:nvPr/>
        </p:nvSpPr>
        <p:spPr>
          <a:xfrm>
            <a:off x="2961029" y="3638575"/>
            <a:ext cx="42692" cy="67256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26" name="object 1126"/>
          <p:cNvSpPr/>
          <p:nvPr/>
        </p:nvSpPr>
        <p:spPr>
          <a:xfrm>
            <a:off x="3223562" y="3639733"/>
            <a:ext cx="47220" cy="6483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27" name="object 1127"/>
          <p:cNvSpPr/>
          <p:nvPr/>
        </p:nvSpPr>
        <p:spPr>
          <a:xfrm>
            <a:off x="3486103" y="3639733"/>
            <a:ext cx="41969" cy="66098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28" name="object 1128"/>
          <p:cNvSpPr/>
          <p:nvPr/>
        </p:nvSpPr>
        <p:spPr>
          <a:xfrm>
            <a:off x="3748705" y="3638575"/>
            <a:ext cx="44809" cy="67256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29" name="object 1129"/>
          <p:cNvSpPr/>
          <p:nvPr/>
        </p:nvSpPr>
        <p:spPr>
          <a:xfrm>
            <a:off x="4011289" y="3639733"/>
            <a:ext cx="41645" cy="64839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30" name="object 1130"/>
          <p:cNvSpPr/>
          <p:nvPr/>
        </p:nvSpPr>
        <p:spPr>
          <a:xfrm>
            <a:off x="4273831" y="3638575"/>
            <a:ext cx="44470" cy="67256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31" name="object 1131"/>
          <p:cNvSpPr/>
          <p:nvPr/>
        </p:nvSpPr>
        <p:spPr>
          <a:xfrm>
            <a:off x="4536373" y="3638575"/>
            <a:ext cx="44757" cy="67256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32" name="object 1132"/>
          <p:cNvSpPr/>
          <p:nvPr/>
        </p:nvSpPr>
        <p:spPr>
          <a:xfrm>
            <a:off x="4803149" y="3638575"/>
            <a:ext cx="97509" cy="67256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33" name="object 1133"/>
          <p:cNvSpPr/>
          <p:nvPr/>
        </p:nvSpPr>
        <p:spPr>
          <a:xfrm>
            <a:off x="5061523" y="3639733"/>
            <a:ext cx="95230" cy="6483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34" name="object 1134"/>
          <p:cNvSpPr/>
          <p:nvPr/>
        </p:nvSpPr>
        <p:spPr>
          <a:xfrm>
            <a:off x="5324064" y="3638575"/>
            <a:ext cx="94544" cy="6599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35" name="object 1135"/>
          <p:cNvSpPr/>
          <p:nvPr/>
        </p:nvSpPr>
        <p:spPr>
          <a:xfrm>
            <a:off x="5586681" y="3638575"/>
            <a:ext cx="96239" cy="67256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36" name="object 1136"/>
          <p:cNvSpPr/>
          <p:nvPr/>
        </p:nvSpPr>
        <p:spPr>
          <a:xfrm>
            <a:off x="5849214" y="3639733"/>
            <a:ext cx="98416" cy="64839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37" name="object 1137"/>
          <p:cNvSpPr/>
          <p:nvPr/>
        </p:nvSpPr>
        <p:spPr>
          <a:xfrm>
            <a:off x="6111756" y="3639733"/>
            <a:ext cx="95665" cy="6609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38" name="object 1138"/>
          <p:cNvSpPr/>
          <p:nvPr/>
        </p:nvSpPr>
        <p:spPr>
          <a:xfrm>
            <a:off x="6374371" y="3638575"/>
            <a:ext cx="97834" cy="67256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39" name="object 1139"/>
          <p:cNvSpPr/>
          <p:nvPr/>
        </p:nvSpPr>
        <p:spPr>
          <a:xfrm>
            <a:off x="6636906" y="3639733"/>
            <a:ext cx="95814" cy="64839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40" name="object 1140"/>
          <p:cNvSpPr/>
          <p:nvPr/>
        </p:nvSpPr>
        <p:spPr>
          <a:xfrm>
            <a:off x="6899447" y="3638575"/>
            <a:ext cx="97408" cy="67256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41" name="object 1141"/>
          <p:cNvSpPr/>
          <p:nvPr/>
        </p:nvSpPr>
        <p:spPr>
          <a:xfrm>
            <a:off x="7162027" y="3638575"/>
            <a:ext cx="97193" cy="67256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42" name="object 1142"/>
          <p:cNvSpPr/>
          <p:nvPr/>
        </p:nvSpPr>
        <p:spPr>
          <a:xfrm>
            <a:off x="7421380" y="3638575"/>
            <a:ext cx="100767" cy="67256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43" name="object 1143"/>
          <p:cNvSpPr/>
          <p:nvPr/>
        </p:nvSpPr>
        <p:spPr>
          <a:xfrm>
            <a:off x="7683916" y="3638575"/>
            <a:ext cx="98450" cy="65997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44" name="object 1144"/>
          <p:cNvSpPr/>
          <p:nvPr/>
        </p:nvSpPr>
        <p:spPr>
          <a:xfrm>
            <a:off x="7946457" y="3638575"/>
            <a:ext cx="97802" cy="65997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45" name="object 1145"/>
          <p:cNvSpPr/>
          <p:nvPr/>
        </p:nvSpPr>
        <p:spPr>
          <a:xfrm>
            <a:off x="8209074" y="3638575"/>
            <a:ext cx="99497" cy="67256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46" name="object 1146"/>
          <p:cNvSpPr/>
          <p:nvPr/>
        </p:nvSpPr>
        <p:spPr>
          <a:xfrm>
            <a:off x="8471616" y="3638575"/>
            <a:ext cx="101669" cy="65997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47" name="object 1147"/>
          <p:cNvSpPr/>
          <p:nvPr/>
        </p:nvSpPr>
        <p:spPr>
          <a:xfrm>
            <a:off x="8734144" y="3638575"/>
            <a:ext cx="98926" cy="67256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48" name="object 1148"/>
          <p:cNvSpPr/>
          <p:nvPr/>
        </p:nvSpPr>
        <p:spPr>
          <a:xfrm>
            <a:off x="8996762" y="3638575"/>
            <a:ext cx="101097" cy="67256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49" name="object 1149"/>
          <p:cNvSpPr/>
          <p:nvPr/>
        </p:nvSpPr>
        <p:spPr>
          <a:xfrm>
            <a:off x="9259303" y="3638575"/>
            <a:ext cx="99065" cy="65997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50" name="object 1150"/>
          <p:cNvSpPr/>
          <p:nvPr/>
        </p:nvSpPr>
        <p:spPr>
          <a:xfrm>
            <a:off x="9784456" y="3638575"/>
            <a:ext cx="99969" cy="67256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51" name="object 1151"/>
          <p:cNvSpPr/>
          <p:nvPr/>
        </p:nvSpPr>
        <p:spPr>
          <a:xfrm>
            <a:off x="9522136" y="3638575"/>
            <a:ext cx="100037" cy="67256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52" name="object 1152"/>
          <p:cNvSpPr/>
          <p:nvPr/>
        </p:nvSpPr>
        <p:spPr>
          <a:xfrm>
            <a:off x="2152982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53" name="object 1153"/>
          <p:cNvSpPr/>
          <p:nvPr/>
        </p:nvSpPr>
        <p:spPr>
          <a:xfrm>
            <a:off x="218165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54" name="object 1154"/>
          <p:cNvSpPr/>
          <p:nvPr/>
        </p:nvSpPr>
        <p:spPr>
          <a:xfrm>
            <a:off x="220788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55" name="object 1155"/>
          <p:cNvSpPr/>
          <p:nvPr/>
        </p:nvSpPr>
        <p:spPr>
          <a:xfrm>
            <a:off x="223415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56" name="object 1156"/>
          <p:cNvSpPr/>
          <p:nvPr/>
        </p:nvSpPr>
        <p:spPr>
          <a:xfrm>
            <a:off x="226042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57" name="object 1157"/>
          <p:cNvSpPr/>
          <p:nvPr/>
        </p:nvSpPr>
        <p:spPr>
          <a:xfrm>
            <a:off x="2286871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58" name="object 1158"/>
          <p:cNvSpPr/>
          <p:nvPr/>
        </p:nvSpPr>
        <p:spPr>
          <a:xfrm>
            <a:off x="231292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59" name="object 1159"/>
          <p:cNvSpPr/>
          <p:nvPr/>
        </p:nvSpPr>
        <p:spPr>
          <a:xfrm>
            <a:off x="233919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60" name="object 1160"/>
          <p:cNvSpPr/>
          <p:nvPr/>
        </p:nvSpPr>
        <p:spPr>
          <a:xfrm>
            <a:off x="236546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61" name="object 1161"/>
          <p:cNvSpPr/>
          <p:nvPr/>
        </p:nvSpPr>
        <p:spPr>
          <a:xfrm>
            <a:off x="239169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62" name="object 1162"/>
          <p:cNvSpPr/>
          <p:nvPr/>
        </p:nvSpPr>
        <p:spPr>
          <a:xfrm>
            <a:off x="2415534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63" name="object 1163"/>
          <p:cNvSpPr/>
          <p:nvPr/>
        </p:nvSpPr>
        <p:spPr>
          <a:xfrm>
            <a:off x="244419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64" name="object 1164"/>
          <p:cNvSpPr/>
          <p:nvPr/>
        </p:nvSpPr>
        <p:spPr>
          <a:xfrm>
            <a:off x="247046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65" name="object 1165"/>
          <p:cNvSpPr/>
          <p:nvPr/>
        </p:nvSpPr>
        <p:spPr>
          <a:xfrm>
            <a:off x="249673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66" name="object 1166"/>
          <p:cNvSpPr/>
          <p:nvPr/>
        </p:nvSpPr>
        <p:spPr>
          <a:xfrm>
            <a:off x="252296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67" name="object 1167"/>
          <p:cNvSpPr/>
          <p:nvPr/>
        </p:nvSpPr>
        <p:spPr>
          <a:xfrm>
            <a:off x="2549450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68" name="object 1168"/>
          <p:cNvSpPr/>
          <p:nvPr/>
        </p:nvSpPr>
        <p:spPr>
          <a:xfrm>
            <a:off x="257550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69" name="object 1169"/>
          <p:cNvSpPr/>
          <p:nvPr/>
        </p:nvSpPr>
        <p:spPr>
          <a:xfrm>
            <a:off x="260173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70" name="object 1170"/>
          <p:cNvSpPr/>
          <p:nvPr/>
        </p:nvSpPr>
        <p:spPr>
          <a:xfrm>
            <a:off x="262800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71" name="object 1171"/>
          <p:cNvSpPr/>
          <p:nvPr/>
        </p:nvSpPr>
        <p:spPr>
          <a:xfrm>
            <a:off x="265430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72" name="object 1172"/>
          <p:cNvSpPr/>
          <p:nvPr/>
        </p:nvSpPr>
        <p:spPr>
          <a:xfrm>
            <a:off x="2678113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73" name="object 1173"/>
          <p:cNvSpPr/>
          <p:nvPr/>
        </p:nvSpPr>
        <p:spPr>
          <a:xfrm>
            <a:off x="270676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74" name="object 1174"/>
          <p:cNvSpPr/>
          <p:nvPr/>
        </p:nvSpPr>
        <p:spPr>
          <a:xfrm>
            <a:off x="273307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75" name="object 1175"/>
          <p:cNvSpPr/>
          <p:nvPr/>
        </p:nvSpPr>
        <p:spPr>
          <a:xfrm>
            <a:off x="275930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76" name="object 1176"/>
          <p:cNvSpPr/>
          <p:nvPr/>
        </p:nvSpPr>
        <p:spPr>
          <a:xfrm>
            <a:off x="278553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77" name="object 1177"/>
          <p:cNvSpPr/>
          <p:nvPr/>
        </p:nvSpPr>
        <p:spPr>
          <a:xfrm>
            <a:off x="2811992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78" name="object 1178"/>
          <p:cNvSpPr/>
          <p:nvPr/>
        </p:nvSpPr>
        <p:spPr>
          <a:xfrm>
            <a:off x="283807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79" name="object 1179"/>
          <p:cNvSpPr/>
          <p:nvPr/>
        </p:nvSpPr>
        <p:spPr>
          <a:xfrm>
            <a:off x="286430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80" name="object 1180"/>
          <p:cNvSpPr/>
          <p:nvPr/>
        </p:nvSpPr>
        <p:spPr>
          <a:xfrm>
            <a:off x="289061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81" name="object 1181"/>
          <p:cNvSpPr/>
          <p:nvPr/>
        </p:nvSpPr>
        <p:spPr>
          <a:xfrm>
            <a:off x="291684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82" name="object 1182"/>
          <p:cNvSpPr/>
          <p:nvPr/>
        </p:nvSpPr>
        <p:spPr>
          <a:xfrm>
            <a:off x="2940655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83" name="object 1183"/>
          <p:cNvSpPr/>
          <p:nvPr/>
        </p:nvSpPr>
        <p:spPr>
          <a:xfrm>
            <a:off x="296938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84" name="object 1184"/>
          <p:cNvSpPr/>
          <p:nvPr/>
        </p:nvSpPr>
        <p:spPr>
          <a:xfrm>
            <a:off x="299561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85" name="object 1185"/>
          <p:cNvSpPr/>
          <p:nvPr/>
        </p:nvSpPr>
        <p:spPr>
          <a:xfrm>
            <a:off x="302184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86" name="object 1186"/>
          <p:cNvSpPr/>
          <p:nvPr/>
        </p:nvSpPr>
        <p:spPr>
          <a:xfrm>
            <a:off x="304815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87" name="object 1187"/>
          <p:cNvSpPr/>
          <p:nvPr/>
        </p:nvSpPr>
        <p:spPr>
          <a:xfrm>
            <a:off x="3074599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88" name="object 1188"/>
          <p:cNvSpPr/>
          <p:nvPr/>
        </p:nvSpPr>
        <p:spPr>
          <a:xfrm>
            <a:off x="310061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89" name="object 1189"/>
          <p:cNvSpPr/>
          <p:nvPr/>
        </p:nvSpPr>
        <p:spPr>
          <a:xfrm>
            <a:off x="312692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90" name="object 1190"/>
          <p:cNvSpPr/>
          <p:nvPr/>
        </p:nvSpPr>
        <p:spPr>
          <a:xfrm>
            <a:off x="315315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91" name="object 1191"/>
          <p:cNvSpPr/>
          <p:nvPr/>
        </p:nvSpPr>
        <p:spPr>
          <a:xfrm>
            <a:off x="317938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92" name="object 1192"/>
          <p:cNvSpPr/>
          <p:nvPr/>
        </p:nvSpPr>
        <p:spPr>
          <a:xfrm>
            <a:off x="3203263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93" name="object 1193"/>
          <p:cNvSpPr/>
          <p:nvPr/>
        </p:nvSpPr>
        <p:spPr>
          <a:xfrm>
            <a:off x="323192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94" name="object 1194"/>
          <p:cNvSpPr/>
          <p:nvPr/>
        </p:nvSpPr>
        <p:spPr>
          <a:xfrm>
            <a:off x="325815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95" name="object 1195"/>
          <p:cNvSpPr/>
          <p:nvPr/>
        </p:nvSpPr>
        <p:spPr>
          <a:xfrm>
            <a:off x="328446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96" name="object 1196"/>
          <p:cNvSpPr/>
          <p:nvPr/>
        </p:nvSpPr>
        <p:spPr>
          <a:xfrm>
            <a:off x="331069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97" name="object 1197"/>
          <p:cNvSpPr/>
          <p:nvPr/>
        </p:nvSpPr>
        <p:spPr>
          <a:xfrm>
            <a:off x="3337141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98" name="object 1198"/>
          <p:cNvSpPr/>
          <p:nvPr/>
        </p:nvSpPr>
        <p:spPr>
          <a:xfrm>
            <a:off x="336323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99" name="object 1199"/>
          <p:cNvSpPr/>
          <p:nvPr/>
        </p:nvSpPr>
        <p:spPr>
          <a:xfrm>
            <a:off x="338946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00" name="object 1200"/>
          <p:cNvSpPr/>
          <p:nvPr/>
        </p:nvSpPr>
        <p:spPr>
          <a:xfrm>
            <a:off x="341569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01" name="object 1201"/>
          <p:cNvSpPr/>
          <p:nvPr/>
        </p:nvSpPr>
        <p:spPr>
          <a:xfrm>
            <a:off x="344199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02" name="object 1202"/>
          <p:cNvSpPr/>
          <p:nvPr/>
        </p:nvSpPr>
        <p:spPr>
          <a:xfrm>
            <a:off x="3465805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03" name="object 1203"/>
          <p:cNvSpPr/>
          <p:nvPr/>
        </p:nvSpPr>
        <p:spPr>
          <a:xfrm>
            <a:off x="349445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04" name="object 1204"/>
          <p:cNvSpPr/>
          <p:nvPr/>
        </p:nvSpPr>
        <p:spPr>
          <a:xfrm>
            <a:off x="352076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05" name="object 1205"/>
          <p:cNvSpPr/>
          <p:nvPr/>
        </p:nvSpPr>
        <p:spPr>
          <a:xfrm>
            <a:off x="354699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06" name="object 1206"/>
          <p:cNvSpPr/>
          <p:nvPr/>
        </p:nvSpPr>
        <p:spPr>
          <a:xfrm>
            <a:off x="357322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07" name="object 1207"/>
          <p:cNvSpPr/>
          <p:nvPr/>
        </p:nvSpPr>
        <p:spPr>
          <a:xfrm>
            <a:off x="3599683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08" name="object 1208"/>
          <p:cNvSpPr/>
          <p:nvPr/>
        </p:nvSpPr>
        <p:spPr>
          <a:xfrm>
            <a:off x="362576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09" name="object 1209"/>
          <p:cNvSpPr/>
          <p:nvPr/>
        </p:nvSpPr>
        <p:spPr>
          <a:xfrm>
            <a:off x="365199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10" name="object 1210"/>
          <p:cNvSpPr/>
          <p:nvPr/>
        </p:nvSpPr>
        <p:spPr>
          <a:xfrm>
            <a:off x="367823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11" name="object 1211"/>
          <p:cNvSpPr/>
          <p:nvPr/>
        </p:nvSpPr>
        <p:spPr>
          <a:xfrm>
            <a:off x="370453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12" name="object 1212"/>
          <p:cNvSpPr/>
          <p:nvPr/>
        </p:nvSpPr>
        <p:spPr>
          <a:xfrm>
            <a:off x="3728365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13" name="object 1213"/>
          <p:cNvSpPr/>
          <p:nvPr/>
        </p:nvSpPr>
        <p:spPr>
          <a:xfrm>
            <a:off x="375700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14" name="object 1214"/>
          <p:cNvSpPr/>
          <p:nvPr/>
        </p:nvSpPr>
        <p:spPr>
          <a:xfrm>
            <a:off x="378330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15" name="object 1215"/>
          <p:cNvSpPr/>
          <p:nvPr/>
        </p:nvSpPr>
        <p:spPr>
          <a:xfrm>
            <a:off x="380953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16" name="object 1216"/>
          <p:cNvSpPr/>
          <p:nvPr/>
        </p:nvSpPr>
        <p:spPr>
          <a:xfrm>
            <a:off x="383577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17" name="object 1217"/>
          <p:cNvSpPr/>
          <p:nvPr/>
        </p:nvSpPr>
        <p:spPr>
          <a:xfrm>
            <a:off x="3862290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18" name="object 1218"/>
          <p:cNvSpPr/>
          <p:nvPr/>
        </p:nvSpPr>
        <p:spPr>
          <a:xfrm>
            <a:off x="388830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19" name="object 1219"/>
          <p:cNvSpPr/>
          <p:nvPr/>
        </p:nvSpPr>
        <p:spPr>
          <a:xfrm>
            <a:off x="391454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20" name="object 1220"/>
          <p:cNvSpPr/>
          <p:nvPr/>
        </p:nvSpPr>
        <p:spPr>
          <a:xfrm>
            <a:off x="394084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21" name="object 1221"/>
          <p:cNvSpPr/>
          <p:nvPr/>
        </p:nvSpPr>
        <p:spPr>
          <a:xfrm>
            <a:off x="396707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22" name="object 1222"/>
          <p:cNvSpPr/>
          <p:nvPr/>
        </p:nvSpPr>
        <p:spPr>
          <a:xfrm>
            <a:off x="3990907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23" name="object 1223"/>
          <p:cNvSpPr/>
          <p:nvPr/>
        </p:nvSpPr>
        <p:spPr>
          <a:xfrm>
            <a:off x="401961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24" name="object 1224"/>
          <p:cNvSpPr/>
          <p:nvPr/>
        </p:nvSpPr>
        <p:spPr>
          <a:xfrm>
            <a:off x="404584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25" name="object 1225"/>
          <p:cNvSpPr/>
          <p:nvPr/>
        </p:nvSpPr>
        <p:spPr>
          <a:xfrm>
            <a:off x="407208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26" name="object 1226"/>
          <p:cNvSpPr/>
          <p:nvPr/>
        </p:nvSpPr>
        <p:spPr>
          <a:xfrm>
            <a:off x="409838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27" name="object 1227"/>
          <p:cNvSpPr/>
          <p:nvPr/>
        </p:nvSpPr>
        <p:spPr>
          <a:xfrm>
            <a:off x="4124832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28" name="object 1228"/>
          <p:cNvSpPr/>
          <p:nvPr/>
        </p:nvSpPr>
        <p:spPr>
          <a:xfrm>
            <a:off x="415085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29" name="object 1229"/>
          <p:cNvSpPr/>
          <p:nvPr/>
        </p:nvSpPr>
        <p:spPr>
          <a:xfrm>
            <a:off x="417715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30" name="object 1230"/>
          <p:cNvSpPr/>
          <p:nvPr/>
        </p:nvSpPr>
        <p:spPr>
          <a:xfrm>
            <a:off x="420338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31" name="object 1231"/>
          <p:cNvSpPr/>
          <p:nvPr/>
        </p:nvSpPr>
        <p:spPr>
          <a:xfrm>
            <a:off x="422962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32" name="object 1232"/>
          <p:cNvSpPr/>
          <p:nvPr/>
        </p:nvSpPr>
        <p:spPr>
          <a:xfrm>
            <a:off x="4253514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33" name="object 1233"/>
          <p:cNvSpPr/>
          <p:nvPr/>
        </p:nvSpPr>
        <p:spPr>
          <a:xfrm>
            <a:off x="428216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34" name="object 1234"/>
          <p:cNvSpPr/>
          <p:nvPr/>
        </p:nvSpPr>
        <p:spPr>
          <a:xfrm>
            <a:off x="430839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35" name="object 1235"/>
          <p:cNvSpPr/>
          <p:nvPr/>
        </p:nvSpPr>
        <p:spPr>
          <a:xfrm>
            <a:off x="433468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36" name="object 1236"/>
          <p:cNvSpPr/>
          <p:nvPr/>
        </p:nvSpPr>
        <p:spPr>
          <a:xfrm>
            <a:off x="436092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37" name="object 1237"/>
          <p:cNvSpPr/>
          <p:nvPr/>
        </p:nvSpPr>
        <p:spPr>
          <a:xfrm>
            <a:off x="4387374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38" name="object 1238"/>
          <p:cNvSpPr/>
          <p:nvPr/>
        </p:nvSpPr>
        <p:spPr>
          <a:xfrm>
            <a:off x="441345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39" name="object 1239"/>
          <p:cNvSpPr/>
          <p:nvPr/>
        </p:nvSpPr>
        <p:spPr>
          <a:xfrm>
            <a:off x="443969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40" name="object 1240"/>
          <p:cNvSpPr/>
          <p:nvPr/>
        </p:nvSpPr>
        <p:spPr>
          <a:xfrm>
            <a:off x="446592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41" name="object 1241"/>
          <p:cNvSpPr/>
          <p:nvPr/>
        </p:nvSpPr>
        <p:spPr>
          <a:xfrm>
            <a:off x="449222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42" name="object 1242"/>
          <p:cNvSpPr/>
          <p:nvPr/>
        </p:nvSpPr>
        <p:spPr>
          <a:xfrm>
            <a:off x="4516056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43" name="object 1243"/>
          <p:cNvSpPr/>
          <p:nvPr/>
        </p:nvSpPr>
        <p:spPr>
          <a:xfrm>
            <a:off x="454469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44" name="object 1244"/>
          <p:cNvSpPr/>
          <p:nvPr/>
        </p:nvSpPr>
        <p:spPr>
          <a:xfrm>
            <a:off x="457099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45" name="object 1245"/>
          <p:cNvSpPr/>
          <p:nvPr/>
        </p:nvSpPr>
        <p:spPr>
          <a:xfrm>
            <a:off x="459723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46" name="object 1246"/>
          <p:cNvSpPr/>
          <p:nvPr/>
        </p:nvSpPr>
        <p:spPr>
          <a:xfrm>
            <a:off x="462346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47" name="object 1247"/>
          <p:cNvSpPr/>
          <p:nvPr/>
        </p:nvSpPr>
        <p:spPr>
          <a:xfrm>
            <a:off x="4649981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48" name="object 1248"/>
          <p:cNvSpPr/>
          <p:nvPr/>
        </p:nvSpPr>
        <p:spPr>
          <a:xfrm>
            <a:off x="467600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49" name="object 1249"/>
          <p:cNvSpPr/>
          <p:nvPr/>
        </p:nvSpPr>
        <p:spPr>
          <a:xfrm>
            <a:off x="470223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50" name="object 1250"/>
          <p:cNvSpPr/>
          <p:nvPr/>
        </p:nvSpPr>
        <p:spPr>
          <a:xfrm>
            <a:off x="472853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51" name="object 1251"/>
          <p:cNvSpPr/>
          <p:nvPr/>
        </p:nvSpPr>
        <p:spPr>
          <a:xfrm>
            <a:off x="475477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52" name="object 1252"/>
          <p:cNvSpPr/>
          <p:nvPr/>
        </p:nvSpPr>
        <p:spPr>
          <a:xfrm>
            <a:off x="4778616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53" name="object 1253"/>
          <p:cNvSpPr/>
          <p:nvPr/>
        </p:nvSpPr>
        <p:spPr>
          <a:xfrm>
            <a:off x="480730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54" name="object 1254"/>
          <p:cNvSpPr/>
          <p:nvPr/>
        </p:nvSpPr>
        <p:spPr>
          <a:xfrm>
            <a:off x="483354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55" name="object 1255"/>
          <p:cNvSpPr/>
          <p:nvPr/>
        </p:nvSpPr>
        <p:spPr>
          <a:xfrm>
            <a:off x="485977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56" name="object 1256"/>
          <p:cNvSpPr/>
          <p:nvPr/>
        </p:nvSpPr>
        <p:spPr>
          <a:xfrm>
            <a:off x="488607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57" name="object 1257"/>
          <p:cNvSpPr/>
          <p:nvPr/>
        </p:nvSpPr>
        <p:spPr>
          <a:xfrm>
            <a:off x="4912523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58" name="object 1258"/>
          <p:cNvSpPr/>
          <p:nvPr/>
        </p:nvSpPr>
        <p:spPr>
          <a:xfrm>
            <a:off x="493854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59" name="object 1259"/>
          <p:cNvSpPr/>
          <p:nvPr/>
        </p:nvSpPr>
        <p:spPr>
          <a:xfrm>
            <a:off x="496484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60" name="object 1260"/>
          <p:cNvSpPr/>
          <p:nvPr/>
        </p:nvSpPr>
        <p:spPr>
          <a:xfrm>
            <a:off x="499108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61" name="object 1261"/>
          <p:cNvSpPr/>
          <p:nvPr/>
        </p:nvSpPr>
        <p:spPr>
          <a:xfrm>
            <a:off x="501731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62" name="object 1262"/>
          <p:cNvSpPr/>
          <p:nvPr/>
        </p:nvSpPr>
        <p:spPr>
          <a:xfrm>
            <a:off x="5041224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63" name="object 1263"/>
          <p:cNvSpPr/>
          <p:nvPr/>
        </p:nvSpPr>
        <p:spPr>
          <a:xfrm>
            <a:off x="506985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64" name="object 1264"/>
          <p:cNvSpPr/>
          <p:nvPr/>
        </p:nvSpPr>
        <p:spPr>
          <a:xfrm>
            <a:off x="509608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65" name="object 1265"/>
          <p:cNvSpPr/>
          <p:nvPr/>
        </p:nvSpPr>
        <p:spPr>
          <a:xfrm>
            <a:off x="512238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66" name="object 1266"/>
          <p:cNvSpPr/>
          <p:nvPr/>
        </p:nvSpPr>
        <p:spPr>
          <a:xfrm>
            <a:off x="514862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67" name="object 1267"/>
          <p:cNvSpPr/>
          <p:nvPr/>
        </p:nvSpPr>
        <p:spPr>
          <a:xfrm>
            <a:off x="5175102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260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68" name="object 1268"/>
          <p:cNvSpPr/>
          <p:nvPr/>
        </p:nvSpPr>
        <p:spPr>
          <a:xfrm>
            <a:off x="520114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69" name="object 1269"/>
          <p:cNvSpPr/>
          <p:nvPr/>
        </p:nvSpPr>
        <p:spPr>
          <a:xfrm>
            <a:off x="522738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70" name="object 1270"/>
          <p:cNvSpPr/>
          <p:nvPr/>
        </p:nvSpPr>
        <p:spPr>
          <a:xfrm>
            <a:off x="525361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71" name="object 1271"/>
          <p:cNvSpPr/>
          <p:nvPr/>
        </p:nvSpPr>
        <p:spPr>
          <a:xfrm>
            <a:off x="527991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72" name="object 1272"/>
          <p:cNvSpPr/>
          <p:nvPr/>
        </p:nvSpPr>
        <p:spPr>
          <a:xfrm>
            <a:off x="5303766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73" name="object 1273"/>
          <p:cNvSpPr/>
          <p:nvPr/>
        </p:nvSpPr>
        <p:spPr>
          <a:xfrm>
            <a:off x="533238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74" name="object 1274"/>
          <p:cNvSpPr/>
          <p:nvPr/>
        </p:nvSpPr>
        <p:spPr>
          <a:xfrm>
            <a:off x="535868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75" name="object 1275"/>
          <p:cNvSpPr/>
          <p:nvPr/>
        </p:nvSpPr>
        <p:spPr>
          <a:xfrm>
            <a:off x="538492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76" name="object 1276"/>
          <p:cNvSpPr/>
          <p:nvPr/>
        </p:nvSpPr>
        <p:spPr>
          <a:xfrm>
            <a:off x="541115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77" name="object 1277"/>
          <p:cNvSpPr/>
          <p:nvPr/>
        </p:nvSpPr>
        <p:spPr>
          <a:xfrm>
            <a:off x="5437644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78" name="object 1278"/>
          <p:cNvSpPr/>
          <p:nvPr/>
        </p:nvSpPr>
        <p:spPr>
          <a:xfrm>
            <a:off x="546369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79" name="object 1279"/>
          <p:cNvSpPr/>
          <p:nvPr/>
        </p:nvSpPr>
        <p:spPr>
          <a:xfrm>
            <a:off x="548992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80" name="object 1280"/>
          <p:cNvSpPr/>
          <p:nvPr/>
        </p:nvSpPr>
        <p:spPr>
          <a:xfrm>
            <a:off x="551626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81" name="object 1281"/>
          <p:cNvSpPr/>
          <p:nvPr/>
        </p:nvSpPr>
        <p:spPr>
          <a:xfrm>
            <a:off x="554246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82" name="object 1282"/>
          <p:cNvSpPr/>
          <p:nvPr/>
        </p:nvSpPr>
        <p:spPr>
          <a:xfrm>
            <a:off x="5566308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83" name="object 1283"/>
          <p:cNvSpPr/>
          <p:nvPr/>
        </p:nvSpPr>
        <p:spPr>
          <a:xfrm>
            <a:off x="559503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84" name="object 1284"/>
          <p:cNvSpPr/>
          <p:nvPr/>
        </p:nvSpPr>
        <p:spPr>
          <a:xfrm>
            <a:off x="562126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85" name="object 1285"/>
          <p:cNvSpPr/>
          <p:nvPr/>
        </p:nvSpPr>
        <p:spPr>
          <a:xfrm>
            <a:off x="564750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86" name="object 1286"/>
          <p:cNvSpPr/>
          <p:nvPr/>
        </p:nvSpPr>
        <p:spPr>
          <a:xfrm>
            <a:off x="567380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87" name="object 1287"/>
          <p:cNvSpPr/>
          <p:nvPr/>
        </p:nvSpPr>
        <p:spPr>
          <a:xfrm>
            <a:off x="5700251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88" name="object 1288"/>
          <p:cNvSpPr/>
          <p:nvPr/>
        </p:nvSpPr>
        <p:spPr>
          <a:xfrm>
            <a:off x="572627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89" name="object 1289"/>
          <p:cNvSpPr/>
          <p:nvPr/>
        </p:nvSpPr>
        <p:spPr>
          <a:xfrm>
            <a:off x="575257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90" name="object 1290"/>
          <p:cNvSpPr/>
          <p:nvPr/>
        </p:nvSpPr>
        <p:spPr>
          <a:xfrm>
            <a:off x="577880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91" name="object 1291"/>
          <p:cNvSpPr/>
          <p:nvPr/>
        </p:nvSpPr>
        <p:spPr>
          <a:xfrm>
            <a:off x="580504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92" name="object 1292"/>
          <p:cNvSpPr/>
          <p:nvPr/>
        </p:nvSpPr>
        <p:spPr>
          <a:xfrm>
            <a:off x="5828914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93" name="object 1293"/>
          <p:cNvSpPr/>
          <p:nvPr/>
        </p:nvSpPr>
        <p:spPr>
          <a:xfrm>
            <a:off x="585757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94" name="object 1294"/>
          <p:cNvSpPr/>
          <p:nvPr/>
        </p:nvSpPr>
        <p:spPr>
          <a:xfrm>
            <a:off x="588381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95" name="object 1295"/>
          <p:cNvSpPr/>
          <p:nvPr/>
        </p:nvSpPr>
        <p:spPr>
          <a:xfrm>
            <a:off x="591010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96" name="object 1296"/>
          <p:cNvSpPr/>
          <p:nvPr/>
        </p:nvSpPr>
        <p:spPr>
          <a:xfrm>
            <a:off x="593634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97" name="object 1297"/>
          <p:cNvSpPr/>
          <p:nvPr/>
        </p:nvSpPr>
        <p:spPr>
          <a:xfrm>
            <a:off x="5962793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98" name="object 1298"/>
          <p:cNvSpPr/>
          <p:nvPr/>
        </p:nvSpPr>
        <p:spPr>
          <a:xfrm>
            <a:off x="598887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99" name="object 1299"/>
          <p:cNvSpPr/>
          <p:nvPr/>
        </p:nvSpPr>
        <p:spPr>
          <a:xfrm>
            <a:off x="601511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00" name="object 1300"/>
          <p:cNvSpPr/>
          <p:nvPr/>
        </p:nvSpPr>
        <p:spPr>
          <a:xfrm>
            <a:off x="604134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01" name="object 1301"/>
          <p:cNvSpPr/>
          <p:nvPr/>
        </p:nvSpPr>
        <p:spPr>
          <a:xfrm>
            <a:off x="606764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02" name="object 1302"/>
          <p:cNvSpPr/>
          <p:nvPr/>
        </p:nvSpPr>
        <p:spPr>
          <a:xfrm>
            <a:off x="6091456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03" name="object 1303"/>
          <p:cNvSpPr/>
          <p:nvPr/>
        </p:nvSpPr>
        <p:spPr>
          <a:xfrm>
            <a:off x="612011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04" name="object 1304"/>
          <p:cNvSpPr/>
          <p:nvPr/>
        </p:nvSpPr>
        <p:spPr>
          <a:xfrm>
            <a:off x="614641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05" name="object 1305"/>
          <p:cNvSpPr/>
          <p:nvPr/>
        </p:nvSpPr>
        <p:spPr>
          <a:xfrm>
            <a:off x="617265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06" name="object 1306"/>
          <p:cNvSpPr/>
          <p:nvPr/>
        </p:nvSpPr>
        <p:spPr>
          <a:xfrm>
            <a:off x="619888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07" name="object 1307"/>
          <p:cNvSpPr/>
          <p:nvPr/>
        </p:nvSpPr>
        <p:spPr>
          <a:xfrm>
            <a:off x="6225335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08" name="object 1308"/>
          <p:cNvSpPr/>
          <p:nvPr/>
        </p:nvSpPr>
        <p:spPr>
          <a:xfrm>
            <a:off x="625142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09" name="object 1309"/>
          <p:cNvSpPr/>
          <p:nvPr/>
        </p:nvSpPr>
        <p:spPr>
          <a:xfrm>
            <a:off x="627765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10" name="object 1310"/>
          <p:cNvSpPr/>
          <p:nvPr/>
        </p:nvSpPr>
        <p:spPr>
          <a:xfrm>
            <a:off x="630395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11" name="object 1311"/>
          <p:cNvSpPr/>
          <p:nvPr/>
        </p:nvSpPr>
        <p:spPr>
          <a:xfrm>
            <a:off x="633018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12" name="object 1312"/>
          <p:cNvSpPr/>
          <p:nvPr/>
        </p:nvSpPr>
        <p:spPr>
          <a:xfrm>
            <a:off x="6353999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13" name="object 1313"/>
          <p:cNvSpPr/>
          <p:nvPr/>
        </p:nvSpPr>
        <p:spPr>
          <a:xfrm>
            <a:off x="638272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14" name="object 1314"/>
          <p:cNvSpPr/>
          <p:nvPr/>
        </p:nvSpPr>
        <p:spPr>
          <a:xfrm>
            <a:off x="640896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15" name="object 1315"/>
          <p:cNvSpPr/>
          <p:nvPr/>
        </p:nvSpPr>
        <p:spPr>
          <a:xfrm>
            <a:off x="643519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16" name="object 1316"/>
          <p:cNvSpPr/>
          <p:nvPr/>
        </p:nvSpPr>
        <p:spPr>
          <a:xfrm>
            <a:off x="646149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17" name="object 1317"/>
          <p:cNvSpPr/>
          <p:nvPr/>
        </p:nvSpPr>
        <p:spPr>
          <a:xfrm>
            <a:off x="6487942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18" name="object 1318"/>
          <p:cNvSpPr/>
          <p:nvPr/>
        </p:nvSpPr>
        <p:spPr>
          <a:xfrm>
            <a:off x="651396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19" name="object 1319"/>
          <p:cNvSpPr/>
          <p:nvPr/>
        </p:nvSpPr>
        <p:spPr>
          <a:xfrm>
            <a:off x="654026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20" name="object 1320"/>
          <p:cNvSpPr/>
          <p:nvPr/>
        </p:nvSpPr>
        <p:spPr>
          <a:xfrm>
            <a:off x="656650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21" name="object 1321"/>
          <p:cNvSpPr/>
          <p:nvPr/>
        </p:nvSpPr>
        <p:spPr>
          <a:xfrm>
            <a:off x="659273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22" name="object 1322"/>
          <p:cNvSpPr/>
          <p:nvPr/>
        </p:nvSpPr>
        <p:spPr>
          <a:xfrm>
            <a:off x="6616606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23" name="object 1323"/>
          <p:cNvSpPr/>
          <p:nvPr/>
        </p:nvSpPr>
        <p:spPr>
          <a:xfrm>
            <a:off x="664527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24" name="object 1324"/>
          <p:cNvSpPr/>
          <p:nvPr/>
        </p:nvSpPr>
        <p:spPr>
          <a:xfrm>
            <a:off x="667150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25" name="object 1325"/>
          <p:cNvSpPr/>
          <p:nvPr/>
        </p:nvSpPr>
        <p:spPr>
          <a:xfrm>
            <a:off x="669780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26" name="object 1326"/>
          <p:cNvSpPr/>
          <p:nvPr/>
        </p:nvSpPr>
        <p:spPr>
          <a:xfrm>
            <a:off x="672404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27" name="object 1327"/>
          <p:cNvSpPr/>
          <p:nvPr/>
        </p:nvSpPr>
        <p:spPr>
          <a:xfrm>
            <a:off x="6750484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28" name="object 1328"/>
          <p:cNvSpPr/>
          <p:nvPr/>
        </p:nvSpPr>
        <p:spPr>
          <a:xfrm>
            <a:off x="6776568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29" name="object 1329"/>
          <p:cNvSpPr/>
          <p:nvPr/>
        </p:nvSpPr>
        <p:spPr>
          <a:xfrm>
            <a:off x="680280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30" name="object 1330"/>
          <p:cNvSpPr/>
          <p:nvPr/>
        </p:nvSpPr>
        <p:spPr>
          <a:xfrm>
            <a:off x="682903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31" name="object 1331"/>
          <p:cNvSpPr/>
          <p:nvPr/>
        </p:nvSpPr>
        <p:spPr>
          <a:xfrm>
            <a:off x="6855339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32" name="object 1332"/>
          <p:cNvSpPr/>
          <p:nvPr/>
        </p:nvSpPr>
        <p:spPr>
          <a:xfrm>
            <a:off x="6879163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33" name="object 1333"/>
          <p:cNvSpPr/>
          <p:nvPr/>
        </p:nvSpPr>
        <p:spPr>
          <a:xfrm>
            <a:off x="690780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34" name="object 1334"/>
          <p:cNvSpPr/>
          <p:nvPr/>
        </p:nvSpPr>
        <p:spPr>
          <a:xfrm>
            <a:off x="693403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35" name="object 1335"/>
          <p:cNvSpPr/>
          <p:nvPr/>
        </p:nvSpPr>
        <p:spPr>
          <a:xfrm>
            <a:off x="696034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36" name="object 1336"/>
          <p:cNvSpPr/>
          <p:nvPr/>
        </p:nvSpPr>
        <p:spPr>
          <a:xfrm>
            <a:off x="698657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37" name="object 1337"/>
          <p:cNvSpPr/>
          <p:nvPr/>
        </p:nvSpPr>
        <p:spPr>
          <a:xfrm>
            <a:off x="7013026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38" name="object 1338"/>
          <p:cNvSpPr/>
          <p:nvPr/>
        </p:nvSpPr>
        <p:spPr>
          <a:xfrm>
            <a:off x="703911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39" name="object 1339"/>
          <p:cNvSpPr/>
          <p:nvPr/>
        </p:nvSpPr>
        <p:spPr>
          <a:xfrm>
            <a:off x="706534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40" name="object 1340"/>
          <p:cNvSpPr/>
          <p:nvPr/>
        </p:nvSpPr>
        <p:spPr>
          <a:xfrm>
            <a:off x="709157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41" name="object 1341"/>
          <p:cNvSpPr/>
          <p:nvPr/>
        </p:nvSpPr>
        <p:spPr>
          <a:xfrm>
            <a:off x="711788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42" name="object 1342"/>
          <p:cNvSpPr/>
          <p:nvPr/>
        </p:nvSpPr>
        <p:spPr>
          <a:xfrm>
            <a:off x="7141707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4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43" name="object 1343"/>
          <p:cNvSpPr/>
          <p:nvPr/>
        </p:nvSpPr>
        <p:spPr>
          <a:xfrm>
            <a:off x="717034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44" name="object 1344"/>
          <p:cNvSpPr/>
          <p:nvPr/>
        </p:nvSpPr>
        <p:spPr>
          <a:xfrm>
            <a:off x="719665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45" name="object 1345"/>
          <p:cNvSpPr/>
          <p:nvPr/>
        </p:nvSpPr>
        <p:spPr>
          <a:xfrm>
            <a:off x="722288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46" name="object 1346"/>
          <p:cNvSpPr/>
          <p:nvPr/>
        </p:nvSpPr>
        <p:spPr>
          <a:xfrm>
            <a:off x="724911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47" name="object 1347"/>
          <p:cNvSpPr/>
          <p:nvPr/>
        </p:nvSpPr>
        <p:spPr>
          <a:xfrm>
            <a:off x="7275634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48" name="object 1348"/>
          <p:cNvSpPr/>
          <p:nvPr/>
        </p:nvSpPr>
        <p:spPr>
          <a:xfrm>
            <a:off x="730165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49" name="object 1349"/>
          <p:cNvSpPr/>
          <p:nvPr/>
        </p:nvSpPr>
        <p:spPr>
          <a:xfrm>
            <a:off x="732788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50" name="object 1350"/>
          <p:cNvSpPr/>
          <p:nvPr/>
        </p:nvSpPr>
        <p:spPr>
          <a:xfrm>
            <a:off x="735419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51" name="object 1351"/>
          <p:cNvSpPr/>
          <p:nvPr/>
        </p:nvSpPr>
        <p:spPr>
          <a:xfrm>
            <a:off x="738042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52" name="object 1352"/>
          <p:cNvSpPr/>
          <p:nvPr/>
        </p:nvSpPr>
        <p:spPr>
          <a:xfrm>
            <a:off x="7404240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53" name="object 1353"/>
          <p:cNvSpPr/>
          <p:nvPr/>
        </p:nvSpPr>
        <p:spPr>
          <a:xfrm>
            <a:off x="743296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54" name="object 1354"/>
          <p:cNvSpPr/>
          <p:nvPr/>
        </p:nvSpPr>
        <p:spPr>
          <a:xfrm>
            <a:off x="745919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55" name="object 1355"/>
          <p:cNvSpPr/>
          <p:nvPr/>
        </p:nvSpPr>
        <p:spPr>
          <a:xfrm>
            <a:off x="748542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56" name="object 1356"/>
          <p:cNvSpPr/>
          <p:nvPr/>
        </p:nvSpPr>
        <p:spPr>
          <a:xfrm>
            <a:off x="751173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57" name="object 1357"/>
          <p:cNvSpPr/>
          <p:nvPr/>
        </p:nvSpPr>
        <p:spPr>
          <a:xfrm>
            <a:off x="7538175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58" name="object 1358"/>
          <p:cNvSpPr/>
          <p:nvPr/>
        </p:nvSpPr>
        <p:spPr>
          <a:xfrm>
            <a:off x="756419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59" name="object 1359"/>
          <p:cNvSpPr/>
          <p:nvPr/>
        </p:nvSpPr>
        <p:spPr>
          <a:xfrm>
            <a:off x="7590501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60" name="object 1360"/>
          <p:cNvSpPr/>
          <p:nvPr/>
        </p:nvSpPr>
        <p:spPr>
          <a:xfrm>
            <a:off x="761673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61" name="object 1361"/>
          <p:cNvSpPr/>
          <p:nvPr/>
        </p:nvSpPr>
        <p:spPr>
          <a:xfrm>
            <a:off x="764296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62" name="object 1362"/>
          <p:cNvSpPr/>
          <p:nvPr/>
        </p:nvSpPr>
        <p:spPr>
          <a:xfrm>
            <a:off x="7666857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63" name="object 1363"/>
          <p:cNvSpPr/>
          <p:nvPr/>
        </p:nvSpPr>
        <p:spPr>
          <a:xfrm>
            <a:off x="769549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64" name="object 1364"/>
          <p:cNvSpPr/>
          <p:nvPr/>
        </p:nvSpPr>
        <p:spPr>
          <a:xfrm>
            <a:off x="772173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65" name="object 1365"/>
          <p:cNvSpPr/>
          <p:nvPr/>
        </p:nvSpPr>
        <p:spPr>
          <a:xfrm>
            <a:off x="774803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66" name="object 1366"/>
          <p:cNvSpPr/>
          <p:nvPr/>
        </p:nvSpPr>
        <p:spPr>
          <a:xfrm>
            <a:off x="777426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67" name="object 1367"/>
          <p:cNvSpPr/>
          <p:nvPr/>
        </p:nvSpPr>
        <p:spPr>
          <a:xfrm>
            <a:off x="7800717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68" name="object 1368"/>
          <p:cNvSpPr/>
          <p:nvPr/>
        </p:nvSpPr>
        <p:spPr>
          <a:xfrm>
            <a:off x="782680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69" name="object 1369"/>
          <p:cNvSpPr/>
          <p:nvPr/>
        </p:nvSpPr>
        <p:spPr>
          <a:xfrm>
            <a:off x="785303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70" name="object 1370"/>
          <p:cNvSpPr/>
          <p:nvPr/>
        </p:nvSpPr>
        <p:spPr>
          <a:xfrm>
            <a:off x="787926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71" name="object 1371"/>
          <p:cNvSpPr/>
          <p:nvPr/>
        </p:nvSpPr>
        <p:spPr>
          <a:xfrm>
            <a:off x="790557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72" name="object 1372"/>
          <p:cNvSpPr/>
          <p:nvPr/>
        </p:nvSpPr>
        <p:spPr>
          <a:xfrm>
            <a:off x="7929399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73" name="object 1373"/>
          <p:cNvSpPr/>
          <p:nvPr/>
        </p:nvSpPr>
        <p:spPr>
          <a:xfrm>
            <a:off x="795803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74" name="object 1374"/>
          <p:cNvSpPr/>
          <p:nvPr/>
        </p:nvSpPr>
        <p:spPr>
          <a:xfrm>
            <a:off x="798434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75" name="object 1375"/>
          <p:cNvSpPr/>
          <p:nvPr/>
        </p:nvSpPr>
        <p:spPr>
          <a:xfrm>
            <a:off x="801057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76" name="object 1376"/>
          <p:cNvSpPr/>
          <p:nvPr/>
        </p:nvSpPr>
        <p:spPr>
          <a:xfrm>
            <a:off x="803680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77" name="object 1377"/>
          <p:cNvSpPr/>
          <p:nvPr/>
        </p:nvSpPr>
        <p:spPr>
          <a:xfrm>
            <a:off x="8063324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78" name="object 1378"/>
          <p:cNvSpPr/>
          <p:nvPr/>
        </p:nvSpPr>
        <p:spPr>
          <a:xfrm>
            <a:off x="808934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79" name="object 1379"/>
          <p:cNvSpPr/>
          <p:nvPr/>
        </p:nvSpPr>
        <p:spPr>
          <a:xfrm>
            <a:off x="811557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80" name="object 1380"/>
          <p:cNvSpPr/>
          <p:nvPr/>
        </p:nvSpPr>
        <p:spPr>
          <a:xfrm>
            <a:off x="814188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81" name="object 1381"/>
          <p:cNvSpPr/>
          <p:nvPr/>
        </p:nvSpPr>
        <p:spPr>
          <a:xfrm>
            <a:off x="816811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82" name="object 1382"/>
          <p:cNvSpPr/>
          <p:nvPr/>
        </p:nvSpPr>
        <p:spPr>
          <a:xfrm>
            <a:off x="8191950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83" name="object 1383"/>
          <p:cNvSpPr/>
          <p:nvPr/>
        </p:nvSpPr>
        <p:spPr>
          <a:xfrm>
            <a:off x="822065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84" name="object 1384"/>
          <p:cNvSpPr/>
          <p:nvPr/>
        </p:nvSpPr>
        <p:spPr>
          <a:xfrm>
            <a:off x="824688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85" name="object 1385"/>
          <p:cNvSpPr/>
          <p:nvPr/>
        </p:nvSpPr>
        <p:spPr>
          <a:xfrm>
            <a:off x="827311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86" name="object 1386"/>
          <p:cNvSpPr/>
          <p:nvPr/>
        </p:nvSpPr>
        <p:spPr>
          <a:xfrm>
            <a:off x="829942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87" name="object 1387"/>
          <p:cNvSpPr/>
          <p:nvPr/>
        </p:nvSpPr>
        <p:spPr>
          <a:xfrm>
            <a:off x="8325867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88" name="object 1388"/>
          <p:cNvSpPr/>
          <p:nvPr/>
        </p:nvSpPr>
        <p:spPr>
          <a:xfrm>
            <a:off x="835188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89" name="object 1389"/>
          <p:cNvSpPr/>
          <p:nvPr/>
        </p:nvSpPr>
        <p:spPr>
          <a:xfrm>
            <a:off x="837819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90" name="object 1390"/>
          <p:cNvSpPr/>
          <p:nvPr/>
        </p:nvSpPr>
        <p:spPr>
          <a:xfrm>
            <a:off x="840442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91" name="object 1391"/>
          <p:cNvSpPr/>
          <p:nvPr/>
        </p:nvSpPr>
        <p:spPr>
          <a:xfrm>
            <a:off x="843065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92" name="object 1392"/>
          <p:cNvSpPr/>
          <p:nvPr/>
        </p:nvSpPr>
        <p:spPr>
          <a:xfrm>
            <a:off x="8454567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93" name="object 1393"/>
          <p:cNvSpPr/>
          <p:nvPr/>
        </p:nvSpPr>
        <p:spPr>
          <a:xfrm>
            <a:off x="848319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94" name="object 1394"/>
          <p:cNvSpPr/>
          <p:nvPr/>
        </p:nvSpPr>
        <p:spPr>
          <a:xfrm>
            <a:off x="850942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95" name="object 1395"/>
          <p:cNvSpPr/>
          <p:nvPr/>
        </p:nvSpPr>
        <p:spPr>
          <a:xfrm>
            <a:off x="853572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96" name="object 1396"/>
          <p:cNvSpPr/>
          <p:nvPr/>
        </p:nvSpPr>
        <p:spPr>
          <a:xfrm>
            <a:off x="856195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97" name="object 1397"/>
          <p:cNvSpPr/>
          <p:nvPr/>
        </p:nvSpPr>
        <p:spPr>
          <a:xfrm>
            <a:off x="8588446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260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98" name="object 1398"/>
          <p:cNvSpPr/>
          <p:nvPr/>
        </p:nvSpPr>
        <p:spPr>
          <a:xfrm>
            <a:off x="861449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99" name="object 1399"/>
          <p:cNvSpPr/>
          <p:nvPr/>
        </p:nvSpPr>
        <p:spPr>
          <a:xfrm>
            <a:off x="864072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00" name="object 1400"/>
          <p:cNvSpPr/>
          <p:nvPr/>
        </p:nvSpPr>
        <p:spPr>
          <a:xfrm>
            <a:off x="866695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01" name="object 1401"/>
          <p:cNvSpPr/>
          <p:nvPr/>
        </p:nvSpPr>
        <p:spPr>
          <a:xfrm>
            <a:off x="869326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02" name="object 1402"/>
          <p:cNvSpPr/>
          <p:nvPr/>
        </p:nvSpPr>
        <p:spPr>
          <a:xfrm>
            <a:off x="8717108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03" name="object 1403"/>
          <p:cNvSpPr/>
          <p:nvPr/>
        </p:nvSpPr>
        <p:spPr>
          <a:xfrm>
            <a:off x="874572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04" name="object 1404"/>
          <p:cNvSpPr/>
          <p:nvPr/>
        </p:nvSpPr>
        <p:spPr>
          <a:xfrm>
            <a:off x="877203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05" name="object 1405"/>
          <p:cNvSpPr/>
          <p:nvPr/>
        </p:nvSpPr>
        <p:spPr>
          <a:xfrm>
            <a:off x="879826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06" name="object 1406"/>
          <p:cNvSpPr/>
          <p:nvPr/>
        </p:nvSpPr>
        <p:spPr>
          <a:xfrm>
            <a:off x="8824496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07" name="object 1407"/>
          <p:cNvSpPr/>
          <p:nvPr/>
        </p:nvSpPr>
        <p:spPr>
          <a:xfrm>
            <a:off x="8850989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08" name="object 1408"/>
          <p:cNvSpPr/>
          <p:nvPr/>
        </p:nvSpPr>
        <p:spPr>
          <a:xfrm>
            <a:off x="8877035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09" name="object 1409"/>
          <p:cNvSpPr/>
          <p:nvPr/>
        </p:nvSpPr>
        <p:spPr>
          <a:xfrm>
            <a:off x="8903267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10" name="object 1410"/>
          <p:cNvSpPr/>
          <p:nvPr/>
        </p:nvSpPr>
        <p:spPr>
          <a:xfrm>
            <a:off x="892961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11" name="object 1411"/>
          <p:cNvSpPr/>
          <p:nvPr/>
        </p:nvSpPr>
        <p:spPr>
          <a:xfrm>
            <a:off x="895584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12" name="object 1412"/>
          <p:cNvSpPr/>
          <p:nvPr/>
        </p:nvSpPr>
        <p:spPr>
          <a:xfrm>
            <a:off x="8979650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13" name="object 1413"/>
          <p:cNvSpPr/>
          <p:nvPr/>
        </p:nvSpPr>
        <p:spPr>
          <a:xfrm>
            <a:off x="900838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14" name="object 1414"/>
          <p:cNvSpPr/>
          <p:nvPr/>
        </p:nvSpPr>
        <p:spPr>
          <a:xfrm>
            <a:off x="9034613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15" name="object 1415"/>
          <p:cNvSpPr/>
          <p:nvPr/>
        </p:nvSpPr>
        <p:spPr>
          <a:xfrm>
            <a:off x="906084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16" name="object 1416"/>
          <p:cNvSpPr/>
          <p:nvPr/>
        </p:nvSpPr>
        <p:spPr>
          <a:xfrm>
            <a:off x="908715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17" name="object 1417"/>
          <p:cNvSpPr/>
          <p:nvPr/>
        </p:nvSpPr>
        <p:spPr>
          <a:xfrm>
            <a:off x="9113595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18" name="object 1418"/>
          <p:cNvSpPr/>
          <p:nvPr/>
        </p:nvSpPr>
        <p:spPr>
          <a:xfrm>
            <a:off x="913961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19" name="object 1419"/>
          <p:cNvSpPr/>
          <p:nvPr/>
        </p:nvSpPr>
        <p:spPr>
          <a:xfrm>
            <a:off x="9165920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20" name="object 1420"/>
          <p:cNvSpPr/>
          <p:nvPr/>
        </p:nvSpPr>
        <p:spPr>
          <a:xfrm>
            <a:off x="919215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21" name="object 1421"/>
          <p:cNvSpPr/>
          <p:nvPr/>
        </p:nvSpPr>
        <p:spPr>
          <a:xfrm>
            <a:off x="921838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22" name="object 1422"/>
          <p:cNvSpPr/>
          <p:nvPr/>
        </p:nvSpPr>
        <p:spPr>
          <a:xfrm>
            <a:off x="9242257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23" name="object 1423"/>
          <p:cNvSpPr/>
          <p:nvPr/>
        </p:nvSpPr>
        <p:spPr>
          <a:xfrm>
            <a:off x="9270922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24" name="object 1424"/>
          <p:cNvSpPr/>
          <p:nvPr/>
        </p:nvSpPr>
        <p:spPr>
          <a:xfrm>
            <a:off x="9297154" y="4257620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25" name="object 1425"/>
          <p:cNvSpPr/>
          <p:nvPr/>
        </p:nvSpPr>
        <p:spPr>
          <a:xfrm>
            <a:off x="9323747" y="4257620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26" name="object 1426"/>
          <p:cNvSpPr/>
          <p:nvPr/>
        </p:nvSpPr>
        <p:spPr>
          <a:xfrm>
            <a:off x="9349682" y="4257620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9" y="-6109"/>
                </a:moveTo>
                <a:lnTo>
                  <a:pt x="1229" y="133502"/>
                </a:lnTo>
              </a:path>
            </a:pathLst>
          </a:custGeom>
          <a:ln w="14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27" name="object 1427"/>
          <p:cNvSpPr/>
          <p:nvPr/>
        </p:nvSpPr>
        <p:spPr>
          <a:xfrm>
            <a:off x="9376351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28" name="object 1428"/>
          <p:cNvSpPr/>
          <p:nvPr/>
        </p:nvSpPr>
        <p:spPr>
          <a:xfrm>
            <a:off x="9402296" y="4257620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29" name="object 1429"/>
          <p:cNvSpPr/>
          <p:nvPr/>
        </p:nvSpPr>
        <p:spPr>
          <a:xfrm>
            <a:off x="9428240" y="4257620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30" name="object 1430"/>
          <p:cNvSpPr/>
          <p:nvPr/>
        </p:nvSpPr>
        <p:spPr>
          <a:xfrm>
            <a:off x="9454907" y="4257620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31" name="object 1431"/>
          <p:cNvSpPr/>
          <p:nvPr/>
        </p:nvSpPr>
        <p:spPr>
          <a:xfrm>
            <a:off x="9480852" y="4257620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32" name="object 1432"/>
          <p:cNvSpPr/>
          <p:nvPr/>
        </p:nvSpPr>
        <p:spPr>
          <a:xfrm>
            <a:off x="9505085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33" name="object 1433"/>
          <p:cNvSpPr/>
          <p:nvPr/>
        </p:nvSpPr>
        <p:spPr>
          <a:xfrm>
            <a:off x="9533455" y="4257620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34" name="object 1434"/>
          <p:cNvSpPr/>
          <p:nvPr/>
        </p:nvSpPr>
        <p:spPr>
          <a:xfrm>
            <a:off x="9559363" y="4257620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48" y="-6109"/>
                </a:moveTo>
                <a:lnTo>
                  <a:pt x="1848" y="133502"/>
                </a:lnTo>
              </a:path>
            </a:pathLst>
          </a:custGeom>
          <a:ln w="159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35" name="object 1435"/>
          <p:cNvSpPr/>
          <p:nvPr/>
        </p:nvSpPr>
        <p:spPr>
          <a:xfrm>
            <a:off x="9586067" y="4257620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36" name="object 1436"/>
          <p:cNvSpPr/>
          <p:nvPr/>
        </p:nvSpPr>
        <p:spPr>
          <a:xfrm>
            <a:off x="9612011" y="4257620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37" name="object 1437"/>
          <p:cNvSpPr/>
          <p:nvPr/>
        </p:nvSpPr>
        <p:spPr>
          <a:xfrm>
            <a:off x="9638680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38" name="object 1438"/>
          <p:cNvSpPr/>
          <p:nvPr/>
        </p:nvSpPr>
        <p:spPr>
          <a:xfrm>
            <a:off x="9664615" y="4257620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39" name="object 1439"/>
          <p:cNvSpPr/>
          <p:nvPr/>
        </p:nvSpPr>
        <p:spPr>
          <a:xfrm>
            <a:off x="9691282" y="4257620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40" name="object 1440"/>
          <p:cNvSpPr/>
          <p:nvPr/>
        </p:nvSpPr>
        <p:spPr>
          <a:xfrm>
            <a:off x="9717227" y="4257620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41" name="object 1441"/>
          <p:cNvSpPr/>
          <p:nvPr/>
        </p:nvSpPr>
        <p:spPr>
          <a:xfrm>
            <a:off x="9743172" y="4257620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42" name="object 1442"/>
          <p:cNvSpPr/>
          <p:nvPr/>
        </p:nvSpPr>
        <p:spPr>
          <a:xfrm>
            <a:off x="9767405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43" name="object 1443"/>
          <p:cNvSpPr/>
          <p:nvPr/>
        </p:nvSpPr>
        <p:spPr>
          <a:xfrm>
            <a:off x="9795784" y="4257620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44" name="object 1444"/>
          <p:cNvSpPr/>
          <p:nvPr/>
        </p:nvSpPr>
        <p:spPr>
          <a:xfrm>
            <a:off x="9822442" y="4257620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9" y="-6109"/>
                </a:moveTo>
                <a:lnTo>
                  <a:pt x="1229" y="133502"/>
                </a:lnTo>
              </a:path>
            </a:pathLst>
          </a:custGeom>
          <a:ln w="14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45" name="object 1445"/>
          <p:cNvSpPr/>
          <p:nvPr/>
        </p:nvSpPr>
        <p:spPr>
          <a:xfrm>
            <a:off x="9848387" y="4257620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46" name="object 1446"/>
          <p:cNvSpPr/>
          <p:nvPr/>
        </p:nvSpPr>
        <p:spPr>
          <a:xfrm>
            <a:off x="9875054" y="4257620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47" name="object 1447"/>
          <p:cNvSpPr/>
          <p:nvPr/>
        </p:nvSpPr>
        <p:spPr>
          <a:xfrm>
            <a:off x="9900999" y="4257833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48" name="object 1448"/>
          <p:cNvSpPr/>
          <p:nvPr/>
        </p:nvSpPr>
        <p:spPr>
          <a:xfrm>
            <a:off x="9927666" y="4257620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49" name="object 1449"/>
          <p:cNvSpPr/>
          <p:nvPr/>
        </p:nvSpPr>
        <p:spPr>
          <a:xfrm>
            <a:off x="9953611" y="4257620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50" name="object 1450"/>
          <p:cNvSpPr/>
          <p:nvPr/>
        </p:nvSpPr>
        <p:spPr>
          <a:xfrm>
            <a:off x="9979546" y="4257620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51" name="object 1451"/>
          <p:cNvSpPr/>
          <p:nvPr/>
        </p:nvSpPr>
        <p:spPr>
          <a:xfrm>
            <a:off x="10006214" y="4257620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52" name="object 1452"/>
          <p:cNvSpPr/>
          <p:nvPr/>
        </p:nvSpPr>
        <p:spPr>
          <a:xfrm>
            <a:off x="10029736" y="4251682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53" name="object 1453"/>
          <p:cNvSpPr/>
          <p:nvPr/>
        </p:nvSpPr>
        <p:spPr>
          <a:xfrm>
            <a:off x="2173301" y="4407379"/>
            <a:ext cx="44831" cy="672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54" name="object 1454"/>
          <p:cNvSpPr/>
          <p:nvPr/>
        </p:nvSpPr>
        <p:spPr>
          <a:xfrm>
            <a:off x="2435870" y="4408536"/>
            <a:ext cx="38607" cy="6483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55" name="object 1455"/>
          <p:cNvSpPr/>
          <p:nvPr/>
        </p:nvSpPr>
        <p:spPr>
          <a:xfrm>
            <a:off x="2698412" y="4407380"/>
            <a:ext cx="41210" cy="65996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56" name="object 1456"/>
          <p:cNvSpPr/>
          <p:nvPr/>
        </p:nvSpPr>
        <p:spPr>
          <a:xfrm>
            <a:off x="2961029" y="4407379"/>
            <a:ext cx="42692" cy="6725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57" name="object 1457"/>
          <p:cNvSpPr/>
          <p:nvPr/>
        </p:nvSpPr>
        <p:spPr>
          <a:xfrm>
            <a:off x="3223562" y="4408536"/>
            <a:ext cx="47220" cy="6483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58" name="object 1458"/>
          <p:cNvSpPr/>
          <p:nvPr/>
        </p:nvSpPr>
        <p:spPr>
          <a:xfrm>
            <a:off x="3486103" y="4408537"/>
            <a:ext cx="41969" cy="66098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59" name="object 1459"/>
          <p:cNvSpPr/>
          <p:nvPr/>
        </p:nvSpPr>
        <p:spPr>
          <a:xfrm>
            <a:off x="3748705" y="4407379"/>
            <a:ext cx="44809" cy="6725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60" name="object 1460"/>
          <p:cNvSpPr/>
          <p:nvPr/>
        </p:nvSpPr>
        <p:spPr>
          <a:xfrm>
            <a:off x="4011289" y="4408536"/>
            <a:ext cx="41645" cy="64839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61" name="object 1461"/>
          <p:cNvSpPr/>
          <p:nvPr/>
        </p:nvSpPr>
        <p:spPr>
          <a:xfrm>
            <a:off x="4536373" y="4407379"/>
            <a:ext cx="44757" cy="67256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62" name="object 1462"/>
          <p:cNvSpPr/>
          <p:nvPr/>
        </p:nvSpPr>
        <p:spPr>
          <a:xfrm>
            <a:off x="4273831" y="4407379"/>
            <a:ext cx="44470" cy="67256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63" name="object 1463"/>
          <p:cNvSpPr/>
          <p:nvPr/>
        </p:nvSpPr>
        <p:spPr>
          <a:xfrm>
            <a:off x="4803149" y="4407379"/>
            <a:ext cx="97509" cy="6725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64" name="object 1464"/>
          <p:cNvSpPr/>
          <p:nvPr/>
        </p:nvSpPr>
        <p:spPr>
          <a:xfrm>
            <a:off x="5061523" y="4408536"/>
            <a:ext cx="95230" cy="6483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65" name="object 1465"/>
          <p:cNvSpPr/>
          <p:nvPr/>
        </p:nvSpPr>
        <p:spPr>
          <a:xfrm>
            <a:off x="5324064" y="4407380"/>
            <a:ext cx="94544" cy="65996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66" name="object 1466"/>
          <p:cNvSpPr/>
          <p:nvPr/>
        </p:nvSpPr>
        <p:spPr>
          <a:xfrm>
            <a:off x="5586681" y="4407379"/>
            <a:ext cx="96239" cy="67256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67" name="object 1467"/>
          <p:cNvSpPr/>
          <p:nvPr/>
        </p:nvSpPr>
        <p:spPr>
          <a:xfrm>
            <a:off x="5849214" y="4408536"/>
            <a:ext cx="98416" cy="64839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68" name="object 1468"/>
          <p:cNvSpPr/>
          <p:nvPr/>
        </p:nvSpPr>
        <p:spPr>
          <a:xfrm>
            <a:off x="6111756" y="4408537"/>
            <a:ext cx="95665" cy="66098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69" name="object 1469"/>
          <p:cNvSpPr/>
          <p:nvPr/>
        </p:nvSpPr>
        <p:spPr>
          <a:xfrm>
            <a:off x="6374371" y="4407379"/>
            <a:ext cx="97834" cy="6725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70" name="object 1470"/>
          <p:cNvSpPr/>
          <p:nvPr/>
        </p:nvSpPr>
        <p:spPr>
          <a:xfrm>
            <a:off x="6636906" y="4408536"/>
            <a:ext cx="95814" cy="64839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71" name="object 1471"/>
          <p:cNvSpPr/>
          <p:nvPr/>
        </p:nvSpPr>
        <p:spPr>
          <a:xfrm>
            <a:off x="6899447" y="4407379"/>
            <a:ext cx="97408" cy="67256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72" name="object 1472"/>
          <p:cNvSpPr/>
          <p:nvPr/>
        </p:nvSpPr>
        <p:spPr>
          <a:xfrm>
            <a:off x="7162027" y="4407379"/>
            <a:ext cx="97193" cy="67256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73" name="object 1473"/>
          <p:cNvSpPr/>
          <p:nvPr/>
        </p:nvSpPr>
        <p:spPr>
          <a:xfrm>
            <a:off x="7421380" y="4407379"/>
            <a:ext cx="100767" cy="6725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74" name="object 1474"/>
          <p:cNvSpPr/>
          <p:nvPr/>
        </p:nvSpPr>
        <p:spPr>
          <a:xfrm>
            <a:off x="7683916" y="4407380"/>
            <a:ext cx="98450" cy="65996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75" name="object 1475"/>
          <p:cNvSpPr/>
          <p:nvPr/>
        </p:nvSpPr>
        <p:spPr>
          <a:xfrm>
            <a:off x="7946457" y="4407380"/>
            <a:ext cx="97802" cy="65996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76" name="object 1476"/>
          <p:cNvSpPr/>
          <p:nvPr/>
        </p:nvSpPr>
        <p:spPr>
          <a:xfrm>
            <a:off x="8209074" y="4407379"/>
            <a:ext cx="99497" cy="6725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77" name="object 1477"/>
          <p:cNvSpPr/>
          <p:nvPr/>
        </p:nvSpPr>
        <p:spPr>
          <a:xfrm>
            <a:off x="8471616" y="4407380"/>
            <a:ext cx="101669" cy="65996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78" name="object 1478"/>
          <p:cNvSpPr/>
          <p:nvPr/>
        </p:nvSpPr>
        <p:spPr>
          <a:xfrm>
            <a:off x="8734144" y="4407379"/>
            <a:ext cx="98926" cy="6725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79" name="object 1479"/>
          <p:cNvSpPr/>
          <p:nvPr/>
        </p:nvSpPr>
        <p:spPr>
          <a:xfrm>
            <a:off x="8996762" y="4407379"/>
            <a:ext cx="101097" cy="67256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80" name="object 1480"/>
          <p:cNvSpPr/>
          <p:nvPr/>
        </p:nvSpPr>
        <p:spPr>
          <a:xfrm>
            <a:off x="9259303" y="4407380"/>
            <a:ext cx="99065" cy="65996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81" name="object 1481"/>
          <p:cNvSpPr/>
          <p:nvPr/>
        </p:nvSpPr>
        <p:spPr>
          <a:xfrm>
            <a:off x="9522136" y="4407379"/>
            <a:ext cx="100037" cy="6725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82" name="object 1482"/>
          <p:cNvSpPr/>
          <p:nvPr/>
        </p:nvSpPr>
        <p:spPr>
          <a:xfrm>
            <a:off x="9784456" y="4407379"/>
            <a:ext cx="99969" cy="67256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83" name="object 1483"/>
          <p:cNvSpPr/>
          <p:nvPr/>
        </p:nvSpPr>
        <p:spPr>
          <a:xfrm>
            <a:off x="2152982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84" name="object 1484"/>
          <p:cNvSpPr/>
          <p:nvPr/>
        </p:nvSpPr>
        <p:spPr>
          <a:xfrm>
            <a:off x="218165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85" name="object 1485"/>
          <p:cNvSpPr/>
          <p:nvPr/>
        </p:nvSpPr>
        <p:spPr>
          <a:xfrm>
            <a:off x="220788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86" name="object 1486"/>
          <p:cNvSpPr/>
          <p:nvPr/>
        </p:nvSpPr>
        <p:spPr>
          <a:xfrm>
            <a:off x="223415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87" name="object 1487"/>
          <p:cNvSpPr/>
          <p:nvPr/>
        </p:nvSpPr>
        <p:spPr>
          <a:xfrm>
            <a:off x="226042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88" name="object 1488"/>
          <p:cNvSpPr/>
          <p:nvPr/>
        </p:nvSpPr>
        <p:spPr>
          <a:xfrm>
            <a:off x="2286871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89" name="object 1489"/>
          <p:cNvSpPr/>
          <p:nvPr/>
        </p:nvSpPr>
        <p:spPr>
          <a:xfrm>
            <a:off x="231292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90" name="object 1490"/>
          <p:cNvSpPr/>
          <p:nvPr/>
        </p:nvSpPr>
        <p:spPr>
          <a:xfrm>
            <a:off x="233919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91" name="object 1491"/>
          <p:cNvSpPr/>
          <p:nvPr/>
        </p:nvSpPr>
        <p:spPr>
          <a:xfrm>
            <a:off x="236546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92" name="object 1492"/>
          <p:cNvSpPr/>
          <p:nvPr/>
        </p:nvSpPr>
        <p:spPr>
          <a:xfrm>
            <a:off x="239169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93" name="object 1493"/>
          <p:cNvSpPr/>
          <p:nvPr/>
        </p:nvSpPr>
        <p:spPr>
          <a:xfrm>
            <a:off x="2415534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94" name="object 1494"/>
          <p:cNvSpPr/>
          <p:nvPr/>
        </p:nvSpPr>
        <p:spPr>
          <a:xfrm>
            <a:off x="244419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95" name="object 1495"/>
          <p:cNvSpPr/>
          <p:nvPr/>
        </p:nvSpPr>
        <p:spPr>
          <a:xfrm>
            <a:off x="247046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96" name="object 1496"/>
          <p:cNvSpPr/>
          <p:nvPr/>
        </p:nvSpPr>
        <p:spPr>
          <a:xfrm>
            <a:off x="249673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97" name="object 1497"/>
          <p:cNvSpPr/>
          <p:nvPr/>
        </p:nvSpPr>
        <p:spPr>
          <a:xfrm>
            <a:off x="252296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98" name="object 1498"/>
          <p:cNvSpPr/>
          <p:nvPr/>
        </p:nvSpPr>
        <p:spPr>
          <a:xfrm>
            <a:off x="2549450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99" name="object 1499"/>
          <p:cNvSpPr/>
          <p:nvPr/>
        </p:nvSpPr>
        <p:spPr>
          <a:xfrm>
            <a:off x="257550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00" name="object 1500"/>
          <p:cNvSpPr/>
          <p:nvPr/>
        </p:nvSpPr>
        <p:spPr>
          <a:xfrm>
            <a:off x="260173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01" name="object 1501"/>
          <p:cNvSpPr/>
          <p:nvPr/>
        </p:nvSpPr>
        <p:spPr>
          <a:xfrm>
            <a:off x="262800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02" name="object 1502"/>
          <p:cNvSpPr/>
          <p:nvPr/>
        </p:nvSpPr>
        <p:spPr>
          <a:xfrm>
            <a:off x="265430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03" name="object 1503"/>
          <p:cNvSpPr/>
          <p:nvPr/>
        </p:nvSpPr>
        <p:spPr>
          <a:xfrm>
            <a:off x="2678113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04" name="object 1504"/>
          <p:cNvSpPr/>
          <p:nvPr/>
        </p:nvSpPr>
        <p:spPr>
          <a:xfrm>
            <a:off x="270676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05" name="object 1505"/>
          <p:cNvSpPr/>
          <p:nvPr/>
        </p:nvSpPr>
        <p:spPr>
          <a:xfrm>
            <a:off x="273307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06" name="object 1506"/>
          <p:cNvSpPr/>
          <p:nvPr/>
        </p:nvSpPr>
        <p:spPr>
          <a:xfrm>
            <a:off x="275930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07" name="object 1507"/>
          <p:cNvSpPr/>
          <p:nvPr/>
        </p:nvSpPr>
        <p:spPr>
          <a:xfrm>
            <a:off x="278553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08" name="object 1508"/>
          <p:cNvSpPr/>
          <p:nvPr/>
        </p:nvSpPr>
        <p:spPr>
          <a:xfrm>
            <a:off x="2811992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09" name="object 1509"/>
          <p:cNvSpPr/>
          <p:nvPr/>
        </p:nvSpPr>
        <p:spPr>
          <a:xfrm>
            <a:off x="283807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10" name="object 1510"/>
          <p:cNvSpPr/>
          <p:nvPr/>
        </p:nvSpPr>
        <p:spPr>
          <a:xfrm>
            <a:off x="286430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11" name="object 1511"/>
          <p:cNvSpPr/>
          <p:nvPr/>
        </p:nvSpPr>
        <p:spPr>
          <a:xfrm>
            <a:off x="289061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12" name="object 1512"/>
          <p:cNvSpPr/>
          <p:nvPr/>
        </p:nvSpPr>
        <p:spPr>
          <a:xfrm>
            <a:off x="291684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13" name="object 1513"/>
          <p:cNvSpPr/>
          <p:nvPr/>
        </p:nvSpPr>
        <p:spPr>
          <a:xfrm>
            <a:off x="2940655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14" name="object 1514"/>
          <p:cNvSpPr/>
          <p:nvPr/>
        </p:nvSpPr>
        <p:spPr>
          <a:xfrm>
            <a:off x="296938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15" name="object 1515"/>
          <p:cNvSpPr/>
          <p:nvPr/>
        </p:nvSpPr>
        <p:spPr>
          <a:xfrm>
            <a:off x="299561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16" name="object 1516"/>
          <p:cNvSpPr/>
          <p:nvPr/>
        </p:nvSpPr>
        <p:spPr>
          <a:xfrm>
            <a:off x="302184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17" name="object 1517"/>
          <p:cNvSpPr/>
          <p:nvPr/>
        </p:nvSpPr>
        <p:spPr>
          <a:xfrm>
            <a:off x="304815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18" name="object 1518"/>
          <p:cNvSpPr/>
          <p:nvPr/>
        </p:nvSpPr>
        <p:spPr>
          <a:xfrm>
            <a:off x="3074599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19" name="object 1519"/>
          <p:cNvSpPr/>
          <p:nvPr/>
        </p:nvSpPr>
        <p:spPr>
          <a:xfrm>
            <a:off x="310061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20" name="object 1520"/>
          <p:cNvSpPr/>
          <p:nvPr/>
        </p:nvSpPr>
        <p:spPr>
          <a:xfrm>
            <a:off x="312692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21" name="object 1521"/>
          <p:cNvSpPr/>
          <p:nvPr/>
        </p:nvSpPr>
        <p:spPr>
          <a:xfrm>
            <a:off x="315315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22" name="object 1522"/>
          <p:cNvSpPr/>
          <p:nvPr/>
        </p:nvSpPr>
        <p:spPr>
          <a:xfrm>
            <a:off x="317938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23" name="object 1523"/>
          <p:cNvSpPr/>
          <p:nvPr/>
        </p:nvSpPr>
        <p:spPr>
          <a:xfrm>
            <a:off x="3203263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24" name="object 1524"/>
          <p:cNvSpPr/>
          <p:nvPr/>
        </p:nvSpPr>
        <p:spPr>
          <a:xfrm>
            <a:off x="323192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25" name="object 1525"/>
          <p:cNvSpPr/>
          <p:nvPr/>
        </p:nvSpPr>
        <p:spPr>
          <a:xfrm>
            <a:off x="325815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26" name="object 1526"/>
          <p:cNvSpPr/>
          <p:nvPr/>
        </p:nvSpPr>
        <p:spPr>
          <a:xfrm>
            <a:off x="328446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27" name="object 1527"/>
          <p:cNvSpPr/>
          <p:nvPr/>
        </p:nvSpPr>
        <p:spPr>
          <a:xfrm>
            <a:off x="331069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28" name="object 1528"/>
          <p:cNvSpPr/>
          <p:nvPr/>
        </p:nvSpPr>
        <p:spPr>
          <a:xfrm>
            <a:off x="3337141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29" name="object 1529"/>
          <p:cNvSpPr/>
          <p:nvPr/>
        </p:nvSpPr>
        <p:spPr>
          <a:xfrm>
            <a:off x="336323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30" name="object 1530"/>
          <p:cNvSpPr/>
          <p:nvPr/>
        </p:nvSpPr>
        <p:spPr>
          <a:xfrm>
            <a:off x="338946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31" name="object 1531"/>
          <p:cNvSpPr/>
          <p:nvPr/>
        </p:nvSpPr>
        <p:spPr>
          <a:xfrm>
            <a:off x="341569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32" name="object 1532"/>
          <p:cNvSpPr/>
          <p:nvPr/>
        </p:nvSpPr>
        <p:spPr>
          <a:xfrm>
            <a:off x="344199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33" name="object 1533"/>
          <p:cNvSpPr/>
          <p:nvPr/>
        </p:nvSpPr>
        <p:spPr>
          <a:xfrm>
            <a:off x="3465805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34" name="object 1534"/>
          <p:cNvSpPr/>
          <p:nvPr/>
        </p:nvSpPr>
        <p:spPr>
          <a:xfrm>
            <a:off x="349445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35" name="object 1535"/>
          <p:cNvSpPr/>
          <p:nvPr/>
        </p:nvSpPr>
        <p:spPr>
          <a:xfrm>
            <a:off x="352076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36" name="object 1536"/>
          <p:cNvSpPr/>
          <p:nvPr/>
        </p:nvSpPr>
        <p:spPr>
          <a:xfrm>
            <a:off x="354699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37" name="object 1537"/>
          <p:cNvSpPr/>
          <p:nvPr/>
        </p:nvSpPr>
        <p:spPr>
          <a:xfrm>
            <a:off x="357322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38" name="object 1538"/>
          <p:cNvSpPr/>
          <p:nvPr/>
        </p:nvSpPr>
        <p:spPr>
          <a:xfrm>
            <a:off x="3599683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39" name="object 1539"/>
          <p:cNvSpPr/>
          <p:nvPr/>
        </p:nvSpPr>
        <p:spPr>
          <a:xfrm>
            <a:off x="362576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40" name="object 1540"/>
          <p:cNvSpPr/>
          <p:nvPr/>
        </p:nvSpPr>
        <p:spPr>
          <a:xfrm>
            <a:off x="365199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41" name="object 1541"/>
          <p:cNvSpPr/>
          <p:nvPr/>
        </p:nvSpPr>
        <p:spPr>
          <a:xfrm>
            <a:off x="367823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42" name="object 1542"/>
          <p:cNvSpPr/>
          <p:nvPr/>
        </p:nvSpPr>
        <p:spPr>
          <a:xfrm>
            <a:off x="370453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43" name="object 1543"/>
          <p:cNvSpPr/>
          <p:nvPr/>
        </p:nvSpPr>
        <p:spPr>
          <a:xfrm>
            <a:off x="3728365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44" name="object 1544"/>
          <p:cNvSpPr/>
          <p:nvPr/>
        </p:nvSpPr>
        <p:spPr>
          <a:xfrm>
            <a:off x="375700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45" name="object 1545"/>
          <p:cNvSpPr/>
          <p:nvPr/>
        </p:nvSpPr>
        <p:spPr>
          <a:xfrm>
            <a:off x="378330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46" name="object 1546"/>
          <p:cNvSpPr/>
          <p:nvPr/>
        </p:nvSpPr>
        <p:spPr>
          <a:xfrm>
            <a:off x="380953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47" name="object 1547"/>
          <p:cNvSpPr/>
          <p:nvPr/>
        </p:nvSpPr>
        <p:spPr>
          <a:xfrm>
            <a:off x="383577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48" name="object 1548"/>
          <p:cNvSpPr/>
          <p:nvPr/>
        </p:nvSpPr>
        <p:spPr>
          <a:xfrm>
            <a:off x="3862290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49" name="object 1549"/>
          <p:cNvSpPr/>
          <p:nvPr/>
        </p:nvSpPr>
        <p:spPr>
          <a:xfrm>
            <a:off x="388830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50" name="object 1550"/>
          <p:cNvSpPr/>
          <p:nvPr/>
        </p:nvSpPr>
        <p:spPr>
          <a:xfrm>
            <a:off x="391454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51" name="object 1551"/>
          <p:cNvSpPr/>
          <p:nvPr/>
        </p:nvSpPr>
        <p:spPr>
          <a:xfrm>
            <a:off x="394084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52" name="object 1552"/>
          <p:cNvSpPr/>
          <p:nvPr/>
        </p:nvSpPr>
        <p:spPr>
          <a:xfrm>
            <a:off x="396707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53" name="object 1553"/>
          <p:cNvSpPr/>
          <p:nvPr/>
        </p:nvSpPr>
        <p:spPr>
          <a:xfrm>
            <a:off x="3990907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54" name="object 1554"/>
          <p:cNvSpPr/>
          <p:nvPr/>
        </p:nvSpPr>
        <p:spPr>
          <a:xfrm>
            <a:off x="401961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55" name="object 1555"/>
          <p:cNvSpPr/>
          <p:nvPr/>
        </p:nvSpPr>
        <p:spPr>
          <a:xfrm>
            <a:off x="404584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56" name="object 1556"/>
          <p:cNvSpPr/>
          <p:nvPr/>
        </p:nvSpPr>
        <p:spPr>
          <a:xfrm>
            <a:off x="407208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57" name="object 1557"/>
          <p:cNvSpPr/>
          <p:nvPr/>
        </p:nvSpPr>
        <p:spPr>
          <a:xfrm>
            <a:off x="409838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58" name="object 1558"/>
          <p:cNvSpPr/>
          <p:nvPr/>
        </p:nvSpPr>
        <p:spPr>
          <a:xfrm>
            <a:off x="4124832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59" name="object 1559"/>
          <p:cNvSpPr/>
          <p:nvPr/>
        </p:nvSpPr>
        <p:spPr>
          <a:xfrm>
            <a:off x="415085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60" name="object 1560"/>
          <p:cNvSpPr/>
          <p:nvPr/>
        </p:nvSpPr>
        <p:spPr>
          <a:xfrm>
            <a:off x="417715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61" name="object 1561"/>
          <p:cNvSpPr/>
          <p:nvPr/>
        </p:nvSpPr>
        <p:spPr>
          <a:xfrm>
            <a:off x="420338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62" name="object 1562"/>
          <p:cNvSpPr/>
          <p:nvPr/>
        </p:nvSpPr>
        <p:spPr>
          <a:xfrm>
            <a:off x="422962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63" name="object 1563"/>
          <p:cNvSpPr/>
          <p:nvPr/>
        </p:nvSpPr>
        <p:spPr>
          <a:xfrm>
            <a:off x="4253514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64" name="object 1564"/>
          <p:cNvSpPr/>
          <p:nvPr/>
        </p:nvSpPr>
        <p:spPr>
          <a:xfrm>
            <a:off x="428216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65" name="object 1565"/>
          <p:cNvSpPr/>
          <p:nvPr/>
        </p:nvSpPr>
        <p:spPr>
          <a:xfrm>
            <a:off x="430839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66" name="object 1566"/>
          <p:cNvSpPr/>
          <p:nvPr/>
        </p:nvSpPr>
        <p:spPr>
          <a:xfrm>
            <a:off x="433468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67" name="object 1567"/>
          <p:cNvSpPr/>
          <p:nvPr/>
        </p:nvSpPr>
        <p:spPr>
          <a:xfrm>
            <a:off x="436092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68" name="object 1568"/>
          <p:cNvSpPr/>
          <p:nvPr/>
        </p:nvSpPr>
        <p:spPr>
          <a:xfrm>
            <a:off x="4387374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69" name="object 1569"/>
          <p:cNvSpPr/>
          <p:nvPr/>
        </p:nvSpPr>
        <p:spPr>
          <a:xfrm>
            <a:off x="441345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70" name="object 1570"/>
          <p:cNvSpPr/>
          <p:nvPr/>
        </p:nvSpPr>
        <p:spPr>
          <a:xfrm>
            <a:off x="443969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71" name="object 1571"/>
          <p:cNvSpPr/>
          <p:nvPr/>
        </p:nvSpPr>
        <p:spPr>
          <a:xfrm>
            <a:off x="446592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72" name="object 1572"/>
          <p:cNvSpPr/>
          <p:nvPr/>
        </p:nvSpPr>
        <p:spPr>
          <a:xfrm>
            <a:off x="449222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73" name="object 1573"/>
          <p:cNvSpPr/>
          <p:nvPr/>
        </p:nvSpPr>
        <p:spPr>
          <a:xfrm>
            <a:off x="4516056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74" name="object 1574"/>
          <p:cNvSpPr/>
          <p:nvPr/>
        </p:nvSpPr>
        <p:spPr>
          <a:xfrm>
            <a:off x="454469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75" name="object 1575"/>
          <p:cNvSpPr/>
          <p:nvPr/>
        </p:nvSpPr>
        <p:spPr>
          <a:xfrm>
            <a:off x="457099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76" name="object 1576"/>
          <p:cNvSpPr/>
          <p:nvPr/>
        </p:nvSpPr>
        <p:spPr>
          <a:xfrm>
            <a:off x="459723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77" name="object 1577"/>
          <p:cNvSpPr/>
          <p:nvPr/>
        </p:nvSpPr>
        <p:spPr>
          <a:xfrm>
            <a:off x="462346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78" name="object 1578"/>
          <p:cNvSpPr/>
          <p:nvPr/>
        </p:nvSpPr>
        <p:spPr>
          <a:xfrm>
            <a:off x="4649981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79" name="object 1579"/>
          <p:cNvSpPr/>
          <p:nvPr/>
        </p:nvSpPr>
        <p:spPr>
          <a:xfrm>
            <a:off x="467600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80" name="object 1580"/>
          <p:cNvSpPr/>
          <p:nvPr/>
        </p:nvSpPr>
        <p:spPr>
          <a:xfrm>
            <a:off x="470223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81" name="object 1581"/>
          <p:cNvSpPr/>
          <p:nvPr/>
        </p:nvSpPr>
        <p:spPr>
          <a:xfrm>
            <a:off x="472853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82" name="object 1582"/>
          <p:cNvSpPr/>
          <p:nvPr/>
        </p:nvSpPr>
        <p:spPr>
          <a:xfrm>
            <a:off x="475477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83" name="object 1583"/>
          <p:cNvSpPr/>
          <p:nvPr/>
        </p:nvSpPr>
        <p:spPr>
          <a:xfrm>
            <a:off x="4778616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84" name="object 1584"/>
          <p:cNvSpPr/>
          <p:nvPr/>
        </p:nvSpPr>
        <p:spPr>
          <a:xfrm>
            <a:off x="480730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85" name="object 1585"/>
          <p:cNvSpPr/>
          <p:nvPr/>
        </p:nvSpPr>
        <p:spPr>
          <a:xfrm>
            <a:off x="483354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86" name="object 1586"/>
          <p:cNvSpPr/>
          <p:nvPr/>
        </p:nvSpPr>
        <p:spPr>
          <a:xfrm>
            <a:off x="485977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87" name="object 1587"/>
          <p:cNvSpPr/>
          <p:nvPr/>
        </p:nvSpPr>
        <p:spPr>
          <a:xfrm>
            <a:off x="488607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88" name="object 1588"/>
          <p:cNvSpPr/>
          <p:nvPr/>
        </p:nvSpPr>
        <p:spPr>
          <a:xfrm>
            <a:off x="4912523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89" name="object 1589"/>
          <p:cNvSpPr/>
          <p:nvPr/>
        </p:nvSpPr>
        <p:spPr>
          <a:xfrm>
            <a:off x="493854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90" name="object 1590"/>
          <p:cNvSpPr/>
          <p:nvPr/>
        </p:nvSpPr>
        <p:spPr>
          <a:xfrm>
            <a:off x="496484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91" name="object 1591"/>
          <p:cNvSpPr/>
          <p:nvPr/>
        </p:nvSpPr>
        <p:spPr>
          <a:xfrm>
            <a:off x="499108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92" name="object 1592"/>
          <p:cNvSpPr/>
          <p:nvPr/>
        </p:nvSpPr>
        <p:spPr>
          <a:xfrm>
            <a:off x="501731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93" name="object 1593"/>
          <p:cNvSpPr/>
          <p:nvPr/>
        </p:nvSpPr>
        <p:spPr>
          <a:xfrm>
            <a:off x="5041224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94" name="object 1594"/>
          <p:cNvSpPr/>
          <p:nvPr/>
        </p:nvSpPr>
        <p:spPr>
          <a:xfrm>
            <a:off x="506985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95" name="object 1595"/>
          <p:cNvSpPr/>
          <p:nvPr/>
        </p:nvSpPr>
        <p:spPr>
          <a:xfrm>
            <a:off x="509608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96" name="object 1596"/>
          <p:cNvSpPr/>
          <p:nvPr/>
        </p:nvSpPr>
        <p:spPr>
          <a:xfrm>
            <a:off x="512238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97" name="object 1597"/>
          <p:cNvSpPr/>
          <p:nvPr/>
        </p:nvSpPr>
        <p:spPr>
          <a:xfrm>
            <a:off x="514862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98" name="object 1598"/>
          <p:cNvSpPr/>
          <p:nvPr/>
        </p:nvSpPr>
        <p:spPr>
          <a:xfrm>
            <a:off x="5175102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260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99" name="object 1599"/>
          <p:cNvSpPr/>
          <p:nvPr/>
        </p:nvSpPr>
        <p:spPr>
          <a:xfrm>
            <a:off x="520114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00" name="object 1600"/>
          <p:cNvSpPr/>
          <p:nvPr/>
        </p:nvSpPr>
        <p:spPr>
          <a:xfrm>
            <a:off x="522738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01" name="object 1601"/>
          <p:cNvSpPr/>
          <p:nvPr/>
        </p:nvSpPr>
        <p:spPr>
          <a:xfrm>
            <a:off x="525361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02" name="object 1602"/>
          <p:cNvSpPr/>
          <p:nvPr/>
        </p:nvSpPr>
        <p:spPr>
          <a:xfrm>
            <a:off x="527991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03" name="object 1603"/>
          <p:cNvSpPr/>
          <p:nvPr/>
        </p:nvSpPr>
        <p:spPr>
          <a:xfrm>
            <a:off x="5303766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04" name="object 1604"/>
          <p:cNvSpPr/>
          <p:nvPr/>
        </p:nvSpPr>
        <p:spPr>
          <a:xfrm>
            <a:off x="533238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05" name="object 1605"/>
          <p:cNvSpPr/>
          <p:nvPr/>
        </p:nvSpPr>
        <p:spPr>
          <a:xfrm>
            <a:off x="535868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06" name="object 1606"/>
          <p:cNvSpPr/>
          <p:nvPr/>
        </p:nvSpPr>
        <p:spPr>
          <a:xfrm>
            <a:off x="538492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07" name="object 1607"/>
          <p:cNvSpPr/>
          <p:nvPr/>
        </p:nvSpPr>
        <p:spPr>
          <a:xfrm>
            <a:off x="541115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08" name="object 1608"/>
          <p:cNvSpPr/>
          <p:nvPr/>
        </p:nvSpPr>
        <p:spPr>
          <a:xfrm>
            <a:off x="5437644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09" name="object 1609"/>
          <p:cNvSpPr/>
          <p:nvPr/>
        </p:nvSpPr>
        <p:spPr>
          <a:xfrm>
            <a:off x="546369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10" name="object 1610"/>
          <p:cNvSpPr/>
          <p:nvPr/>
        </p:nvSpPr>
        <p:spPr>
          <a:xfrm>
            <a:off x="548992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11" name="object 1611"/>
          <p:cNvSpPr/>
          <p:nvPr/>
        </p:nvSpPr>
        <p:spPr>
          <a:xfrm>
            <a:off x="551626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12" name="object 1612"/>
          <p:cNvSpPr/>
          <p:nvPr/>
        </p:nvSpPr>
        <p:spPr>
          <a:xfrm>
            <a:off x="554246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13" name="object 1613"/>
          <p:cNvSpPr/>
          <p:nvPr/>
        </p:nvSpPr>
        <p:spPr>
          <a:xfrm>
            <a:off x="5566308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14" name="object 1614"/>
          <p:cNvSpPr/>
          <p:nvPr/>
        </p:nvSpPr>
        <p:spPr>
          <a:xfrm>
            <a:off x="559503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15" name="object 1615"/>
          <p:cNvSpPr/>
          <p:nvPr/>
        </p:nvSpPr>
        <p:spPr>
          <a:xfrm>
            <a:off x="562126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16" name="object 1616"/>
          <p:cNvSpPr/>
          <p:nvPr/>
        </p:nvSpPr>
        <p:spPr>
          <a:xfrm>
            <a:off x="564750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17" name="object 1617"/>
          <p:cNvSpPr/>
          <p:nvPr/>
        </p:nvSpPr>
        <p:spPr>
          <a:xfrm>
            <a:off x="567380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18" name="object 1618"/>
          <p:cNvSpPr/>
          <p:nvPr/>
        </p:nvSpPr>
        <p:spPr>
          <a:xfrm>
            <a:off x="5700251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19" name="object 1619"/>
          <p:cNvSpPr/>
          <p:nvPr/>
        </p:nvSpPr>
        <p:spPr>
          <a:xfrm>
            <a:off x="572627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20" name="object 1620"/>
          <p:cNvSpPr/>
          <p:nvPr/>
        </p:nvSpPr>
        <p:spPr>
          <a:xfrm>
            <a:off x="575257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21" name="object 1621"/>
          <p:cNvSpPr/>
          <p:nvPr/>
        </p:nvSpPr>
        <p:spPr>
          <a:xfrm>
            <a:off x="577880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22" name="object 1622"/>
          <p:cNvSpPr/>
          <p:nvPr/>
        </p:nvSpPr>
        <p:spPr>
          <a:xfrm>
            <a:off x="580504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23" name="object 1623"/>
          <p:cNvSpPr/>
          <p:nvPr/>
        </p:nvSpPr>
        <p:spPr>
          <a:xfrm>
            <a:off x="5828914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24" name="object 1624"/>
          <p:cNvSpPr/>
          <p:nvPr/>
        </p:nvSpPr>
        <p:spPr>
          <a:xfrm>
            <a:off x="585757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25" name="object 1625"/>
          <p:cNvSpPr/>
          <p:nvPr/>
        </p:nvSpPr>
        <p:spPr>
          <a:xfrm>
            <a:off x="588381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26" name="object 1626"/>
          <p:cNvSpPr/>
          <p:nvPr/>
        </p:nvSpPr>
        <p:spPr>
          <a:xfrm>
            <a:off x="591010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27" name="object 1627"/>
          <p:cNvSpPr/>
          <p:nvPr/>
        </p:nvSpPr>
        <p:spPr>
          <a:xfrm>
            <a:off x="593634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28" name="object 1628"/>
          <p:cNvSpPr/>
          <p:nvPr/>
        </p:nvSpPr>
        <p:spPr>
          <a:xfrm>
            <a:off x="5962793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29" name="object 1629"/>
          <p:cNvSpPr/>
          <p:nvPr/>
        </p:nvSpPr>
        <p:spPr>
          <a:xfrm>
            <a:off x="598887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30" name="object 1630"/>
          <p:cNvSpPr/>
          <p:nvPr/>
        </p:nvSpPr>
        <p:spPr>
          <a:xfrm>
            <a:off x="601511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31" name="object 1631"/>
          <p:cNvSpPr/>
          <p:nvPr/>
        </p:nvSpPr>
        <p:spPr>
          <a:xfrm>
            <a:off x="604134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32" name="object 1632"/>
          <p:cNvSpPr/>
          <p:nvPr/>
        </p:nvSpPr>
        <p:spPr>
          <a:xfrm>
            <a:off x="606764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33" name="object 1633"/>
          <p:cNvSpPr/>
          <p:nvPr/>
        </p:nvSpPr>
        <p:spPr>
          <a:xfrm>
            <a:off x="6091456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34" name="object 1634"/>
          <p:cNvSpPr/>
          <p:nvPr/>
        </p:nvSpPr>
        <p:spPr>
          <a:xfrm>
            <a:off x="612011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35" name="object 1635"/>
          <p:cNvSpPr/>
          <p:nvPr/>
        </p:nvSpPr>
        <p:spPr>
          <a:xfrm>
            <a:off x="614641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36" name="object 1636"/>
          <p:cNvSpPr/>
          <p:nvPr/>
        </p:nvSpPr>
        <p:spPr>
          <a:xfrm>
            <a:off x="617265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37" name="object 1637"/>
          <p:cNvSpPr/>
          <p:nvPr/>
        </p:nvSpPr>
        <p:spPr>
          <a:xfrm>
            <a:off x="619888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38" name="object 1638"/>
          <p:cNvSpPr/>
          <p:nvPr/>
        </p:nvSpPr>
        <p:spPr>
          <a:xfrm>
            <a:off x="6225335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39" name="object 1639"/>
          <p:cNvSpPr/>
          <p:nvPr/>
        </p:nvSpPr>
        <p:spPr>
          <a:xfrm>
            <a:off x="625142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40" name="object 1640"/>
          <p:cNvSpPr/>
          <p:nvPr/>
        </p:nvSpPr>
        <p:spPr>
          <a:xfrm>
            <a:off x="627765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41" name="object 1641"/>
          <p:cNvSpPr/>
          <p:nvPr/>
        </p:nvSpPr>
        <p:spPr>
          <a:xfrm>
            <a:off x="630395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42" name="object 1642"/>
          <p:cNvSpPr/>
          <p:nvPr/>
        </p:nvSpPr>
        <p:spPr>
          <a:xfrm>
            <a:off x="633018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43" name="object 1643"/>
          <p:cNvSpPr/>
          <p:nvPr/>
        </p:nvSpPr>
        <p:spPr>
          <a:xfrm>
            <a:off x="6353999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44" name="object 1644"/>
          <p:cNvSpPr/>
          <p:nvPr/>
        </p:nvSpPr>
        <p:spPr>
          <a:xfrm>
            <a:off x="638272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45" name="object 1645"/>
          <p:cNvSpPr/>
          <p:nvPr/>
        </p:nvSpPr>
        <p:spPr>
          <a:xfrm>
            <a:off x="640896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46" name="object 1646"/>
          <p:cNvSpPr/>
          <p:nvPr/>
        </p:nvSpPr>
        <p:spPr>
          <a:xfrm>
            <a:off x="643519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47" name="object 1647"/>
          <p:cNvSpPr/>
          <p:nvPr/>
        </p:nvSpPr>
        <p:spPr>
          <a:xfrm>
            <a:off x="646149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48" name="object 1648"/>
          <p:cNvSpPr/>
          <p:nvPr/>
        </p:nvSpPr>
        <p:spPr>
          <a:xfrm>
            <a:off x="6487942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49" name="object 1649"/>
          <p:cNvSpPr/>
          <p:nvPr/>
        </p:nvSpPr>
        <p:spPr>
          <a:xfrm>
            <a:off x="651396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50" name="object 1650"/>
          <p:cNvSpPr/>
          <p:nvPr/>
        </p:nvSpPr>
        <p:spPr>
          <a:xfrm>
            <a:off x="654026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51" name="object 1651"/>
          <p:cNvSpPr/>
          <p:nvPr/>
        </p:nvSpPr>
        <p:spPr>
          <a:xfrm>
            <a:off x="656650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52" name="object 1652"/>
          <p:cNvSpPr/>
          <p:nvPr/>
        </p:nvSpPr>
        <p:spPr>
          <a:xfrm>
            <a:off x="659273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53" name="object 1653"/>
          <p:cNvSpPr/>
          <p:nvPr/>
        </p:nvSpPr>
        <p:spPr>
          <a:xfrm>
            <a:off x="6616606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54" name="object 1654"/>
          <p:cNvSpPr/>
          <p:nvPr/>
        </p:nvSpPr>
        <p:spPr>
          <a:xfrm>
            <a:off x="664527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55" name="object 1655"/>
          <p:cNvSpPr/>
          <p:nvPr/>
        </p:nvSpPr>
        <p:spPr>
          <a:xfrm>
            <a:off x="667150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56" name="object 1656"/>
          <p:cNvSpPr/>
          <p:nvPr/>
        </p:nvSpPr>
        <p:spPr>
          <a:xfrm>
            <a:off x="669780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57" name="object 1657"/>
          <p:cNvSpPr/>
          <p:nvPr/>
        </p:nvSpPr>
        <p:spPr>
          <a:xfrm>
            <a:off x="672404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58" name="object 1658"/>
          <p:cNvSpPr/>
          <p:nvPr/>
        </p:nvSpPr>
        <p:spPr>
          <a:xfrm>
            <a:off x="6750484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59" name="object 1659"/>
          <p:cNvSpPr/>
          <p:nvPr/>
        </p:nvSpPr>
        <p:spPr>
          <a:xfrm>
            <a:off x="6776568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60" name="object 1660"/>
          <p:cNvSpPr/>
          <p:nvPr/>
        </p:nvSpPr>
        <p:spPr>
          <a:xfrm>
            <a:off x="680280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61" name="object 1661"/>
          <p:cNvSpPr/>
          <p:nvPr/>
        </p:nvSpPr>
        <p:spPr>
          <a:xfrm>
            <a:off x="682903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62" name="object 1662"/>
          <p:cNvSpPr/>
          <p:nvPr/>
        </p:nvSpPr>
        <p:spPr>
          <a:xfrm>
            <a:off x="6855339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63" name="object 1663"/>
          <p:cNvSpPr/>
          <p:nvPr/>
        </p:nvSpPr>
        <p:spPr>
          <a:xfrm>
            <a:off x="6879163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64" name="object 1664"/>
          <p:cNvSpPr/>
          <p:nvPr/>
        </p:nvSpPr>
        <p:spPr>
          <a:xfrm>
            <a:off x="690780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65" name="object 1665"/>
          <p:cNvSpPr/>
          <p:nvPr/>
        </p:nvSpPr>
        <p:spPr>
          <a:xfrm>
            <a:off x="693403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66" name="object 1666"/>
          <p:cNvSpPr/>
          <p:nvPr/>
        </p:nvSpPr>
        <p:spPr>
          <a:xfrm>
            <a:off x="696034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67" name="object 1667"/>
          <p:cNvSpPr/>
          <p:nvPr/>
        </p:nvSpPr>
        <p:spPr>
          <a:xfrm>
            <a:off x="698657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68" name="object 1668"/>
          <p:cNvSpPr/>
          <p:nvPr/>
        </p:nvSpPr>
        <p:spPr>
          <a:xfrm>
            <a:off x="7013026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69" name="object 1669"/>
          <p:cNvSpPr/>
          <p:nvPr/>
        </p:nvSpPr>
        <p:spPr>
          <a:xfrm>
            <a:off x="703911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70" name="object 1670"/>
          <p:cNvSpPr/>
          <p:nvPr/>
        </p:nvSpPr>
        <p:spPr>
          <a:xfrm>
            <a:off x="706534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71" name="object 1671"/>
          <p:cNvSpPr/>
          <p:nvPr/>
        </p:nvSpPr>
        <p:spPr>
          <a:xfrm>
            <a:off x="709157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72" name="object 1672"/>
          <p:cNvSpPr/>
          <p:nvPr/>
        </p:nvSpPr>
        <p:spPr>
          <a:xfrm>
            <a:off x="711788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73" name="object 1673"/>
          <p:cNvSpPr/>
          <p:nvPr/>
        </p:nvSpPr>
        <p:spPr>
          <a:xfrm>
            <a:off x="7141707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4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74" name="object 1674"/>
          <p:cNvSpPr/>
          <p:nvPr/>
        </p:nvSpPr>
        <p:spPr>
          <a:xfrm>
            <a:off x="717034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75" name="object 1675"/>
          <p:cNvSpPr/>
          <p:nvPr/>
        </p:nvSpPr>
        <p:spPr>
          <a:xfrm>
            <a:off x="719665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76" name="object 1676"/>
          <p:cNvSpPr/>
          <p:nvPr/>
        </p:nvSpPr>
        <p:spPr>
          <a:xfrm>
            <a:off x="722288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77" name="object 1677"/>
          <p:cNvSpPr/>
          <p:nvPr/>
        </p:nvSpPr>
        <p:spPr>
          <a:xfrm>
            <a:off x="724911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78" name="object 1678"/>
          <p:cNvSpPr/>
          <p:nvPr/>
        </p:nvSpPr>
        <p:spPr>
          <a:xfrm>
            <a:off x="7275634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79" name="object 1679"/>
          <p:cNvSpPr/>
          <p:nvPr/>
        </p:nvSpPr>
        <p:spPr>
          <a:xfrm>
            <a:off x="730165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80" name="object 1680"/>
          <p:cNvSpPr/>
          <p:nvPr/>
        </p:nvSpPr>
        <p:spPr>
          <a:xfrm>
            <a:off x="732788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81" name="object 1681"/>
          <p:cNvSpPr/>
          <p:nvPr/>
        </p:nvSpPr>
        <p:spPr>
          <a:xfrm>
            <a:off x="735419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82" name="object 1682"/>
          <p:cNvSpPr/>
          <p:nvPr/>
        </p:nvSpPr>
        <p:spPr>
          <a:xfrm>
            <a:off x="738042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83" name="object 1683"/>
          <p:cNvSpPr/>
          <p:nvPr/>
        </p:nvSpPr>
        <p:spPr>
          <a:xfrm>
            <a:off x="7404240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84" name="object 1684"/>
          <p:cNvSpPr/>
          <p:nvPr/>
        </p:nvSpPr>
        <p:spPr>
          <a:xfrm>
            <a:off x="743296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85" name="object 1685"/>
          <p:cNvSpPr/>
          <p:nvPr/>
        </p:nvSpPr>
        <p:spPr>
          <a:xfrm>
            <a:off x="745919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86" name="object 1686"/>
          <p:cNvSpPr/>
          <p:nvPr/>
        </p:nvSpPr>
        <p:spPr>
          <a:xfrm>
            <a:off x="748542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87" name="object 1687"/>
          <p:cNvSpPr/>
          <p:nvPr/>
        </p:nvSpPr>
        <p:spPr>
          <a:xfrm>
            <a:off x="751173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88" name="object 1688"/>
          <p:cNvSpPr/>
          <p:nvPr/>
        </p:nvSpPr>
        <p:spPr>
          <a:xfrm>
            <a:off x="7538175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89" name="object 1689"/>
          <p:cNvSpPr/>
          <p:nvPr/>
        </p:nvSpPr>
        <p:spPr>
          <a:xfrm>
            <a:off x="756419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90" name="object 1690"/>
          <p:cNvSpPr/>
          <p:nvPr/>
        </p:nvSpPr>
        <p:spPr>
          <a:xfrm>
            <a:off x="7590501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91" name="object 1691"/>
          <p:cNvSpPr/>
          <p:nvPr/>
        </p:nvSpPr>
        <p:spPr>
          <a:xfrm>
            <a:off x="761673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92" name="object 1692"/>
          <p:cNvSpPr/>
          <p:nvPr/>
        </p:nvSpPr>
        <p:spPr>
          <a:xfrm>
            <a:off x="764296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93" name="object 1693"/>
          <p:cNvSpPr/>
          <p:nvPr/>
        </p:nvSpPr>
        <p:spPr>
          <a:xfrm>
            <a:off x="7666857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94" name="object 1694"/>
          <p:cNvSpPr/>
          <p:nvPr/>
        </p:nvSpPr>
        <p:spPr>
          <a:xfrm>
            <a:off x="769549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95" name="object 1695"/>
          <p:cNvSpPr/>
          <p:nvPr/>
        </p:nvSpPr>
        <p:spPr>
          <a:xfrm>
            <a:off x="772173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96" name="object 1696"/>
          <p:cNvSpPr/>
          <p:nvPr/>
        </p:nvSpPr>
        <p:spPr>
          <a:xfrm>
            <a:off x="774803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97" name="object 1697"/>
          <p:cNvSpPr/>
          <p:nvPr/>
        </p:nvSpPr>
        <p:spPr>
          <a:xfrm>
            <a:off x="777426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98" name="object 1698"/>
          <p:cNvSpPr/>
          <p:nvPr/>
        </p:nvSpPr>
        <p:spPr>
          <a:xfrm>
            <a:off x="7800717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99" name="object 1699"/>
          <p:cNvSpPr/>
          <p:nvPr/>
        </p:nvSpPr>
        <p:spPr>
          <a:xfrm>
            <a:off x="782680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00" name="object 1700"/>
          <p:cNvSpPr/>
          <p:nvPr/>
        </p:nvSpPr>
        <p:spPr>
          <a:xfrm>
            <a:off x="785303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01" name="object 1701"/>
          <p:cNvSpPr/>
          <p:nvPr/>
        </p:nvSpPr>
        <p:spPr>
          <a:xfrm>
            <a:off x="787926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02" name="object 1702"/>
          <p:cNvSpPr/>
          <p:nvPr/>
        </p:nvSpPr>
        <p:spPr>
          <a:xfrm>
            <a:off x="790557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03" name="object 1703"/>
          <p:cNvSpPr/>
          <p:nvPr/>
        </p:nvSpPr>
        <p:spPr>
          <a:xfrm>
            <a:off x="7929399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04" name="object 1704"/>
          <p:cNvSpPr/>
          <p:nvPr/>
        </p:nvSpPr>
        <p:spPr>
          <a:xfrm>
            <a:off x="795803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05" name="object 1705"/>
          <p:cNvSpPr/>
          <p:nvPr/>
        </p:nvSpPr>
        <p:spPr>
          <a:xfrm>
            <a:off x="798434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06" name="object 1706"/>
          <p:cNvSpPr/>
          <p:nvPr/>
        </p:nvSpPr>
        <p:spPr>
          <a:xfrm>
            <a:off x="801057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07" name="object 1707"/>
          <p:cNvSpPr/>
          <p:nvPr/>
        </p:nvSpPr>
        <p:spPr>
          <a:xfrm>
            <a:off x="803680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08" name="object 1708"/>
          <p:cNvSpPr/>
          <p:nvPr/>
        </p:nvSpPr>
        <p:spPr>
          <a:xfrm>
            <a:off x="8063324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09" name="object 1709"/>
          <p:cNvSpPr/>
          <p:nvPr/>
        </p:nvSpPr>
        <p:spPr>
          <a:xfrm>
            <a:off x="808934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10" name="object 1710"/>
          <p:cNvSpPr/>
          <p:nvPr/>
        </p:nvSpPr>
        <p:spPr>
          <a:xfrm>
            <a:off x="811557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11" name="object 1711"/>
          <p:cNvSpPr/>
          <p:nvPr/>
        </p:nvSpPr>
        <p:spPr>
          <a:xfrm>
            <a:off x="814188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12" name="object 1712"/>
          <p:cNvSpPr/>
          <p:nvPr/>
        </p:nvSpPr>
        <p:spPr>
          <a:xfrm>
            <a:off x="816811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13" name="object 1713"/>
          <p:cNvSpPr/>
          <p:nvPr/>
        </p:nvSpPr>
        <p:spPr>
          <a:xfrm>
            <a:off x="8191950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14" name="object 1714"/>
          <p:cNvSpPr/>
          <p:nvPr/>
        </p:nvSpPr>
        <p:spPr>
          <a:xfrm>
            <a:off x="822065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15" name="object 1715"/>
          <p:cNvSpPr/>
          <p:nvPr/>
        </p:nvSpPr>
        <p:spPr>
          <a:xfrm>
            <a:off x="824688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16" name="object 1716"/>
          <p:cNvSpPr/>
          <p:nvPr/>
        </p:nvSpPr>
        <p:spPr>
          <a:xfrm>
            <a:off x="827311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17" name="object 1717"/>
          <p:cNvSpPr/>
          <p:nvPr/>
        </p:nvSpPr>
        <p:spPr>
          <a:xfrm>
            <a:off x="829942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18" name="object 1718"/>
          <p:cNvSpPr/>
          <p:nvPr/>
        </p:nvSpPr>
        <p:spPr>
          <a:xfrm>
            <a:off x="8325867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19" name="object 1719"/>
          <p:cNvSpPr/>
          <p:nvPr/>
        </p:nvSpPr>
        <p:spPr>
          <a:xfrm>
            <a:off x="835188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20" name="object 1720"/>
          <p:cNvSpPr/>
          <p:nvPr/>
        </p:nvSpPr>
        <p:spPr>
          <a:xfrm>
            <a:off x="837819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21" name="object 1721"/>
          <p:cNvSpPr/>
          <p:nvPr/>
        </p:nvSpPr>
        <p:spPr>
          <a:xfrm>
            <a:off x="840442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22" name="object 1722"/>
          <p:cNvSpPr/>
          <p:nvPr/>
        </p:nvSpPr>
        <p:spPr>
          <a:xfrm>
            <a:off x="843065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23" name="object 1723"/>
          <p:cNvSpPr/>
          <p:nvPr/>
        </p:nvSpPr>
        <p:spPr>
          <a:xfrm>
            <a:off x="8454567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24" name="object 1724"/>
          <p:cNvSpPr/>
          <p:nvPr/>
        </p:nvSpPr>
        <p:spPr>
          <a:xfrm>
            <a:off x="848319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25" name="object 1725"/>
          <p:cNvSpPr/>
          <p:nvPr/>
        </p:nvSpPr>
        <p:spPr>
          <a:xfrm>
            <a:off x="850942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26" name="object 1726"/>
          <p:cNvSpPr/>
          <p:nvPr/>
        </p:nvSpPr>
        <p:spPr>
          <a:xfrm>
            <a:off x="853572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27" name="object 1727"/>
          <p:cNvSpPr/>
          <p:nvPr/>
        </p:nvSpPr>
        <p:spPr>
          <a:xfrm>
            <a:off x="856195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28" name="object 1728"/>
          <p:cNvSpPr/>
          <p:nvPr/>
        </p:nvSpPr>
        <p:spPr>
          <a:xfrm>
            <a:off x="8588446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260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29" name="object 1729"/>
          <p:cNvSpPr/>
          <p:nvPr/>
        </p:nvSpPr>
        <p:spPr>
          <a:xfrm>
            <a:off x="861449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30" name="object 1730"/>
          <p:cNvSpPr/>
          <p:nvPr/>
        </p:nvSpPr>
        <p:spPr>
          <a:xfrm>
            <a:off x="864072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31" name="object 1731"/>
          <p:cNvSpPr/>
          <p:nvPr/>
        </p:nvSpPr>
        <p:spPr>
          <a:xfrm>
            <a:off x="866695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32" name="object 1732"/>
          <p:cNvSpPr/>
          <p:nvPr/>
        </p:nvSpPr>
        <p:spPr>
          <a:xfrm>
            <a:off x="869326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33" name="object 1733"/>
          <p:cNvSpPr/>
          <p:nvPr/>
        </p:nvSpPr>
        <p:spPr>
          <a:xfrm>
            <a:off x="8717108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34" name="object 1734"/>
          <p:cNvSpPr/>
          <p:nvPr/>
        </p:nvSpPr>
        <p:spPr>
          <a:xfrm>
            <a:off x="874572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35" name="object 1735"/>
          <p:cNvSpPr/>
          <p:nvPr/>
        </p:nvSpPr>
        <p:spPr>
          <a:xfrm>
            <a:off x="877203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36" name="object 1736"/>
          <p:cNvSpPr/>
          <p:nvPr/>
        </p:nvSpPr>
        <p:spPr>
          <a:xfrm>
            <a:off x="879826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37" name="object 1737"/>
          <p:cNvSpPr/>
          <p:nvPr/>
        </p:nvSpPr>
        <p:spPr>
          <a:xfrm>
            <a:off x="8824496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38" name="object 1738"/>
          <p:cNvSpPr/>
          <p:nvPr/>
        </p:nvSpPr>
        <p:spPr>
          <a:xfrm>
            <a:off x="8850989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39" name="object 1739"/>
          <p:cNvSpPr/>
          <p:nvPr/>
        </p:nvSpPr>
        <p:spPr>
          <a:xfrm>
            <a:off x="8877035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40" name="object 1740"/>
          <p:cNvSpPr/>
          <p:nvPr/>
        </p:nvSpPr>
        <p:spPr>
          <a:xfrm>
            <a:off x="8903267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41" name="object 1741"/>
          <p:cNvSpPr/>
          <p:nvPr/>
        </p:nvSpPr>
        <p:spPr>
          <a:xfrm>
            <a:off x="892961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42" name="object 1742"/>
          <p:cNvSpPr/>
          <p:nvPr/>
        </p:nvSpPr>
        <p:spPr>
          <a:xfrm>
            <a:off x="895584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43" name="object 1743"/>
          <p:cNvSpPr/>
          <p:nvPr/>
        </p:nvSpPr>
        <p:spPr>
          <a:xfrm>
            <a:off x="8979650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44" name="object 1744"/>
          <p:cNvSpPr/>
          <p:nvPr/>
        </p:nvSpPr>
        <p:spPr>
          <a:xfrm>
            <a:off x="900838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45" name="object 1745"/>
          <p:cNvSpPr/>
          <p:nvPr/>
        </p:nvSpPr>
        <p:spPr>
          <a:xfrm>
            <a:off x="9034613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46" name="object 1746"/>
          <p:cNvSpPr/>
          <p:nvPr/>
        </p:nvSpPr>
        <p:spPr>
          <a:xfrm>
            <a:off x="906084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47" name="object 1747"/>
          <p:cNvSpPr/>
          <p:nvPr/>
        </p:nvSpPr>
        <p:spPr>
          <a:xfrm>
            <a:off x="908715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48" name="object 1748"/>
          <p:cNvSpPr/>
          <p:nvPr/>
        </p:nvSpPr>
        <p:spPr>
          <a:xfrm>
            <a:off x="9113595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49" name="object 1749"/>
          <p:cNvSpPr/>
          <p:nvPr/>
        </p:nvSpPr>
        <p:spPr>
          <a:xfrm>
            <a:off x="913961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50" name="object 1750"/>
          <p:cNvSpPr/>
          <p:nvPr/>
        </p:nvSpPr>
        <p:spPr>
          <a:xfrm>
            <a:off x="9165920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51" name="object 1751"/>
          <p:cNvSpPr/>
          <p:nvPr/>
        </p:nvSpPr>
        <p:spPr>
          <a:xfrm>
            <a:off x="919215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52" name="object 1752"/>
          <p:cNvSpPr/>
          <p:nvPr/>
        </p:nvSpPr>
        <p:spPr>
          <a:xfrm>
            <a:off x="921838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53" name="object 1753"/>
          <p:cNvSpPr/>
          <p:nvPr/>
        </p:nvSpPr>
        <p:spPr>
          <a:xfrm>
            <a:off x="9242257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54" name="object 1754"/>
          <p:cNvSpPr/>
          <p:nvPr/>
        </p:nvSpPr>
        <p:spPr>
          <a:xfrm>
            <a:off x="9270922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55" name="object 1755"/>
          <p:cNvSpPr/>
          <p:nvPr/>
        </p:nvSpPr>
        <p:spPr>
          <a:xfrm>
            <a:off x="9297154" y="5026424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56" name="object 1756"/>
          <p:cNvSpPr/>
          <p:nvPr/>
        </p:nvSpPr>
        <p:spPr>
          <a:xfrm>
            <a:off x="9323747" y="5026424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57" name="object 1757"/>
          <p:cNvSpPr/>
          <p:nvPr/>
        </p:nvSpPr>
        <p:spPr>
          <a:xfrm>
            <a:off x="9349682" y="5026424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9" y="-6109"/>
                </a:moveTo>
                <a:lnTo>
                  <a:pt x="1229" y="133502"/>
                </a:lnTo>
              </a:path>
            </a:pathLst>
          </a:custGeom>
          <a:ln w="14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58" name="object 1758"/>
          <p:cNvSpPr/>
          <p:nvPr/>
        </p:nvSpPr>
        <p:spPr>
          <a:xfrm>
            <a:off x="9376351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59" name="object 1759"/>
          <p:cNvSpPr/>
          <p:nvPr/>
        </p:nvSpPr>
        <p:spPr>
          <a:xfrm>
            <a:off x="9402296" y="5026424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60" name="object 1760"/>
          <p:cNvSpPr/>
          <p:nvPr/>
        </p:nvSpPr>
        <p:spPr>
          <a:xfrm>
            <a:off x="9428240" y="5026424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61" name="object 1761"/>
          <p:cNvSpPr/>
          <p:nvPr/>
        </p:nvSpPr>
        <p:spPr>
          <a:xfrm>
            <a:off x="9454907" y="5026424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62" name="object 1762"/>
          <p:cNvSpPr/>
          <p:nvPr/>
        </p:nvSpPr>
        <p:spPr>
          <a:xfrm>
            <a:off x="9480852" y="5026424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63" name="object 1763"/>
          <p:cNvSpPr/>
          <p:nvPr/>
        </p:nvSpPr>
        <p:spPr>
          <a:xfrm>
            <a:off x="9505085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64" name="object 1764"/>
          <p:cNvSpPr/>
          <p:nvPr/>
        </p:nvSpPr>
        <p:spPr>
          <a:xfrm>
            <a:off x="9533455" y="5026424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65" name="object 1765"/>
          <p:cNvSpPr/>
          <p:nvPr/>
        </p:nvSpPr>
        <p:spPr>
          <a:xfrm>
            <a:off x="9559363" y="5026424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48" y="-6109"/>
                </a:moveTo>
                <a:lnTo>
                  <a:pt x="1848" y="133502"/>
                </a:lnTo>
              </a:path>
            </a:pathLst>
          </a:custGeom>
          <a:ln w="159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66" name="object 1766"/>
          <p:cNvSpPr/>
          <p:nvPr/>
        </p:nvSpPr>
        <p:spPr>
          <a:xfrm>
            <a:off x="9586067" y="5026424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67" name="object 1767"/>
          <p:cNvSpPr/>
          <p:nvPr/>
        </p:nvSpPr>
        <p:spPr>
          <a:xfrm>
            <a:off x="9612011" y="5026424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68" name="object 1768"/>
          <p:cNvSpPr/>
          <p:nvPr/>
        </p:nvSpPr>
        <p:spPr>
          <a:xfrm>
            <a:off x="9638680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69" name="object 1769"/>
          <p:cNvSpPr/>
          <p:nvPr/>
        </p:nvSpPr>
        <p:spPr>
          <a:xfrm>
            <a:off x="9664615" y="5026424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70" name="object 1770"/>
          <p:cNvSpPr/>
          <p:nvPr/>
        </p:nvSpPr>
        <p:spPr>
          <a:xfrm>
            <a:off x="9691282" y="5026424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71" name="object 1771"/>
          <p:cNvSpPr/>
          <p:nvPr/>
        </p:nvSpPr>
        <p:spPr>
          <a:xfrm>
            <a:off x="9717227" y="5026424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72" name="object 1772"/>
          <p:cNvSpPr/>
          <p:nvPr/>
        </p:nvSpPr>
        <p:spPr>
          <a:xfrm>
            <a:off x="9743172" y="5026424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73" name="object 1773"/>
          <p:cNvSpPr/>
          <p:nvPr/>
        </p:nvSpPr>
        <p:spPr>
          <a:xfrm>
            <a:off x="9767405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74" name="object 1774"/>
          <p:cNvSpPr/>
          <p:nvPr/>
        </p:nvSpPr>
        <p:spPr>
          <a:xfrm>
            <a:off x="9795784" y="5026424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75" name="object 1775"/>
          <p:cNvSpPr/>
          <p:nvPr/>
        </p:nvSpPr>
        <p:spPr>
          <a:xfrm>
            <a:off x="9822442" y="5026424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9" y="-6109"/>
                </a:moveTo>
                <a:lnTo>
                  <a:pt x="1229" y="133502"/>
                </a:lnTo>
              </a:path>
            </a:pathLst>
          </a:custGeom>
          <a:ln w="14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76" name="object 1776"/>
          <p:cNvSpPr/>
          <p:nvPr/>
        </p:nvSpPr>
        <p:spPr>
          <a:xfrm>
            <a:off x="9848387" y="5026424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77" name="object 1777"/>
          <p:cNvSpPr/>
          <p:nvPr/>
        </p:nvSpPr>
        <p:spPr>
          <a:xfrm>
            <a:off x="9875054" y="5026424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78" name="object 1778"/>
          <p:cNvSpPr/>
          <p:nvPr/>
        </p:nvSpPr>
        <p:spPr>
          <a:xfrm>
            <a:off x="9900999" y="5026637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79" name="object 1779"/>
          <p:cNvSpPr/>
          <p:nvPr/>
        </p:nvSpPr>
        <p:spPr>
          <a:xfrm>
            <a:off x="9927666" y="5026424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80" name="object 1780"/>
          <p:cNvSpPr/>
          <p:nvPr/>
        </p:nvSpPr>
        <p:spPr>
          <a:xfrm>
            <a:off x="9953611" y="5026424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81" name="object 1781"/>
          <p:cNvSpPr/>
          <p:nvPr/>
        </p:nvSpPr>
        <p:spPr>
          <a:xfrm>
            <a:off x="9979546" y="5026424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82" name="object 1782"/>
          <p:cNvSpPr/>
          <p:nvPr/>
        </p:nvSpPr>
        <p:spPr>
          <a:xfrm>
            <a:off x="10006214" y="5026424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83" name="object 1783"/>
          <p:cNvSpPr/>
          <p:nvPr/>
        </p:nvSpPr>
        <p:spPr>
          <a:xfrm>
            <a:off x="10029736" y="5020487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1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84" name="object 1784"/>
          <p:cNvSpPr/>
          <p:nvPr/>
        </p:nvSpPr>
        <p:spPr>
          <a:xfrm>
            <a:off x="2173301" y="5176183"/>
            <a:ext cx="44831" cy="672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85" name="object 1785"/>
          <p:cNvSpPr/>
          <p:nvPr/>
        </p:nvSpPr>
        <p:spPr>
          <a:xfrm>
            <a:off x="2435870" y="5177342"/>
            <a:ext cx="38607" cy="6483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86" name="object 1786"/>
          <p:cNvSpPr/>
          <p:nvPr/>
        </p:nvSpPr>
        <p:spPr>
          <a:xfrm>
            <a:off x="2698412" y="5176183"/>
            <a:ext cx="41210" cy="65996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87" name="object 1787"/>
          <p:cNvSpPr/>
          <p:nvPr/>
        </p:nvSpPr>
        <p:spPr>
          <a:xfrm>
            <a:off x="2961029" y="5176183"/>
            <a:ext cx="42692" cy="67256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88" name="object 1788"/>
          <p:cNvSpPr/>
          <p:nvPr/>
        </p:nvSpPr>
        <p:spPr>
          <a:xfrm>
            <a:off x="3223562" y="5177342"/>
            <a:ext cx="47220" cy="6483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89" name="object 1789"/>
          <p:cNvSpPr/>
          <p:nvPr/>
        </p:nvSpPr>
        <p:spPr>
          <a:xfrm>
            <a:off x="3486103" y="5177341"/>
            <a:ext cx="41969" cy="66098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90" name="object 1790"/>
          <p:cNvSpPr/>
          <p:nvPr/>
        </p:nvSpPr>
        <p:spPr>
          <a:xfrm>
            <a:off x="3748705" y="5176183"/>
            <a:ext cx="44809" cy="6725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91" name="object 1791"/>
          <p:cNvSpPr/>
          <p:nvPr/>
        </p:nvSpPr>
        <p:spPr>
          <a:xfrm>
            <a:off x="4011289" y="5177342"/>
            <a:ext cx="41645" cy="6483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92" name="object 1792"/>
          <p:cNvSpPr/>
          <p:nvPr/>
        </p:nvSpPr>
        <p:spPr>
          <a:xfrm>
            <a:off x="4273831" y="5176183"/>
            <a:ext cx="44470" cy="6725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93" name="object 1793"/>
          <p:cNvSpPr/>
          <p:nvPr/>
        </p:nvSpPr>
        <p:spPr>
          <a:xfrm>
            <a:off x="4536373" y="5176183"/>
            <a:ext cx="44757" cy="6725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94" name="object 1794"/>
          <p:cNvSpPr/>
          <p:nvPr/>
        </p:nvSpPr>
        <p:spPr>
          <a:xfrm>
            <a:off x="4803149" y="5176183"/>
            <a:ext cx="97509" cy="6725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95" name="object 1795"/>
          <p:cNvSpPr/>
          <p:nvPr/>
        </p:nvSpPr>
        <p:spPr>
          <a:xfrm>
            <a:off x="5061523" y="5177342"/>
            <a:ext cx="95230" cy="6483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96" name="object 1796"/>
          <p:cNvSpPr/>
          <p:nvPr/>
        </p:nvSpPr>
        <p:spPr>
          <a:xfrm>
            <a:off x="5324064" y="5176183"/>
            <a:ext cx="94544" cy="6599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97" name="object 1797"/>
          <p:cNvSpPr/>
          <p:nvPr/>
        </p:nvSpPr>
        <p:spPr>
          <a:xfrm>
            <a:off x="5586681" y="5176183"/>
            <a:ext cx="96239" cy="67256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98" name="object 1798"/>
          <p:cNvSpPr/>
          <p:nvPr/>
        </p:nvSpPr>
        <p:spPr>
          <a:xfrm>
            <a:off x="6111756" y="5177341"/>
            <a:ext cx="95665" cy="6609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99" name="object 1799"/>
          <p:cNvSpPr/>
          <p:nvPr/>
        </p:nvSpPr>
        <p:spPr>
          <a:xfrm>
            <a:off x="5849214" y="5177342"/>
            <a:ext cx="98416" cy="6483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00" name="object 1800"/>
          <p:cNvSpPr/>
          <p:nvPr/>
        </p:nvSpPr>
        <p:spPr>
          <a:xfrm>
            <a:off x="6374371" y="5176183"/>
            <a:ext cx="97834" cy="67256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01" name="object 1801"/>
          <p:cNvSpPr/>
          <p:nvPr/>
        </p:nvSpPr>
        <p:spPr>
          <a:xfrm>
            <a:off x="6636906" y="5177342"/>
            <a:ext cx="95814" cy="6483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02" name="object 1802"/>
          <p:cNvSpPr/>
          <p:nvPr/>
        </p:nvSpPr>
        <p:spPr>
          <a:xfrm>
            <a:off x="6899447" y="5176183"/>
            <a:ext cx="97408" cy="67256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03" name="object 1803"/>
          <p:cNvSpPr/>
          <p:nvPr/>
        </p:nvSpPr>
        <p:spPr>
          <a:xfrm>
            <a:off x="7162027" y="5176183"/>
            <a:ext cx="97193" cy="6725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04" name="object 1804"/>
          <p:cNvSpPr/>
          <p:nvPr/>
        </p:nvSpPr>
        <p:spPr>
          <a:xfrm>
            <a:off x="7421380" y="5176183"/>
            <a:ext cx="100767" cy="6725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05" name="object 1805"/>
          <p:cNvSpPr/>
          <p:nvPr/>
        </p:nvSpPr>
        <p:spPr>
          <a:xfrm>
            <a:off x="7683916" y="5176183"/>
            <a:ext cx="98450" cy="6599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06" name="object 1806"/>
          <p:cNvSpPr/>
          <p:nvPr/>
        </p:nvSpPr>
        <p:spPr>
          <a:xfrm>
            <a:off x="7946457" y="5176183"/>
            <a:ext cx="97802" cy="65996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07" name="object 1807"/>
          <p:cNvSpPr/>
          <p:nvPr/>
        </p:nvSpPr>
        <p:spPr>
          <a:xfrm>
            <a:off x="8209074" y="5176183"/>
            <a:ext cx="99497" cy="67256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08" name="object 1808"/>
          <p:cNvSpPr/>
          <p:nvPr/>
        </p:nvSpPr>
        <p:spPr>
          <a:xfrm>
            <a:off x="8471616" y="5176183"/>
            <a:ext cx="101669" cy="65996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09" name="object 1809"/>
          <p:cNvSpPr/>
          <p:nvPr/>
        </p:nvSpPr>
        <p:spPr>
          <a:xfrm>
            <a:off x="8734144" y="5176183"/>
            <a:ext cx="98926" cy="6725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10" name="object 1810"/>
          <p:cNvSpPr/>
          <p:nvPr/>
        </p:nvSpPr>
        <p:spPr>
          <a:xfrm>
            <a:off x="8996762" y="5176183"/>
            <a:ext cx="101097" cy="67256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11" name="object 1811"/>
          <p:cNvSpPr/>
          <p:nvPr/>
        </p:nvSpPr>
        <p:spPr>
          <a:xfrm>
            <a:off x="9259303" y="5176183"/>
            <a:ext cx="99065" cy="65996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12" name="object 1812"/>
          <p:cNvSpPr/>
          <p:nvPr/>
        </p:nvSpPr>
        <p:spPr>
          <a:xfrm>
            <a:off x="9522136" y="5176183"/>
            <a:ext cx="100037" cy="67256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13" name="object 1813"/>
          <p:cNvSpPr/>
          <p:nvPr/>
        </p:nvSpPr>
        <p:spPr>
          <a:xfrm>
            <a:off x="9784456" y="5176183"/>
            <a:ext cx="99969" cy="67256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14" name="object 1814"/>
          <p:cNvSpPr/>
          <p:nvPr/>
        </p:nvSpPr>
        <p:spPr>
          <a:xfrm>
            <a:off x="2152982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15" name="object 1815"/>
          <p:cNvSpPr/>
          <p:nvPr/>
        </p:nvSpPr>
        <p:spPr>
          <a:xfrm>
            <a:off x="218165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16" name="object 1816"/>
          <p:cNvSpPr/>
          <p:nvPr/>
        </p:nvSpPr>
        <p:spPr>
          <a:xfrm>
            <a:off x="220788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17" name="object 1817"/>
          <p:cNvSpPr/>
          <p:nvPr/>
        </p:nvSpPr>
        <p:spPr>
          <a:xfrm>
            <a:off x="223415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18" name="object 1818"/>
          <p:cNvSpPr/>
          <p:nvPr/>
        </p:nvSpPr>
        <p:spPr>
          <a:xfrm>
            <a:off x="226042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19" name="object 1819"/>
          <p:cNvSpPr/>
          <p:nvPr/>
        </p:nvSpPr>
        <p:spPr>
          <a:xfrm>
            <a:off x="2286871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20" name="object 1820"/>
          <p:cNvSpPr/>
          <p:nvPr/>
        </p:nvSpPr>
        <p:spPr>
          <a:xfrm>
            <a:off x="231292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21" name="object 1821"/>
          <p:cNvSpPr/>
          <p:nvPr/>
        </p:nvSpPr>
        <p:spPr>
          <a:xfrm>
            <a:off x="233919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22" name="object 1822"/>
          <p:cNvSpPr/>
          <p:nvPr/>
        </p:nvSpPr>
        <p:spPr>
          <a:xfrm>
            <a:off x="236546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23" name="object 1823"/>
          <p:cNvSpPr/>
          <p:nvPr/>
        </p:nvSpPr>
        <p:spPr>
          <a:xfrm>
            <a:off x="239169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24" name="object 1824"/>
          <p:cNvSpPr/>
          <p:nvPr/>
        </p:nvSpPr>
        <p:spPr>
          <a:xfrm>
            <a:off x="2415534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25" name="object 1825"/>
          <p:cNvSpPr/>
          <p:nvPr/>
        </p:nvSpPr>
        <p:spPr>
          <a:xfrm>
            <a:off x="244419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26" name="object 1826"/>
          <p:cNvSpPr/>
          <p:nvPr/>
        </p:nvSpPr>
        <p:spPr>
          <a:xfrm>
            <a:off x="247046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27" name="object 1827"/>
          <p:cNvSpPr/>
          <p:nvPr/>
        </p:nvSpPr>
        <p:spPr>
          <a:xfrm>
            <a:off x="249673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28" name="object 1828"/>
          <p:cNvSpPr/>
          <p:nvPr/>
        </p:nvSpPr>
        <p:spPr>
          <a:xfrm>
            <a:off x="252296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29" name="object 1829"/>
          <p:cNvSpPr/>
          <p:nvPr/>
        </p:nvSpPr>
        <p:spPr>
          <a:xfrm>
            <a:off x="2549450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30" name="object 1830"/>
          <p:cNvSpPr/>
          <p:nvPr/>
        </p:nvSpPr>
        <p:spPr>
          <a:xfrm>
            <a:off x="257550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31" name="object 1831"/>
          <p:cNvSpPr/>
          <p:nvPr/>
        </p:nvSpPr>
        <p:spPr>
          <a:xfrm>
            <a:off x="260173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32" name="object 1832"/>
          <p:cNvSpPr/>
          <p:nvPr/>
        </p:nvSpPr>
        <p:spPr>
          <a:xfrm>
            <a:off x="262800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33" name="object 1833"/>
          <p:cNvSpPr/>
          <p:nvPr/>
        </p:nvSpPr>
        <p:spPr>
          <a:xfrm>
            <a:off x="265430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34" name="object 1834"/>
          <p:cNvSpPr/>
          <p:nvPr/>
        </p:nvSpPr>
        <p:spPr>
          <a:xfrm>
            <a:off x="2678113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35" name="object 1835"/>
          <p:cNvSpPr/>
          <p:nvPr/>
        </p:nvSpPr>
        <p:spPr>
          <a:xfrm>
            <a:off x="270676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36" name="object 1836"/>
          <p:cNvSpPr/>
          <p:nvPr/>
        </p:nvSpPr>
        <p:spPr>
          <a:xfrm>
            <a:off x="273307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37" name="object 1837"/>
          <p:cNvSpPr/>
          <p:nvPr/>
        </p:nvSpPr>
        <p:spPr>
          <a:xfrm>
            <a:off x="275930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38" name="object 1838"/>
          <p:cNvSpPr/>
          <p:nvPr/>
        </p:nvSpPr>
        <p:spPr>
          <a:xfrm>
            <a:off x="278553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39" name="object 1839"/>
          <p:cNvSpPr/>
          <p:nvPr/>
        </p:nvSpPr>
        <p:spPr>
          <a:xfrm>
            <a:off x="2811992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40" name="object 1840"/>
          <p:cNvSpPr/>
          <p:nvPr/>
        </p:nvSpPr>
        <p:spPr>
          <a:xfrm>
            <a:off x="283807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41" name="object 1841"/>
          <p:cNvSpPr/>
          <p:nvPr/>
        </p:nvSpPr>
        <p:spPr>
          <a:xfrm>
            <a:off x="286430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42" name="object 1842"/>
          <p:cNvSpPr/>
          <p:nvPr/>
        </p:nvSpPr>
        <p:spPr>
          <a:xfrm>
            <a:off x="289061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43" name="object 1843"/>
          <p:cNvSpPr/>
          <p:nvPr/>
        </p:nvSpPr>
        <p:spPr>
          <a:xfrm>
            <a:off x="291684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44" name="object 1844"/>
          <p:cNvSpPr/>
          <p:nvPr/>
        </p:nvSpPr>
        <p:spPr>
          <a:xfrm>
            <a:off x="2940655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45" name="object 1845"/>
          <p:cNvSpPr/>
          <p:nvPr/>
        </p:nvSpPr>
        <p:spPr>
          <a:xfrm>
            <a:off x="296938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46" name="object 1846"/>
          <p:cNvSpPr/>
          <p:nvPr/>
        </p:nvSpPr>
        <p:spPr>
          <a:xfrm>
            <a:off x="299561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47" name="object 1847"/>
          <p:cNvSpPr/>
          <p:nvPr/>
        </p:nvSpPr>
        <p:spPr>
          <a:xfrm>
            <a:off x="302184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48" name="object 1848"/>
          <p:cNvSpPr/>
          <p:nvPr/>
        </p:nvSpPr>
        <p:spPr>
          <a:xfrm>
            <a:off x="304815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49" name="object 1849"/>
          <p:cNvSpPr/>
          <p:nvPr/>
        </p:nvSpPr>
        <p:spPr>
          <a:xfrm>
            <a:off x="3074599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50" name="object 1850"/>
          <p:cNvSpPr/>
          <p:nvPr/>
        </p:nvSpPr>
        <p:spPr>
          <a:xfrm>
            <a:off x="310061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51" name="object 1851"/>
          <p:cNvSpPr/>
          <p:nvPr/>
        </p:nvSpPr>
        <p:spPr>
          <a:xfrm>
            <a:off x="312692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52" name="object 1852"/>
          <p:cNvSpPr/>
          <p:nvPr/>
        </p:nvSpPr>
        <p:spPr>
          <a:xfrm>
            <a:off x="315315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53" name="object 1853"/>
          <p:cNvSpPr/>
          <p:nvPr/>
        </p:nvSpPr>
        <p:spPr>
          <a:xfrm>
            <a:off x="317938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54" name="object 1854"/>
          <p:cNvSpPr/>
          <p:nvPr/>
        </p:nvSpPr>
        <p:spPr>
          <a:xfrm>
            <a:off x="3203263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55" name="object 1855"/>
          <p:cNvSpPr/>
          <p:nvPr/>
        </p:nvSpPr>
        <p:spPr>
          <a:xfrm>
            <a:off x="323192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56" name="object 1856"/>
          <p:cNvSpPr/>
          <p:nvPr/>
        </p:nvSpPr>
        <p:spPr>
          <a:xfrm>
            <a:off x="325815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57" name="object 1857"/>
          <p:cNvSpPr/>
          <p:nvPr/>
        </p:nvSpPr>
        <p:spPr>
          <a:xfrm>
            <a:off x="328446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58" name="object 1858"/>
          <p:cNvSpPr/>
          <p:nvPr/>
        </p:nvSpPr>
        <p:spPr>
          <a:xfrm>
            <a:off x="331069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59" name="object 1859"/>
          <p:cNvSpPr/>
          <p:nvPr/>
        </p:nvSpPr>
        <p:spPr>
          <a:xfrm>
            <a:off x="3337141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60" name="object 1860"/>
          <p:cNvSpPr/>
          <p:nvPr/>
        </p:nvSpPr>
        <p:spPr>
          <a:xfrm>
            <a:off x="336323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61" name="object 1861"/>
          <p:cNvSpPr/>
          <p:nvPr/>
        </p:nvSpPr>
        <p:spPr>
          <a:xfrm>
            <a:off x="338946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62" name="object 1862"/>
          <p:cNvSpPr/>
          <p:nvPr/>
        </p:nvSpPr>
        <p:spPr>
          <a:xfrm>
            <a:off x="341569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63" name="object 1863"/>
          <p:cNvSpPr/>
          <p:nvPr/>
        </p:nvSpPr>
        <p:spPr>
          <a:xfrm>
            <a:off x="344199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64" name="object 1864"/>
          <p:cNvSpPr/>
          <p:nvPr/>
        </p:nvSpPr>
        <p:spPr>
          <a:xfrm>
            <a:off x="3465805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65" name="object 1865"/>
          <p:cNvSpPr/>
          <p:nvPr/>
        </p:nvSpPr>
        <p:spPr>
          <a:xfrm>
            <a:off x="349445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66" name="object 1866"/>
          <p:cNvSpPr/>
          <p:nvPr/>
        </p:nvSpPr>
        <p:spPr>
          <a:xfrm>
            <a:off x="352076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67" name="object 1867"/>
          <p:cNvSpPr/>
          <p:nvPr/>
        </p:nvSpPr>
        <p:spPr>
          <a:xfrm>
            <a:off x="354699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68" name="object 1868"/>
          <p:cNvSpPr/>
          <p:nvPr/>
        </p:nvSpPr>
        <p:spPr>
          <a:xfrm>
            <a:off x="357322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69" name="object 1869"/>
          <p:cNvSpPr/>
          <p:nvPr/>
        </p:nvSpPr>
        <p:spPr>
          <a:xfrm>
            <a:off x="3599683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70" name="object 1870"/>
          <p:cNvSpPr/>
          <p:nvPr/>
        </p:nvSpPr>
        <p:spPr>
          <a:xfrm>
            <a:off x="362576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71" name="object 1871"/>
          <p:cNvSpPr/>
          <p:nvPr/>
        </p:nvSpPr>
        <p:spPr>
          <a:xfrm>
            <a:off x="365199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72" name="object 1872"/>
          <p:cNvSpPr/>
          <p:nvPr/>
        </p:nvSpPr>
        <p:spPr>
          <a:xfrm>
            <a:off x="367823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73" name="object 1873"/>
          <p:cNvSpPr/>
          <p:nvPr/>
        </p:nvSpPr>
        <p:spPr>
          <a:xfrm>
            <a:off x="370453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74" name="object 1874"/>
          <p:cNvSpPr/>
          <p:nvPr/>
        </p:nvSpPr>
        <p:spPr>
          <a:xfrm>
            <a:off x="3728365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75" name="object 1875"/>
          <p:cNvSpPr/>
          <p:nvPr/>
        </p:nvSpPr>
        <p:spPr>
          <a:xfrm>
            <a:off x="375700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76" name="object 1876"/>
          <p:cNvSpPr/>
          <p:nvPr/>
        </p:nvSpPr>
        <p:spPr>
          <a:xfrm>
            <a:off x="378330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77" name="object 1877"/>
          <p:cNvSpPr/>
          <p:nvPr/>
        </p:nvSpPr>
        <p:spPr>
          <a:xfrm>
            <a:off x="380953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78" name="object 1878"/>
          <p:cNvSpPr/>
          <p:nvPr/>
        </p:nvSpPr>
        <p:spPr>
          <a:xfrm>
            <a:off x="383577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79" name="object 1879"/>
          <p:cNvSpPr/>
          <p:nvPr/>
        </p:nvSpPr>
        <p:spPr>
          <a:xfrm>
            <a:off x="3862290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39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80" name="object 1880"/>
          <p:cNvSpPr/>
          <p:nvPr/>
        </p:nvSpPr>
        <p:spPr>
          <a:xfrm>
            <a:off x="388830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81" name="object 1881"/>
          <p:cNvSpPr/>
          <p:nvPr/>
        </p:nvSpPr>
        <p:spPr>
          <a:xfrm>
            <a:off x="391454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82" name="object 1882"/>
          <p:cNvSpPr/>
          <p:nvPr/>
        </p:nvSpPr>
        <p:spPr>
          <a:xfrm>
            <a:off x="394084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83" name="object 1883"/>
          <p:cNvSpPr/>
          <p:nvPr/>
        </p:nvSpPr>
        <p:spPr>
          <a:xfrm>
            <a:off x="396707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84" name="object 1884"/>
          <p:cNvSpPr/>
          <p:nvPr/>
        </p:nvSpPr>
        <p:spPr>
          <a:xfrm>
            <a:off x="3990907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85" name="object 1885"/>
          <p:cNvSpPr/>
          <p:nvPr/>
        </p:nvSpPr>
        <p:spPr>
          <a:xfrm>
            <a:off x="401961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86" name="object 1886"/>
          <p:cNvSpPr/>
          <p:nvPr/>
        </p:nvSpPr>
        <p:spPr>
          <a:xfrm>
            <a:off x="404584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87" name="object 1887"/>
          <p:cNvSpPr/>
          <p:nvPr/>
        </p:nvSpPr>
        <p:spPr>
          <a:xfrm>
            <a:off x="407208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88" name="object 1888"/>
          <p:cNvSpPr/>
          <p:nvPr/>
        </p:nvSpPr>
        <p:spPr>
          <a:xfrm>
            <a:off x="409838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89" name="object 1889"/>
          <p:cNvSpPr/>
          <p:nvPr/>
        </p:nvSpPr>
        <p:spPr>
          <a:xfrm>
            <a:off x="4124832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90" name="object 1890"/>
          <p:cNvSpPr/>
          <p:nvPr/>
        </p:nvSpPr>
        <p:spPr>
          <a:xfrm>
            <a:off x="415085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91" name="object 1891"/>
          <p:cNvSpPr/>
          <p:nvPr/>
        </p:nvSpPr>
        <p:spPr>
          <a:xfrm>
            <a:off x="417715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92" name="object 1892"/>
          <p:cNvSpPr/>
          <p:nvPr/>
        </p:nvSpPr>
        <p:spPr>
          <a:xfrm>
            <a:off x="420338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93" name="object 1893"/>
          <p:cNvSpPr/>
          <p:nvPr/>
        </p:nvSpPr>
        <p:spPr>
          <a:xfrm>
            <a:off x="422962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94" name="object 1894"/>
          <p:cNvSpPr/>
          <p:nvPr/>
        </p:nvSpPr>
        <p:spPr>
          <a:xfrm>
            <a:off x="4253514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95" name="object 1895"/>
          <p:cNvSpPr/>
          <p:nvPr/>
        </p:nvSpPr>
        <p:spPr>
          <a:xfrm>
            <a:off x="428216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96" name="object 1896"/>
          <p:cNvSpPr/>
          <p:nvPr/>
        </p:nvSpPr>
        <p:spPr>
          <a:xfrm>
            <a:off x="430839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97" name="object 1897"/>
          <p:cNvSpPr/>
          <p:nvPr/>
        </p:nvSpPr>
        <p:spPr>
          <a:xfrm>
            <a:off x="433468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98" name="object 1898"/>
          <p:cNvSpPr/>
          <p:nvPr/>
        </p:nvSpPr>
        <p:spPr>
          <a:xfrm>
            <a:off x="436092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99" name="object 1899"/>
          <p:cNvSpPr/>
          <p:nvPr/>
        </p:nvSpPr>
        <p:spPr>
          <a:xfrm>
            <a:off x="4387374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00" name="object 1900"/>
          <p:cNvSpPr/>
          <p:nvPr/>
        </p:nvSpPr>
        <p:spPr>
          <a:xfrm>
            <a:off x="441345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01" name="object 1901"/>
          <p:cNvSpPr/>
          <p:nvPr/>
        </p:nvSpPr>
        <p:spPr>
          <a:xfrm>
            <a:off x="443969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02" name="object 1902"/>
          <p:cNvSpPr/>
          <p:nvPr/>
        </p:nvSpPr>
        <p:spPr>
          <a:xfrm>
            <a:off x="446592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03" name="object 1903"/>
          <p:cNvSpPr/>
          <p:nvPr/>
        </p:nvSpPr>
        <p:spPr>
          <a:xfrm>
            <a:off x="449222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04" name="object 1904"/>
          <p:cNvSpPr/>
          <p:nvPr/>
        </p:nvSpPr>
        <p:spPr>
          <a:xfrm>
            <a:off x="4516056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05" name="object 1905"/>
          <p:cNvSpPr/>
          <p:nvPr/>
        </p:nvSpPr>
        <p:spPr>
          <a:xfrm>
            <a:off x="454469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06" name="object 1906"/>
          <p:cNvSpPr/>
          <p:nvPr/>
        </p:nvSpPr>
        <p:spPr>
          <a:xfrm>
            <a:off x="457099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07" name="object 1907"/>
          <p:cNvSpPr/>
          <p:nvPr/>
        </p:nvSpPr>
        <p:spPr>
          <a:xfrm>
            <a:off x="459723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08" name="object 1908"/>
          <p:cNvSpPr/>
          <p:nvPr/>
        </p:nvSpPr>
        <p:spPr>
          <a:xfrm>
            <a:off x="462346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09" name="object 1909"/>
          <p:cNvSpPr/>
          <p:nvPr/>
        </p:nvSpPr>
        <p:spPr>
          <a:xfrm>
            <a:off x="4649981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10" name="object 1910"/>
          <p:cNvSpPr/>
          <p:nvPr/>
        </p:nvSpPr>
        <p:spPr>
          <a:xfrm>
            <a:off x="467600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11" name="object 1911"/>
          <p:cNvSpPr/>
          <p:nvPr/>
        </p:nvSpPr>
        <p:spPr>
          <a:xfrm>
            <a:off x="470223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12" name="object 1912"/>
          <p:cNvSpPr/>
          <p:nvPr/>
        </p:nvSpPr>
        <p:spPr>
          <a:xfrm>
            <a:off x="472853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13" name="object 1913"/>
          <p:cNvSpPr/>
          <p:nvPr/>
        </p:nvSpPr>
        <p:spPr>
          <a:xfrm>
            <a:off x="475477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14" name="object 1914"/>
          <p:cNvSpPr/>
          <p:nvPr/>
        </p:nvSpPr>
        <p:spPr>
          <a:xfrm>
            <a:off x="4778616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15" name="object 1915"/>
          <p:cNvSpPr/>
          <p:nvPr/>
        </p:nvSpPr>
        <p:spPr>
          <a:xfrm>
            <a:off x="480730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16" name="object 1916"/>
          <p:cNvSpPr/>
          <p:nvPr/>
        </p:nvSpPr>
        <p:spPr>
          <a:xfrm>
            <a:off x="483354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17" name="object 1917"/>
          <p:cNvSpPr/>
          <p:nvPr/>
        </p:nvSpPr>
        <p:spPr>
          <a:xfrm>
            <a:off x="485977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18" name="object 1918"/>
          <p:cNvSpPr/>
          <p:nvPr/>
        </p:nvSpPr>
        <p:spPr>
          <a:xfrm>
            <a:off x="488607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19" name="object 1919"/>
          <p:cNvSpPr/>
          <p:nvPr/>
        </p:nvSpPr>
        <p:spPr>
          <a:xfrm>
            <a:off x="4912523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20" name="object 1920"/>
          <p:cNvSpPr/>
          <p:nvPr/>
        </p:nvSpPr>
        <p:spPr>
          <a:xfrm>
            <a:off x="493854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21" name="object 1921"/>
          <p:cNvSpPr/>
          <p:nvPr/>
        </p:nvSpPr>
        <p:spPr>
          <a:xfrm>
            <a:off x="496484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22" name="object 1922"/>
          <p:cNvSpPr/>
          <p:nvPr/>
        </p:nvSpPr>
        <p:spPr>
          <a:xfrm>
            <a:off x="499108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23" name="object 1923"/>
          <p:cNvSpPr/>
          <p:nvPr/>
        </p:nvSpPr>
        <p:spPr>
          <a:xfrm>
            <a:off x="501731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24" name="object 1924"/>
          <p:cNvSpPr/>
          <p:nvPr/>
        </p:nvSpPr>
        <p:spPr>
          <a:xfrm>
            <a:off x="5041224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25" name="object 1925"/>
          <p:cNvSpPr/>
          <p:nvPr/>
        </p:nvSpPr>
        <p:spPr>
          <a:xfrm>
            <a:off x="506985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26" name="object 1926"/>
          <p:cNvSpPr/>
          <p:nvPr/>
        </p:nvSpPr>
        <p:spPr>
          <a:xfrm>
            <a:off x="509608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27" name="object 1927"/>
          <p:cNvSpPr/>
          <p:nvPr/>
        </p:nvSpPr>
        <p:spPr>
          <a:xfrm>
            <a:off x="512238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28" name="object 1928"/>
          <p:cNvSpPr/>
          <p:nvPr/>
        </p:nvSpPr>
        <p:spPr>
          <a:xfrm>
            <a:off x="514862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29" name="object 1929"/>
          <p:cNvSpPr/>
          <p:nvPr/>
        </p:nvSpPr>
        <p:spPr>
          <a:xfrm>
            <a:off x="5175102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260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30" name="object 1930"/>
          <p:cNvSpPr/>
          <p:nvPr/>
        </p:nvSpPr>
        <p:spPr>
          <a:xfrm>
            <a:off x="520114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31" name="object 1931"/>
          <p:cNvSpPr/>
          <p:nvPr/>
        </p:nvSpPr>
        <p:spPr>
          <a:xfrm>
            <a:off x="522738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32" name="object 1932"/>
          <p:cNvSpPr/>
          <p:nvPr/>
        </p:nvSpPr>
        <p:spPr>
          <a:xfrm>
            <a:off x="525361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33" name="object 1933"/>
          <p:cNvSpPr/>
          <p:nvPr/>
        </p:nvSpPr>
        <p:spPr>
          <a:xfrm>
            <a:off x="527991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34" name="object 1934"/>
          <p:cNvSpPr/>
          <p:nvPr/>
        </p:nvSpPr>
        <p:spPr>
          <a:xfrm>
            <a:off x="5303766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35" name="object 1935"/>
          <p:cNvSpPr/>
          <p:nvPr/>
        </p:nvSpPr>
        <p:spPr>
          <a:xfrm>
            <a:off x="533238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36" name="object 1936"/>
          <p:cNvSpPr/>
          <p:nvPr/>
        </p:nvSpPr>
        <p:spPr>
          <a:xfrm>
            <a:off x="535868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37" name="object 1937"/>
          <p:cNvSpPr/>
          <p:nvPr/>
        </p:nvSpPr>
        <p:spPr>
          <a:xfrm>
            <a:off x="538492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38" name="object 1938"/>
          <p:cNvSpPr/>
          <p:nvPr/>
        </p:nvSpPr>
        <p:spPr>
          <a:xfrm>
            <a:off x="541115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39" name="object 1939"/>
          <p:cNvSpPr/>
          <p:nvPr/>
        </p:nvSpPr>
        <p:spPr>
          <a:xfrm>
            <a:off x="5437644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40" name="object 1940"/>
          <p:cNvSpPr/>
          <p:nvPr/>
        </p:nvSpPr>
        <p:spPr>
          <a:xfrm>
            <a:off x="546369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41" name="object 1941"/>
          <p:cNvSpPr/>
          <p:nvPr/>
        </p:nvSpPr>
        <p:spPr>
          <a:xfrm>
            <a:off x="548992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42" name="object 1942"/>
          <p:cNvSpPr/>
          <p:nvPr/>
        </p:nvSpPr>
        <p:spPr>
          <a:xfrm>
            <a:off x="551626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43" name="object 1943"/>
          <p:cNvSpPr/>
          <p:nvPr/>
        </p:nvSpPr>
        <p:spPr>
          <a:xfrm>
            <a:off x="554246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44" name="object 1944"/>
          <p:cNvSpPr/>
          <p:nvPr/>
        </p:nvSpPr>
        <p:spPr>
          <a:xfrm>
            <a:off x="5566308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45" name="object 1945"/>
          <p:cNvSpPr/>
          <p:nvPr/>
        </p:nvSpPr>
        <p:spPr>
          <a:xfrm>
            <a:off x="559503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46" name="object 1946"/>
          <p:cNvSpPr/>
          <p:nvPr/>
        </p:nvSpPr>
        <p:spPr>
          <a:xfrm>
            <a:off x="562126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47" name="object 1947"/>
          <p:cNvSpPr/>
          <p:nvPr/>
        </p:nvSpPr>
        <p:spPr>
          <a:xfrm>
            <a:off x="564750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48" name="object 1948"/>
          <p:cNvSpPr/>
          <p:nvPr/>
        </p:nvSpPr>
        <p:spPr>
          <a:xfrm>
            <a:off x="567380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49" name="object 1949"/>
          <p:cNvSpPr/>
          <p:nvPr/>
        </p:nvSpPr>
        <p:spPr>
          <a:xfrm>
            <a:off x="5700251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50" name="object 1950"/>
          <p:cNvSpPr/>
          <p:nvPr/>
        </p:nvSpPr>
        <p:spPr>
          <a:xfrm>
            <a:off x="572627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51" name="object 1951"/>
          <p:cNvSpPr/>
          <p:nvPr/>
        </p:nvSpPr>
        <p:spPr>
          <a:xfrm>
            <a:off x="575257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52" name="object 1952"/>
          <p:cNvSpPr/>
          <p:nvPr/>
        </p:nvSpPr>
        <p:spPr>
          <a:xfrm>
            <a:off x="577880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53" name="object 1953"/>
          <p:cNvSpPr/>
          <p:nvPr/>
        </p:nvSpPr>
        <p:spPr>
          <a:xfrm>
            <a:off x="580504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54" name="object 1954"/>
          <p:cNvSpPr/>
          <p:nvPr/>
        </p:nvSpPr>
        <p:spPr>
          <a:xfrm>
            <a:off x="5828914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55" name="object 1955"/>
          <p:cNvSpPr/>
          <p:nvPr/>
        </p:nvSpPr>
        <p:spPr>
          <a:xfrm>
            <a:off x="585757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56" name="object 1956"/>
          <p:cNvSpPr/>
          <p:nvPr/>
        </p:nvSpPr>
        <p:spPr>
          <a:xfrm>
            <a:off x="588381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57" name="object 1957"/>
          <p:cNvSpPr/>
          <p:nvPr/>
        </p:nvSpPr>
        <p:spPr>
          <a:xfrm>
            <a:off x="591010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58" name="object 1958"/>
          <p:cNvSpPr/>
          <p:nvPr/>
        </p:nvSpPr>
        <p:spPr>
          <a:xfrm>
            <a:off x="593634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59" name="object 1959"/>
          <p:cNvSpPr/>
          <p:nvPr/>
        </p:nvSpPr>
        <p:spPr>
          <a:xfrm>
            <a:off x="5962793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60" name="object 1960"/>
          <p:cNvSpPr/>
          <p:nvPr/>
        </p:nvSpPr>
        <p:spPr>
          <a:xfrm>
            <a:off x="598887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61" name="object 1961"/>
          <p:cNvSpPr/>
          <p:nvPr/>
        </p:nvSpPr>
        <p:spPr>
          <a:xfrm>
            <a:off x="601511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62" name="object 1962"/>
          <p:cNvSpPr/>
          <p:nvPr/>
        </p:nvSpPr>
        <p:spPr>
          <a:xfrm>
            <a:off x="604134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63" name="object 1963"/>
          <p:cNvSpPr/>
          <p:nvPr/>
        </p:nvSpPr>
        <p:spPr>
          <a:xfrm>
            <a:off x="606764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64" name="object 1964"/>
          <p:cNvSpPr/>
          <p:nvPr/>
        </p:nvSpPr>
        <p:spPr>
          <a:xfrm>
            <a:off x="6091456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65" name="object 1965"/>
          <p:cNvSpPr/>
          <p:nvPr/>
        </p:nvSpPr>
        <p:spPr>
          <a:xfrm>
            <a:off x="612011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66" name="object 1966"/>
          <p:cNvSpPr/>
          <p:nvPr/>
        </p:nvSpPr>
        <p:spPr>
          <a:xfrm>
            <a:off x="614641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67" name="object 1967"/>
          <p:cNvSpPr/>
          <p:nvPr/>
        </p:nvSpPr>
        <p:spPr>
          <a:xfrm>
            <a:off x="617265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68" name="object 1968"/>
          <p:cNvSpPr/>
          <p:nvPr/>
        </p:nvSpPr>
        <p:spPr>
          <a:xfrm>
            <a:off x="619888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69" name="object 1969"/>
          <p:cNvSpPr/>
          <p:nvPr/>
        </p:nvSpPr>
        <p:spPr>
          <a:xfrm>
            <a:off x="6225335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70" name="object 1970"/>
          <p:cNvSpPr/>
          <p:nvPr/>
        </p:nvSpPr>
        <p:spPr>
          <a:xfrm>
            <a:off x="625142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71" name="object 1971"/>
          <p:cNvSpPr/>
          <p:nvPr/>
        </p:nvSpPr>
        <p:spPr>
          <a:xfrm>
            <a:off x="627765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72" name="object 1972"/>
          <p:cNvSpPr/>
          <p:nvPr/>
        </p:nvSpPr>
        <p:spPr>
          <a:xfrm>
            <a:off x="630395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73" name="object 1973"/>
          <p:cNvSpPr/>
          <p:nvPr/>
        </p:nvSpPr>
        <p:spPr>
          <a:xfrm>
            <a:off x="633018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74" name="object 1974"/>
          <p:cNvSpPr/>
          <p:nvPr/>
        </p:nvSpPr>
        <p:spPr>
          <a:xfrm>
            <a:off x="6353999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75" name="object 1975"/>
          <p:cNvSpPr/>
          <p:nvPr/>
        </p:nvSpPr>
        <p:spPr>
          <a:xfrm>
            <a:off x="638272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76" name="object 1976"/>
          <p:cNvSpPr/>
          <p:nvPr/>
        </p:nvSpPr>
        <p:spPr>
          <a:xfrm>
            <a:off x="640896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77" name="object 1977"/>
          <p:cNvSpPr/>
          <p:nvPr/>
        </p:nvSpPr>
        <p:spPr>
          <a:xfrm>
            <a:off x="643519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78" name="object 1978"/>
          <p:cNvSpPr/>
          <p:nvPr/>
        </p:nvSpPr>
        <p:spPr>
          <a:xfrm>
            <a:off x="646149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79" name="object 1979"/>
          <p:cNvSpPr/>
          <p:nvPr/>
        </p:nvSpPr>
        <p:spPr>
          <a:xfrm>
            <a:off x="6487942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80" name="object 1980"/>
          <p:cNvSpPr/>
          <p:nvPr/>
        </p:nvSpPr>
        <p:spPr>
          <a:xfrm>
            <a:off x="651396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81" name="object 1981"/>
          <p:cNvSpPr/>
          <p:nvPr/>
        </p:nvSpPr>
        <p:spPr>
          <a:xfrm>
            <a:off x="654026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82" name="object 1982"/>
          <p:cNvSpPr/>
          <p:nvPr/>
        </p:nvSpPr>
        <p:spPr>
          <a:xfrm>
            <a:off x="656650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83" name="object 1983"/>
          <p:cNvSpPr/>
          <p:nvPr/>
        </p:nvSpPr>
        <p:spPr>
          <a:xfrm>
            <a:off x="659273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84" name="object 1984"/>
          <p:cNvSpPr/>
          <p:nvPr/>
        </p:nvSpPr>
        <p:spPr>
          <a:xfrm>
            <a:off x="6616606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85" name="object 1985"/>
          <p:cNvSpPr/>
          <p:nvPr/>
        </p:nvSpPr>
        <p:spPr>
          <a:xfrm>
            <a:off x="664527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86" name="object 1986"/>
          <p:cNvSpPr/>
          <p:nvPr/>
        </p:nvSpPr>
        <p:spPr>
          <a:xfrm>
            <a:off x="667150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87" name="object 1987"/>
          <p:cNvSpPr/>
          <p:nvPr/>
        </p:nvSpPr>
        <p:spPr>
          <a:xfrm>
            <a:off x="669780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88" name="object 1988"/>
          <p:cNvSpPr/>
          <p:nvPr/>
        </p:nvSpPr>
        <p:spPr>
          <a:xfrm>
            <a:off x="672404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89" name="object 1989"/>
          <p:cNvSpPr/>
          <p:nvPr/>
        </p:nvSpPr>
        <p:spPr>
          <a:xfrm>
            <a:off x="6750484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90" name="object 1990"/>
          <p:cNvSpPr/>
          <p:nvPr/>
        </p:nvSpPr>
        <p:spPr>
          <a:xfrm>
            <a:off x="6776568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91" name="object 1991"/>
          <p:cNvSpPr/>
          <p:nvPr/>
        </p:nvSpPr>
        <p:spPr>
          <a:xfrm>
            <a:off x="680280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92" name="object 1992"/>
          <p:cNvSpPr/>
          <p:nvPr/>
        </p:nvSpPr>
        <p:spPr>
          <a:xfrm>
            <a:off x="682903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93" name="object 1993"/>
          <p:cNvSpPr/>
          <p:nvPr/>
        </p:nvSpPr>
        <p:spPr>
          <a:xfrm>
            <a:off x="6855339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66" y="-6109"/>
                </a:moveTo>
                <a:lnTo>
                  <a:pt x="1466" y="133502"/>
                </a:lnTo>
              </a:path>
            </a:pathLst>
          </a:custGeom>
          <a:ln w="151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94" name="object 1994"/>
          <p:cNvSpPr/>
          <p:nvPr/>
        </p:nvSpPr>
        <p:spPr>
          <a:xfrm>
            <a:off x="6879163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95" name="object 1995"/>
          <p:cNvSpPr/>
          <p:nvPr/>
        </p:nvSpPr>
        <p:spPr>
          <a:xfrm>
            <a:off x="690780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96" name="object 1996"/>
          <p:cNvSpPr/>
          <p:nvPr/>
        </p:nvSpPr>
        <p:spPr>
          <a:xfrm>
            <a:off x="693403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97" name="object 1997"/>
          <p:cNvSpPr/>
          <p:nvPr/>
        </p:nvSpPr>
        <p:spPr>
          <a:xfrm>
            <a:off x="696034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98" name="object 1998"/>
          <p:cNvSpPr/>
          <p:nvPr/>
        </p:nvSpPr>
        <p:spPr>
          <a:xfrm>
            <a:off x="698657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99" name="object 1999"/>
          <p:cNvSpPr/>
          <p:nvPr/>
        </p:nvSpPr>
        <p:spPr>
          <a:xfrm>
            <a:off x="7013026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00" name="object 2000"/>
          <p:cNvSpPr/>
          <p:nvPr/>
        </p:nvSpPr>
        <p:spPr>
          <a:xfrm>
            <a:off x="703911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01" name="object 2001"/>
          <p:cNvSpPr/>
          <p:nvPr/>
        </p:nvSpPr>
        <p:spPr>
          <a:xfrm>
            <a:off x="706534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02" name="object 2002"/>
          <p:cNvSpPr/>
          <p:nvPr/>
        </p:nvSpPr>
        <p:spPr>
          <a:xfrm>
            <a:off x="709157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03" name="object 2003"/>
          <p:cNvSpPr/>
          <p:nvPr/>
        </p:nvSpPr>
        <p:spPr>
          <a:xfrm>
            <a:off x="711788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04" name="object 2004"/>
          <p:cNvSpPr/>
          <p:nvPr/>
        </p:nvSpPr>
        <p:spPr>
          <a:xfrm>
            <a:off x="7141707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4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05" name="object 2005"/>
          <p:cNvSpPr/>
          <p:nvPr/>
        </p:nvSpPr>
        <p:spPr>
          <a:xfrm>
            <a:off x="717034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06" name="object 2006"/>
          <p:cNvSpPr/>
          <p:nvPr/>
        </p:nvSpPr>
        <p:spPr>
          <a:xfrm>
            <a:off x="719665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07" name="object 2007"/>
          <p:cNvSpPr/>
          <p:nvPr/>
        </p:nvSpPr>
        <p:spPr>
          <a:xfrm>
            <a:off x="722288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08" name="object 2008"/>
          <p:cNvSpPr/>
          <p:nvPr/>
        </p:nvSpPr>
        <p:spPr>
          <a:xfrm>
            <a:off x="724911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09" name="object 2009"/>
          <p:cNvSpPr/>
          <p:nvPr/>
        </p:nvSpPr>
        <p:spPr>
          <a:xfrm>
            <a:off x="7275634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10" name="object 2010"/>
          <p:cNvSpPr/>
          <p:nvPr/>
        </p:nvSpPr>
        <p:spPr>
          <a:xfrm>
            <a:off x="730165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11" name="object 2011"/>
          <p:cNvSpPr/>
          <p:nvPr/>
        </p:nvSpPr>
        <p:spPr>
          <a:xfrm>
            <a:off x="732788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12" name="object 2012"/>
          <p:cNvSpPr/>
          <p:nvPr/>
        </p:nvSpPr>
        <p:spPr>
          <a:xfrm>
            <a:off x="735419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13" name="object 2013"/>
          <p:cNvSpPr/>
          <p:nvPr/>
        </p:nvSpPr>
        <p:spPr>
          <a:xfrm>
            <a:off x="738042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14" name="object 2014"/>
          <p:cNvSpPr/>
          <p:nvPr/>
        </p:nvSpPr>
        <p:spPr>
          <a:xfrm>
            <a:off x="7404240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15" name="object 2015"/>
          <p:cNvSpPr/>
          <p:nvPr/>
        </p:nvSpPr>
        <p:spPr>
          <a:xfrm>
            <a:off x="743296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16" name="object 2016"/>
          <p:cNvSpPr/>
          <p:nvPr/>
        </p:nvSpPr>
        <p:spPr>
          <a:xfrm>
            <a:off x="745919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17" name="object 2017"/>
          <p:cNvSpPr/>
          <p:nvPr/>
        </p:nvSpPr>
        <p:spPr>
          <a:xfrm>
            <a:off x="748542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18" name="object 2018"/>
          <p:cNvSpPr/>
          <p:nvPr/>
        </p:nvSpPr>
        <p:spPr>
          <a:xfrm>
            <a:off x="751173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19" name="object 2019"/>
          <p:cNvSpPr/>
          <p:nvPr/>
        </p:nvSpPr>
        <p:spPr>
          <a:xfrm>
            <a:off x="7538175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20" name="object 2020"/>
          <p:cNvSpPr/>
          <p:nvPr/>
        </p:nvSpPr>
        <p:spPr>
          <a:xfrm>
            <a:off x="756419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21" name="object 2021"/>
          <p:cNvSpPr/>
          <p:nvPr/>
        </p:nvSpPr>
        <p:spPr>
          <a:xfrm>
            <a:off x="7590501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22" name="object 2022"/>
          <p:cNvSpPr/>
          <p:nvPr/>
        </p:nvSpPr>
        <p:spPr>
          <a:xfrm>
            <a:off x="761673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23" name="object 2023"/>
          <p:cNvSpPr/>
          <p:nvPr/>
        </p:nvSpPr>
        <p:spPr>
          <a:xfrm>
            <a:off x="764296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24" name="object 2024"/>
          <p:cNvSpPr/>
          <p:nvPr/>
        </p:nvSpPr>
        <p:spPr>
          <a:xfrm>
            <a:off x="7666857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25" name="object 2025"/>
          <p:cNvSpPr/>
          <p:nvPr/>
        </p:nvSpPr>
        <p:spPr>
          <a:xfrm>
            <a:off x="769549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26" name="object 2026"/>
          <p:cNvSpPr/>
          <p:nvPr/>
        </p:nvSpPr>
        <p:spPr>
          <a:xfrm>
            <a:off x="772173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27" name="object 2027"/>
          <p:cNvSpPr/>
          <p:nvPr/>
        </p:nvSpPr>
        <p:spPr>
          <a:xfrm>
            <a:off x="774803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28" name="object 2028"/>
          <p:cNvSpPr/>
          <p:nvPr/>
        </p:nvSpPr>
        <p:spPr>
          <a:xfrm>
            <a:off x="777426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29" name="object 2029"/>
          <p:cNvSpPr/>
          <p:nvPr/>
        </p:nvSpPr>
        <p:spPr>
          <a:xfrm>
            <a:off x="7800717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30" name="object 2030"/>
          <p:cNvSpPr/>
          <p:nvPr/>
        </p:nvSpPr>
        <p:spPr>
          <a:xfrm>
            <a:off x="782680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31" name="object 2031"/>
          <p:cNvSpPr/>
          <p:nvPr/>
        </p:nvSpPr>
        <p:spPr>
          <a:xfrm>
            <a:off x="785303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32" name="object 2032"/>
          <p:cNvSpPr/>
          <p:nvPr/>
        </p:nvSpPr>
        <p:spPr>
          <a:xfrm>
            <a:off x="787926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27" y="-6109"/>
                </a:moveTo>
                <a:lnTo>
                  <a:pt x="1527" y="133502"/>
                </a:lnTo>
              </a:path>
            </a:pathLst>
          </a:custGeom>
          <a:ln w="15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33" name="object 2033"/>
          <p:cNvSpPr/>
          <p:nvPr/>
        </p:nvSpPr>
        <p:spPr>
          <a:xfrm>
            <a:off x="790557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34" name="object 2034"/>
          <p:cNvSpPr/>
          <p:nvPr/>
        </p:nvSpPr>
        <p:spPr>
          <a:xfrm>
            <a:off x="7929399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35" name="object 2035"/>
          <p:cNvSpPr/>
          <p:nvPr/>
        </p:nvSpPr>
        <p:spPr>
          <a:xfrm>
            <a:off x="795803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36" name="object 2036"/>
          <p:cNvSpPr/>
          <p:nvPr/>
        </p:nvSpPr>
        <p:spPr>
          <a:xfrm>
            <a:off x="798434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37" name="object 2037"/>
          <p:cNvSpPr/>
          <p:nvPr/>
        </p:nvSpPr>
        <p:spPr>
          <a:xfrm>
            <a:off x="801057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38" name="object 2038"/>
          <p:cNvSpPr/>
          <p:nvPr/>
        </p:nvSpPr>
        <p:spPr>
          <a:xfrm>
            <a:off x="803680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39" name="object 2039"/>
          <p:cNvSpPr/>
          <p:nvPr/>
        </p:nvSpPr>
        <p:spPr>
          <a:xfrm>
            <a:off x="8063324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37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40" name="object 2040"/>
          <p:cNvSpPr/>
          <p:nvPr/>
        </p:nvSpPr>
        <p:spPr>
          <a:xfrm>
            <a:off x="808934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41" name="object 2041"/>
          <p:cNvSpPr/>
          <p:nvPr/>
        </p:nvSpPr>
        <p:spPr>
          <a:xfrm>
            <a:off x="811557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42" name="object 2042"/>
          <p:cNvSpPr/>
          <p:nvPr/>
        </p:nvSpPr>
        <p:spPr>
          <a:xfrm>
            <a:off x="814188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43" name="object 2043"/>
          <p:cNvSpPr/>
          <p:nvPr/>
        </p:nvSpPr>
        <p:spPr>
          <a:xfrm>
            <a:off x="816811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44" name="object 2044"/>
          <p:cNvSpPr/>
          <p:nvPr/>
        </p:nvSpPr>
        <p:spPr>
          <a:xfrm>
            <a:off x="8191950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45" name="object 2045"/>
          <p:cNvSpPr/>
          <p:nvPr/>
        </p:nvSpPr>
        <p:spPr>
          <a:xfrm>
            <a:off x="822065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46" name="object 2046"/>
          <p:cNvSpPr/>
          <p:nvPr/>
        </p:nvSpPr>
        <p:spPr>
          <a:xfrm>
            <a:off x="824688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47" name="object 2047"/>
          <p:cNvSpPr/>
          <p:nvPr/>
        </p:nvSpPr>
        <p:spPr>
          <a:xfrm>
            <a:off x="827311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48" name="object 2048"/>
          <p:cNvSpPr/>
          <p:nvPr/>
        </p:nvSpPr>
        <p:spPr>
          <a:xfrm>
            <a:off x="829942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49" name="object 2049"/>
          <p:cNvSpPr/>
          <p:nvPr/>
        </p:nvSpPr>
        <p:spPr>
          <a:xfrm>
            <a:off x="8325867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50" name="object 2050"/>
          <p:cNvSpPr/>
          <p:nvPr/>
        </p:nvSpPr>
        <p:spPr>
          <a:xfrm>
            <a:off x="835188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51" name="object 2051"/>
          <p:cNvSpPr/>
          <p:nvPr/>
        </p:nvSpPr>
        <p:spPr>
          <a:xfrm>
            <a:off x="837819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52" name="object 2052"/>
          <p:cNvSpPr/>
          <p:nvPr/>
        </p:nvSpPr>
        <p:spPr>
          <a:xfrm>
            <a:off x="840442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53" name="object 2053"/>
          <p:cNvSpPr/>
          <p:nvPr/>
        </p:nvSpPr>
        <p:spPr>
          <a:xfrm>
            <a:off x="843065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54" name="object 2054"/>
          <p:cNvSpPr/>
          <p:nvPr/>
        </p:nvSpPr>
        <p:spPr>
          <a:xfrm>
            <a:off x="8454567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55" name="object 2055"/>
          <p:cNvSpPr/>
          <p:nvPr/>
        </p:nvSpPr>
        <p:spPr>
          <a:xfrm>
            <a:off x="848319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56" name="object 2056"/>
          <p:cNvSpPr/>
          <p:nvPr/>
        </p:nvSpPr>
        <p:spPr>
          <a:xfrm>
            <a:off x="850942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57" name="object 2057"/>
          <p:cNvSpPr/>
          <p:nvPr/>
        </p:nvSpPr>
        <p:spPr>
          <a:xfrm>
            <a:off x="853572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58" name="object 2058"/>
          <p:cNvSpPr/>
          <p:nvPr/>
        </p:nvSpPr>
        <p:spPr>
          <a:xfrm>
            <a:off x="856195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59" name="object 2059"/>
          <p:cNvSpPr/>
          <p:nvPr/>
        </p:nvSpPr>
        <p:spPr>
          <a:xfrm>
            <a:off x="8588446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260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60" name="object 2060"/>
          <p:cNvSpPr/>
          <p:nvPr/>
        </p:nvSpPr>
        <p:spPr>
          <a:xfrm>
            <a:off x="861449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61" name="object 2061"/>
          <p:cNvSpPr/>
          <p:nvPr/>
        </p:nvSpPr>
        <p:spPr>
          <a:xfrm>
            <a:off x="864072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62" name="object 2062"/>
          <p:cNvSpPr/>
          <p:nvPr/>
        </p:nvSpPr>
        <p:spPr>
          <a:xfrm>
            <a:off x="866695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8" y="-6109"/>
                </a:moveTo>
                <a:lnTo>
                  <a:pt x="1558" y="133502"/>
                </a:lnTo>
              </a:path>
            </a:pathLst>
          </a:custGeom>
          <a:ln w="15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63" name="object 2063"/>
          <p:cNvSpPr/>
          <p:nvPr/>
        </p:nvSpPr>
        <p:spPr>
          <a:xfrm>
            <a:off x="869326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96" y="-6109"/>
                </a:moveTo>
                <a:lnTo>
                  <a:pt x="1496" y="133502"/>
                </a:lnTo>
              </a:path>
            </a:pathLst>
          </a:custGeom>
          <a:ln w="15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64" name="object 2064"/>
          <p:cNvSpPr/>
          <p:nvPr/>
        </p:nvSpPr>
        <p:spPr>
          <a:xfrm>
            <a:off x="8717108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65" name="object 2065"/>
          <p:cNvSpPr/>
          <p:nvPr/>
        </p:nvSpPr>
        <p:spPr>
          <a:xfrm>
            <a:off x="874572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66" name="object 2066"/>
          <p:cNvSpPr/>
          <p:nvPr/>
        </p:nvSpPr>
        <p:spPr>
          <a:xfrm>
            <a:off x="877203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89" y="-6109"/>
                </a:moveTo>
                <a:lnTo>
                  <a:pt x="1489" y="133502"/>
                </a:lnTo>
              </a:path>
            </a:pathLst>
          </a:custGeom>
          <a:ln w="15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67" name="object 2067"/>
          <p:cNvSpPr/>
          <p:nvPr/>
        </p:nvSpPr>
        <p:spPr>
          <a:xfrm>
            <a:off x="879826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68" name="object 2068"/>
          <p:cNvSpPr/>
          <p:nvPr/>
        </p:nvSpPr>
        <p:spPr>
          <a:xfrm>
            <a:off x="8824496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69" name="object 2069"/>
          <p:cNvSpPr/>
          <p:nvPr/>
        </p:nvSpPr>
        <p:spPr>
          <a:xfrm>
            <a:off x="8850989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70" name="object 2070"/>
          <p:cNvSpPr/>
          <p:nvPr/>
        </p:nvSpPr>
        <p:spPr>
          <a:xfrm>
            <a:off x="8877035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71" name="object 2071"/>
          <p:cNvSpPr/>
          <p:nvPr/>
        </p:nvSpPr>
        <p:spPr>
          <a:xfrm>
            <a:off x="8903267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50" y="-6109"/>
                </a:moveTo>
                <a:lnTo>
                  <a:pt x="1550" y="133502"/>
                </a:lnTo>
              </a:path>
            </a:pathLst>
          </a:custGeom>
          <a:ln w="15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72" name="object 2072"/>
          <p:cNvSpPr/>
          <p:nvPr/>
        </p:nvSpPr>
        <p:spPr>
          <a:xfrm>
            <a:off x="892961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73" name="object 2073"/>
          <p:cNvSpPr/>
          <p:nvPr/>
        </p:nvSpPr>
        <p:spPr>
          <a:xfrm>
            <a:off x="895584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74" name="object 2074"/>
          <p:cNvSpPr/>
          <p:nvPr/>
        </p:nvSpPr>
        <p:spPr>
          <a:xfrm>
            <a:off x="8979650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75" name="object 2075"/>
          <p:cNvSpPr/>
          <p:nvPr/>
        </p:nvSpPr>
        <p:spPr>
          <a:xfrm>
            <a:off x="900838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76" name="object 2076"/>
          <p:cNvSpPr/>
          <p:nvPr/>
        </p:nvSpPr>
        <p:spPr>
          <a:xfrm>
            <a:off x="9034613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77" name="object 2077"/>
          <p:cNvSpPr/>
          <p:nvPr/>
        </p:nvSpPr>
        <p:spPr>
          <a:xfrm>
            <a:off x="906084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78" name="object 2078"/>
          <p:cNvSpPr/>
          <p:nvPr/>
        </p:nvSpPr>
        <p:spPr>
          <a:xfrm>
            <a:off x="908715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79" name="object 2079"/>
          <p:cNvSpPr/>
          <p:nvPr/>
        </p:nvSpPr>
        <p:spPr>
          <a:xfrm>
            <a:off x="9113595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321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80" name="object 2080"/>
          <p:cNvSpPr/>
          <p:nvPr/>
        </p:nvSpPr>
        <p:spPr>
          <a:xfrm>
            <a:off x="913961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81" name="object 2081"/>
          <p:cNvSpPr/>
          <p:nvPr/>
        </p:nvSpPr>
        <p:spPr>
          <a:xfrm>
            <a:off x="9165920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458" y="-6109"/>
                </a:moveTo>
                <a:lnTo>
                  <a:pt x="1458" y="133502"/>
                </a:lnTo>
              </a:path>
            </a:pathLst>
          </a:custGeom>
          <a:ln w="15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82" name="object 2082"/>
          <p:cNvSpPr/>
          <p:nvPr/>
        </p:nvSpPr>
        <p:spPr>
          <a:xfrm>
            <a:off x="919215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83" name="object 2083"/>
          <p:cNvSpPr/>
          <p:nvPr/>
        </p:nvSpPr>
        <p:spPr>
          <a:xfrm>
            <a:off x="921838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84" name="object 2084"/>
          <p:cNvSpPr/>
          <p:nvPr/>
        </p:nvSpPr>
        <p:spPr>
          <a:xfrm>
            <a:off x="9242257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85" name="object 2085"/>
          <p:cNvSpPr/>
          <p:nvPr/>
        </p:nvSpPr>
        <p:spPr>
          <a:xfrm>
            <a:off x="9270922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86" name="object 2086"/>
          <p:cNvSpPr/>
          <p:nvPr/>
        </p:nvSpPr>
        <p:spPr>
          <a:xfrm>
            <a:off x="9297154" y="5795228"/>
            <a:ext cx="1925" cy="77398"/>
          </a:xfrm>
          <a:custGeom>
            <a:avLst/>
            <a:gdLst/>
            <a:ahLst/>
            <a:cxnLst/>
            <a:rect l="l" t="t" r="r" b="b"/>
            <a:pathLst>
              <a:path w="3175" h="127634">
                <a:moveTo>
                  <a:pt x="1519" y="-6109"/>
                </a:moveTo>
                <a:lnTo>
                  <a:pt x="1519" y="133502"/>
                </a:lnTo>
              </a:path>
            </a:pathLst>
          </a:custGeom>
          <a:ln w="15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87" name="object 2087"/>
          <p:cNvSpPr/>
          <p:nvPr/>
        </p:nvSpPr>
        <p:spPr>
          <a:xfrm>
            <a:off x="9323747" y="5795228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88" name="object 2088"/>
          <p:cNvSpPr/>
          <p:nvPr/>
        </p:nvSpPr>
        <p:spPr>
          <a:xfrm>
            <a:off x="9349682" y="5795228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9" y="-6109"/>
                </a:moveTo>
                <a:lnTo>
                  <a:pt x="1229" y="133502"/>
                </a:lnTo>
              </a:path>
            </a:pathLst>
          </a:custGeom>
          <a:ln w="14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89" name="object 2089"/>
          <p:cNvSpPr/>
          <p:nvPr/>
        </p:nvSpPr>
        <p:spPr>
          <a:xfrm>
            <a:off x="9376351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90" name="object 2090"/>
          <p:cNvSpPr/>
          <p:nvPr/>
        </p:nvSpPr>
        <p:spPr>
          <a:xfrm>
            <a:off x="9402296" y="5795228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91" name="object 2091"/>
          <p:cNvSpPr/>
          <p:nvPr/>
        </p:nvSpPr>
        <p:spPr>
          <a:xfrm>
            <a:off x="9428240" y="5795228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92" name="object 2092"/>
          <p:cNvSpPr/>
          <p:nvPr/>
        </p:nvSpPr>
        <p:spPr>
          <a:xfrm>
            <a:off x="9454907" y="5795228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93" name="object 2093"/>
          <p:cNvSpPr/>
          <p:nvPr/>
        </p:nvSpPr>
        <p:spPr>
          <a:xfrm>
            <a:off x="9480852" y="5795228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94" name="object 2094"/>
          <p:cNvSpPr/>
          <p:nvPr/>
        </p:nvSpPr>
        <p:spPr>
          <a:xfrm>
            <a:off x="9505085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95" name="object 2095"/>
          <p:cNvSpPr/>
          <p:nvPr/>
        </p:nvSpPr>
        <p:spPr>
          <a:xfrm>
            <a:off x="9533455" y="5795228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96" name="object 2096"/>
          <p:cNvSpPr/>
          <p:nvPr/>
        </p:nvSpPr>
        <p:spPr>
          <a:xfrm>
            <a:off x="9559363" y="5795228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48" y="-6109"/>
                </a:moveTo>
                <a:lnTo>
                  <a:pt x="1848" y="133502"/>
                </a:lnTo>
              </a:path>
            </a:pathLst>
          </a:custGeom>
          <a:ln w="159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97" name="object 2097"/>
          <p:cNvSpPr/>
          <p:nvPr/>
        </p:nvSpPr>
        <p:spPr>
          <a:xfrm>
            <a:off x="9586067" y="5795228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98" name="object 2098"/>
          <p:cNvSpPr/>
          <p:nvPr/>
        </p:nvSpPr>
        <p:spPr>
          <a:xfrm>
            <a:off x="9612011" y="5795228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99" name="object 2099"/>
          <p:cNvSpPr/>
          <p:nvPr/>
        </p:nvSpPr>
        <p:spPr>
          <a:xfrm>
            <a:off x="9638680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00" name="object 2100"/>
          <p:cNvSpPr/>
          <p:nvPr/>
        </p:nvSpPr>
        <p:spPr>
          <a:xfrm>
            <a:off x="9664615" y="5795228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01" name="object 2101"/>
          <p:cNvSpPr/>
          <p:nvPr/>
        </p:nvSpPr>
        <p:spPr>
          <a:xfrm>
            <a:off x="9691282" y="5795228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02" name="object 2102"/>
          <p:cNvSpPr/>
          <p:nvPr/>
        </p:nvSpPr>
        <p:spPr>
          <a:xfrm>
            <a:off x="9717227" y="5795228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03" name="object 2103"/>
          <p:cNvSpPr/>
          <p:nvPr/>
        </p:nvSpPr>
        <p:spPr>
          <a:xfrm>
            <a:off x="9743172" y="5795228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04" name="object 2104"/>
          <p:cNvSpPr/>
          <p:nvPr/>
        </p:nvSpPr>
        <p:spPr>
          <a:xfrm>
            <a:off x="9767405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05" name="object 2105"/>
          <p:cNvSpPr/>
          <p:nvPr/>
        </p:nvSpPr>
        <p:spPr>
          <a:xfrm>
            <a:off x="9795784" y="5795228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17" y="-6109"/>
                </a:moveTo>
                <a:lnTo>
                  <a:pt x="1817" y="133502"/>
                </a:lnTo>
              </a:path>
            </a:pathLst>
          </a:custGeom>
          <a:ln w="158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06" name="object 2106"/>
          <p:cNvSpPr/>
          <p:nvPr/>
        </p:nvSpPr>
        <p:spPr>
          <a:xfrm>
            <a:off x="9822442" y="5795228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9" y="-6109"/>
                </a:moveTo>
                <a:lnTo>
                  <a:pt x="1229" y="133502"/>
                </a:lnTo>
              </a:path>
            </a:pathLst>
          </a:custGeom>
          <a:ln w="14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07" name="object 2107"/>
          <p:cNvSpPr/>
          <p:nvPr/>
        </p:nvSpPr>
        <p:spPr>
          <a:xfrm>
            <a:off x="9848387" y="5795228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08" name="object 2108"/>
          <p:cNvSpPr/>
          <p:nvPr/>
        </p:nvSpPr>
        <p:spPr>
          <a:xfrm>
            <a:off x="9875054" y="5795228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09" name="object 2109"/>
          <p:cNvSpPr/>
          <p:nvPr/>
        </p:nvSpPr>
        <p:spPr>
          <a:xfrm>
            <a:off x="9900999" y="5795441"/>
            <a:ext cx="1540" cy="112054"/>
          </a:xfrm>
          <a:custGeom>
            <a:avLst/>
            <a:gdLst/>
            <a:ahLst/>
            <a:cxnLst/>
            <a:rect l="l" t="t" r="r" b="b"/>
            <a:pathLst>
              <a:path w="2540" h="184784">
                <a:moveTo>
                  <a:pt x="2443" y="0"/>
                </a:moveTo>
                <a:lnTo>
                  <a:pt x="0" y="184322"/>
                </a:lnTo>
              </a:path>
            </a:pathLst>
          </a:custGeom>
          <a:ln w="12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10" name="object 2110"/>
          <p:cNvSpPr/>
          <p:nvPr/>
        </p:nvSpPr>
        <p:spPr>
          <a:xfrm>
            <a:off x="9927666" y="5795228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11" name="object 2111"/>
          <p:cNvSpPr/>
          <p:nvPr/>
        </p:nvSpPr>
        <p:spPr>
          <a:xfrm>
            <a:off x="9953611" y="5795228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12" name="object 2112"/>
          <p:cNvSpPr/>
          <p:nvPr/>
        </p:nvSpPr>
        <p:spPr>
          <a:xfrm>
            <a:off x="9979546" y="5795228"/>
            <a:ext cx="2310" cy="77398"/>
          </a:xfrm>
          <a:custGeom>
            <a:avLst/>
            <a:gdLst/>
            <a:ahLst/>
            <a:cxnLst/>
            <a:rect l="l" t="t" r="r" b="b"/>
            <a:pathLst>
              <a:path w="3809" h="127634">
                <a:moveTo>
                  <a:pt x="1825" y="-6109"/>
                </a:moveTo>
                <a:lnTo>
                  <a:pt x="1825" y="133502"/>
                </a:lnTo>
              </a:path>
            </a:pathLst>
          </a:custGeom>
          <a:ln w="15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13" name="object 2113"/>
          <p:cNvSpPr/>
          <p:nvPr/>
        </p:nvSpPr>
        <p:spPr>
          <a:xfrm>
            <a:off x="10006214" y="5795228"/>
            <a:ext cx="1540" cy="77398"/>
          </a:xfrm>
          <a:custGeom>
            <a:avLst/>
            <a:gdLst/>
            <a:ahLst/>
            <a:cxnLst/>
            <a:rect l="l" t="t" r="r" b="b"/>
            <a:pathLst>
              <a:path w="2540" h="127634">
                <a:moveTo>
                  <a:pt x="1221" y="-6109"/>
                </a:moveTo>
                <a:lnTo>
                  <a:pt x="1221" y="133502"/>
                </a:lnTo>
              </a:path>
            </a:pathLst>
          </a:custGeom>
          <a:ln w="146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14" name="object 2114"/>
          <p:cNvSpPr/>
          <p:nvPr/>
        </p:nvSpPr>
        <p:spPr>
          <a:xfrm>
            <a:off x="10029736" y="5789291"/>
            <a:ext cx="0" cy="246441"/>
          </a:xfrm>
          <a:custGeom>
            <a:avLst/>
            <a:gdLst/>
            <a:ahLst/>
            <a:cxnLst/>
            <a:rect l="l" t="t" r="r" b="b"/>
            <a:pathLst>
              <a:path h="406400">
                <a:moveTo>
                  <a:pt x="0" y="0"/>
                </a:moveTo>
                <a:lnTo>
                  <a:pt x="0" y="406280"/>
                </a:lnTo>
              </a:path>
            </a:pathLst>
          </a:custGeom>
          <a:ln w="195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15" name="object 2115"/>
          <p:cNvSpPr/>
          <p:nvPr/>
        </p:nvSpPr>
        <p:spPr>
          <a:xfrm>
            <a:off x="2173301" y="5944988"/>
            <a:ext cx="44831" cy="67256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16" name="object 2116"/>
          <p:cNvSpPr/>
          <p:nvPr/>
        </p:nvSpPr>
        <p:spPr>
          <a:xfrm>
            <a:off x="2435870" y="5946145"/>
            <a:ext cx="38607" cy="6483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17" name="object 2117"/>
          <p:cNvSpPr/>
          <p:nvPr/>
        </p:nvSpPr>
        <p:spPr>
          <a:xfrm>
            <a:off x="2698412" y="5944988"/>
            <a:ext cx="41210" cy="6599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18" name="object 2118"/>
          <p:cNvSpPr/>
          <p:nvPr/>
        </p:nvSpPr>
        <p:spPr>
          <a:xfrm>
            <a:off x="2961029" y="5944988"/>
            <a:ext cx="42692" cy="67256"/>
          </a:xfrm>
          <a:prstGeom prst="rect">
            <a:avLst/>
          </a:prstGeom>
          <a:blipFill>
            <a:blip r:embed="rId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19" name="object 2119"/>
          <p:cNvSpPr/>
          <p:nvPr/>
        </p:nvSpPr>
        <p:spPr>
          <a:xfrm>
            <a:off x="3223562" y="5946145"/>
            <a:ext cx="47220" cy="6483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20" name="object 2120"/>
          <p:cNvSpPr/>
          <p:nvPr/>
        </p:nvSpPr>
        <p:spPr>
          <a:xfrm>
            <a:off x="3486103" y="5946146"/>
            <a:ext cx="41969" cy="6609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21" name="object 2121"/>
          <p:cNvSpPr/>
          <p:nvPr/>
        </p:nvSpPr>
        <p:spPr>
          <a:xfrm>
            <a:off x="3748705" y="5944988"/>
            <a:ext cx="44809" cy="6725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22" name="object 2122"/>
          <p:cNvSpPr/>
          <p:nvPr/>
        </p:nvSpPr>
        <p:spPr>
          <a:xfrm>
            <a:off x="4011289" y="5946145"/>
            <a:ext cx="41645" cy="6483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23" name="object 2123"/>
          <p:cNvSpPr/>
          <p:nvPr/>
        </p:nvSpPr>
        <p:spPr>
          <a:xfrm>
            <a:off x="4273831" y="5944988"/>
            <a:ext cx="44470" cy="67256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24" name="object 2124"/>
          <p:cNvSpPr/>
          <p:nvPr/>
        </p:nvSpPr>
        <p:spPr>
          <a:xfrm>
            <a:off x="4536373" y="5944988"/>
            <a:ext cx="44757" cy="67256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25" name="object 2125"/>
          <p:cNvSpPr/>
          <p:nvPr/>
        </p:nvSpPr>
        <p:spPr>
          <a:xfrm>
            <a:off x="4803149" y="5944988"/>
            <a:ext cx="97509" cy="6725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26" name="object 2126"/>
          <p:cNvSpPr/>
          <p:nvPr/>
        </p:nvSpPr>
        <p:spPr>
          <a:xfrm>
            <a:off x="5061523" y="5946145"/>
            <a:ext cx="95230" cy="6483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27" name="object 2127"/>
          <p:cNvSpPr/>
          <p:nvPr/>
        </p:nvSpPr>
        <p:spPr>
          <a:xfrm>
            <a:off x="5324064" y="5944988"/>
            <a:ext cx="94544" cy="6599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28" name="object 2128"/>
          <p:cNvSpPr/>
          <p:nvPr/>
        </p:nvSpPr>
        <p:spPr>
          <a:xfrm>
            <a:off x="5586681" y="5944988"/>
            <a:ext cx="96239" cy="67256"/>
          </a:xfrm>
          <a:prstGeom prst="rect">
            <a:avLst/>
          </a:prstGeom>
          <a:blipFill>
            <a:blip r:embed="rId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29" name="object 2129"/>
          <p:cNvSpPr/>
          <p:nvPr/>
        </p:nvSpPr>
        <p:spPr>
          <a:xfrm>
            <a:off x="5849214" y="5946145"/>
            <a:ext cx="98416" cy="6483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30" name="object 2130"/>
          <p:cNvSpPr/>
          <p:nvPr/>
        </p:nvSpPr>
        <p:spPr>
          <a:xfrm>
            <a:off x="6111756" y="5946146"/>
            <a:ext cx="95665" cy="66098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31" name="object 2131"/>
          <p:cNvSpPr/>
          <p:nvPr/>
        </p:nvSpPr>
        <p:spPr>
          <a:xfrm>
            <a:off x="6374371" y="5944988"/>
            <a:ext cx="97834" cy="6725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32" name="object 2132"/>
          <p:cNvSpPr/>
          <p:nvPr/>
        </p:nvSpPr>
        <p:spPr>
          <a:xfrm>
            <a:off x="6636906" y="5946145"/>
            <a:ext cx="95814" cy="6483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33" name="object 2133"/>
          <p:cNvSpPr/>
          <p:nvPr/>
        </p:nvSpPr>
        <p:spPr>
          <a:xfrm>
            <a:off x="6899447" y="5944988"/>
            <a:ext cx="97408" cy="67256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34" name="object 2134"/>
          <p:cNvSpPr/>
          <p:nvPr/>
        </p:nvSpPr>
        <p:spPr>
          <a:xfrm>
            <a:off x="7162027" y="5944988"/>
            <a:ext cx="97193" cy="67256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35" name="object 2135"/>
          <p:cNvSpPr/>
          <p:nvPr/>
        </p:nvSpPr>
        <p:spPr>
          <a:xfrm>
            <a:off x="7421380" y="5944988"/>
            <a:ext cx="100767" cy="67256"/>
          </a:xfrm>
          <a:prstGeom prst="rect">
            <a:avLst/>
          </a:prstGeom>
          <a:blipFill>
            <a:blip r:embed="rId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36" name="object 2136"/>
          <p:cNvSpPr/>
          <p:nvPr/>
        </p:nvSpPr>
        <p:spPr>
          <a:xfrm>
            <a:off x="7683916" y="5944988"/>
            <a:ext cx="98450" cy="6599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37" name="object 2137"/>
          <p:cNvSpPr/>
          <p:nvPr/>
        </p:nvSpPr>
        <p:spPr>
          <a:xfrm>
            <a:off x="7946457" y="5944988"/>
            <a:ext cx="97802" cy="6599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38" name="object 2138"/>
          <p:cNvSpPr/>
          <p:nvPr/>
        </p:nvSpPr>
        <p:spPr>
          <a:xfrm>
            <a:off x="8209074" y="5944988"/>
            <a:ext cx="99497" cy="6725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39" name="object 2139"/>
          <p:cNvSpPr/>
          <p:nvPr/>
        </p:nvSpPr>
        <p:spPr>
          <a:xfrm>
            <a:off x="8471616" y="5944988"/>
            <a:ext cx="101669" cy="6599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40" name="object 2140"/>
          <p:cNvSpPr/>
          <p:nvPr/>
        </p:nvSpPr>
        <p:spPr>
          <a:xfrm>
            <a:off x="8734144" y="5944988"/>
            <a:ext cx="98926" cy="6725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41" name="object 2141"/>
          <p:cNvSpPr/>
          <p:nvPr/>
        </p:nvSpPr>
        <p:spPr>
          <a:xfrm>
            <a:off x="8996762" y="5944988"/>
            <a:ext cx="101097" cy="67256"/>
          </a:xfrm>
          <a:prstGeom prst="rect">
            <a:avLst/>
          </a:prstGeom>
          <a:blipFill>
            <a:blip r:embed="rId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42" name="object 2142"/>
          <p:cNvSpPr/>
          <p:nvPr/>
        </p:nvSpPr>
        <p:spPr>
          <a:xfrm>
            <a:off x="9259303" y="5944988"/>
            <a:ext cx="99065" cy="65996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43" name="object 2143"/>
          <p:cNvSpPr/>
          <p:nvPr/>
        </p:nvSpPr>
        <p:spPr>
          <a:xfrm>
            <a:off x="9522136" y="5944988"/>
            <a:ext cx="100037" cy="6725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44" name="object 2144"/>
          <p:cNvSpPr/>
          <p:nvPr/>
        </p:nvSpPr>
        <p:spPr>
          <a:xfrm>
            <a:off x="9784456" y="5944988"/>
            <a:ext cx="99969" cy="67256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6528000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b="0" spc="-106" dirty="0">
                <a:solidFill>
                  <a:srgbClr val="4E4F52"/>
                </a:solidFill>
                <a:latin typeface="Calibri" panose="020F0502020204030204" pitchFamily="34" charset="0"/>
              </a:rPr>
              <a:t>Error </a:t>
            </a:r>
            <a:r>
              <a:rPr sz="4487" b="0" spc="179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4487" b="0" spc="-491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b="0" spc="73" dirty="0">
                <a:solidFill>
                  <a:srgbClr val="4E4F52"/>
                </a:solidFill>
                <a:latin typeface="Calibri" panose="020F0502020204030204" pitchFamily="34" charset="0"/>
              </a:rPr>
              <a:t>medición</a:t>
            </a:r>
            <a:endParaRPr sz="4487" b="0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b="0" spc="82" dirty="0">
                <a:solidFill>
                  <a:srgbClr val="919191"/>
                </a:solidFill>
                <a:latin typeface="Calibri" panose="020F0502020204030204" pitchFamily="34" charset="0"/>
              </a:rPr>
              <a:t>Un</a:t>
            </a:r>
            <a:r>
              <a:rPr sz="1728" b="0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b="0" spc="30" dirty="0">
                <a:solidFill>
                  <a:srgbClr val="919191"/>
                </a:solidFill>
                <a:latin typeface="Calibri" panose="020F0502020204030204" pitchFamily="34" charset="0"/>
              </a:rPr>
              <a:t>ejemplo</a:t>
            </a:r>
            <a:r>
              <a:rPr sz="1728" b="0" spc="-85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b="0" spc="58" dirty="0">
                <a:solidFill>
                  <a:srgbClr val="919191"/>
                </a:solidFill>
                <a:latin typeface="Calibri" panose="020F0502020204030204" pitchFamily="34" charset="0"/>
              </a:rPr>
              <a:t>del</a:t>
            </a:r>
            <a:r>
              <a:rPr sz="1728" b="0" spc="-14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b="0" spc="-36" dirty="0">
                <a:solidFill>
                  <a:srgbClr val="919191"/>
                </a:solidFill>
                <a:latin typeface="Calibri" panose="020F0502020204030204" pitchFamily="34" charset="0"/>
              </a:rPr>
              <a:t>error</a:t>
            </a:r>
            <a:r>
              <a:rPr sz="1728" b="0" spc="-127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b="0" spc="91" dirty="0">
                <a:solidFill>
                  <a:srgbClr val="919191"/>
                </a:solidFill>
                <a:latin typeface="Calibri" panose="020F0502020204030204" pitchFamily="34" charset="0"/>
              </a:rPr>
              <a:t>como</a:t>
            </a:r>
            <a:r>
              <a:rPr sz="1728" b="0" spc="-13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b="0" spc="6" dirty="0">
                <a:solidFill>
                  <a:srgbClr val="919191"/>
                </a:solidFill>
                <a:latin typeface="Calibri" panose="020F0502020204030204" pitchFamily="34" charset="0"/>
              </a:rPr>
              <a:t>variación</a:t>
            </a:r>
            <a:r>
              <a:rPr sz="1728" b="0" spc="-85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b="0" spc="33" dirty="0">
                <a:solidFill>
                  <a:srgbClr val="919191"/>
                </a:solidFill>
                <a:latin typeface="Calibri" panose="020F0502020204030204" pitchFamily="34" charset="0"/>
              </a:rPr>
              <a:t>en</a:t>
            </a:r>
            <a:r>
              <a:rPr sz="1728" b="0" spc="-85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b="0" spc="45" dirty="0">
                <a:solidFill>
                  <a:srgbClr val="919191"/>
                </a:solidFill>
                <a:latin typeface="Calibri" panose="020F0502020204030204" pitchFamily="34" charset="0"/>
              </a:rPr>
              <a:t>mediciones</a:t>
            </a:r>
            <a:r>
              <a:rPr sz="1728" b="0" spc="-85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b="0" spc="21" dirty="0">
                <a:solidFill>
                  <a:srgbClr val="919191"/>
                </a:solidFill>
                <a:latin typeface="Calibri" panose="020F0502020204030204" pitchFamily="34" charset="0"/>
              </a:rPr>
              <a:t>repetidas</a:t>
            </a:r>
            <a:endParaRPr sz="1728" b="0" dirty="0">
              <a:latin typeface="Calibri" panose="020F050202020403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6685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" name="object 5"/>
          <p:cNvSpPr/>
          <p:nvPr/>
        </p:nvSpPr>
        <p:spPr>
          <a:xfrm>
            <a:off x="6214393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49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6"/>
          <p:cNvSpPr/>
          <p:nvPr/>
        </p:nvSpPr>
        <p:spPr>
          <a:xfrm>
            <a:off x="6214394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6558832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6526537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6526540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5331772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5299479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5299480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5568573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5536280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1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1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5536281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6881743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6849451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6849451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5945301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5913009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5913011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5751555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5719263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1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1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5719264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6085230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6052938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49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6052938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6418904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6386613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6386613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6741815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6709525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6709523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5439408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5407116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5407117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6634178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6601887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6601887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5848428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5816136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5816137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5407117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5374825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1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5374826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5493227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5460934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1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5460936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5568573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5536280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1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5536281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5654682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5622389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1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5622391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5730027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5697736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49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5697736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5805374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5773082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49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5773082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5891483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5859191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49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5859192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5966829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5934537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5934538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6042175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6009883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6009884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6128284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" name="object 71"/>
          <p:cNvSpPr/>
          <p:nvPr/>
        </p:nvSpPr>
        <p:spPr>
          <a:xfrm>
            <a:off x="6095992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" name="object 72"/>
          <p:cNvSpPr/>
          <p:nvPr/>
        </p:nvSpPr>
        <p:spPr>
          <a:xfrm>
            <a:off x="6095993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" name="object 73"/>
          <p:cNvSpPr/>
          <p:nvPr/>
        </p:nvSpPr>
        <p:spPr>
          <a:xfrm>
            <a:off x="6203630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" name="object 74"/>
          <p:cNvSpPr/>
          <p:nvPr/>
        </p:nvSpPr>
        <p:spPr>
          <a:xfrm>
            <a:off x="6171338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" name="object 75"/>
          <p:cNvSpPr/>
          <p:nvPr/>
        </p:nvSpPr>
        <p:spPr>
          <a:xfrm>
            <a:off x="6171339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" name="object 76"/>
          <p:cNvSpPr/>
          <p:nvPr/>
        </p:nvSpPr>
        <p:spPr>
          <a:xfrm>
            <a:off x="6278976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" name="object 77"/>
          <p:cNvSpPr/>
          <p:nvPr/>
        </p:nvSpPr>
        <p:spPr>
          <a:xfrm>
            <a:off x="6246683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1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" name="object 78"/>
          <p:cNvSpPr/>
          <p:nvPr/>
        </p:nvSpPr>
        <p:spPr>
          <a:xfrm>
            <a:off x="6246685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" name="object 79"/>
          <p:cNvSpPr/>
          <p:nvPr/>
        </p:nvSpPr>
        <p:spPr>
          <a:xfrm>
            <a:off x="6365085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" name="object 80"/>
          <p:cNvSpPr/>
          <p:nvPr/>
        </p:nvSpPr>
        <p:spPr>
          <a:xfrm>
            <a:off x="6332793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45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" name="object 81"/>
          <p:cNvSpPr/>
          <p:nvPr/>
        </p:nvSpPr>
        <p:spPr>
          <a:xfrm>
            <a:off x="6332794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" name="object 82"/>
          <p:cNvSpPr/>
          <p:nvPr/>
        </p:nvSpPr>
        <p:spPr>
          <a:xfrm>
            <a:off x="6440431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" name="object 83"/>
          <p:cNvSpPr/>
          <p:nvPr/>
        </p:nvSpPr>
        <p:spPr>
          <a:xfrm>
            <a:off x="6408138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" name="object 84"/>
          <p:cNvSpPr/>
          <p:nvPr/>
        </p:nvSpPr>
        <p:spPr>
          <a:xfrm>
            <a:off x="6408140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" name="object 85"/>
          <p:cNvSpPr/>
          <p:nvPr/>
        </p:nvSpPr>
        <p:spPr>
          <a:xfrm>
            <a:off x="6515777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" name="object 86"/>
          <p:cNvSpPr/>
          <p:nvPr/>
        </p:nvSpPr>
        <p:spPr>
          <a:xfrm>
            <a:off x="6483487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" name="object 87"/>
          <p:cNvSpPr/>
          <p:nvPr/>
        </p:nvSpPr>
        <p:spPr>
          <a:xfrm>
            <a:off x="6483486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" name="object 88"/>
          <p:cNvSpPr/>
          <p:nvPr/>
        </p:nvSpPr>
        <p:spPr>
          <a:xfrm>
            <a:off x="6601887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" name="object 89"/>
          <p:cNvSpPr/>
          <p:nvPr/>
        </p:nvSpPr>
        <p:spPr>
          <a:xfrm>
            <a:off x="6569594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" name="object 90"/>
          <p:cNvSpPr/>
          <p:nvPr/>
        </p:nvSpPr>
        <p:spPr>
          <a:xfrm>
            <a:off x="6569595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" name="object 91"/>
          <p:cNvSpPr/>
          <p:nvPr/>
        </p:nvSpPr>
        <p:spPr>
          <a:xfrm>
            <a:off x="6677232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" name="object 92"/>
          <p:cNvSpPr/>
          <p:nvPr/>
        </p:nvSpPr>
        <p:spPr>
          <a:xfrm>
            <a:off x="6644938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5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" name="object 93"/>
          <p:cNvSpPr/>
          <p:nvPr/>
        </p:nvSpPr>
        <p:spPr>
          <a:xfrm>
            <a:off x="6644941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" name="object 94"/>
          <p:cNvSpPr/>
          <p:nvPr/>
        </p:nvSpPr>
        <p:spPr>
          <a:xfrm>
            <a:off x="6752578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" name="object 95"/>
          <p:cNvSpPr/>
          <p:nvPr/>
        </p:nvSpPr>
        <p:spPr>
          <a:xfrm>
            <a:off x="6720288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" name="object 96"/>
          <p:cNvSpPr/>
          <p:nvPr/>
        </p:nvSpPr>
        <p:spPr>
          <a:xfrm>
            <a:off x="6720287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" name="object 97"/>
          <p:cNvSpPr/>
          <p:nvPr/>
        </p:nvSpPr>
        <p:spPr>
          <a:xfrm>
            <a:off x="6838688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" name="object 98"/>
          <p:cNvSpPr/>
          <p:nvPr/>
        </p:nvSpPr>
        <p:spPr>
          <a:xfrm>
            <a:off x="6806394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" name="object 99"/>
          <p:cNvSpPr/>
          <p:nvPr/>
        </p:nvSpPr>
        <p:spPr>
          <a:xfrm>
            <a:off x="6806396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" name="object 100"/>
          <p:cNvSpPr/>
          <p:nvPr/>
        </p:nvSpPr>
        <p:spPr>
          <a:xfrm>
            <a:off x="5525517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" name="object 101"/>
          <p:cNvSpPr/>
          <p:nvPr/>
        </p:nvSpPr>
        <p:spPr>
          <a:xfrm>
            <a:off x="5493225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" name="object 102"/>
          <p:cNvSpPr/>
          <p:nvPr/>
        </p:nvSpPr>
        <p:spPr>
          <a:xfrm>
            <a:off x="5493227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" name="object 103"/>
          <p:cNvSpPr/>
          <p:nvPr/>
        </p:nvSpPr>
        <p:spPr>
          <a:xfrm>
            <a:off x="5622391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" name="object 104"/>
          <p:cNvSpPr/>
          <p:nvPr/>
        </p:nvSpPr>
        <p:spPr>
          <a:xfrm>
            <a:off x="5590099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49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" name="object 105"/>
          <p:cNvSpPr/>
          <p:nvPr/>
        </p:nvSpPr>
        <p:spPr>
          <a:xfrm>
            <a:off x="5590100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6" name="object 106"/>
          <p:cNvSpPr/>
          <p:nvPr/>
        </p:nvSpPr>
        <p:spPr>
          <a:xfrm>
            <a:off x="5730027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7" name="object 107"/>
          <p:cNvSpPr/>
          <p:nvPr/>
        </p:nvSpPr>
        <p:spPr>
          <a:xfrm>
            <a:off x="5697736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0" y="0"/>
                </a:moveTo>
                <a:lnTo>
                  <a:pt x="0" y="0"/>
                </a:lnTo>
                <a:lnTo>
                  <a:pt x="53249" y="142000"/>
                </a:lnTo>
                <a:lnTo>
                  <a:pt x="106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8" name="object 108"/>
          <p:cNvSpPr/>
          <p:nvPr/>
        </p:nvSpPr>
        <p:spPr>
          <a:xfrm>
            <a:off x="5697736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9" name="object 109"/>
          <p:cNvSpPr/>
          <p:nvPr/>
        </p:nvSpPr>
        <p:spPr>
          <a:xfrm>
            <a:off x="6009884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0" name="object 110"/>
          <p:cNvSpPr/>
          <p:nvPr/>
        </p:nvSpPr>
        <p:spPr>
          <a:xfrm>
            <a:off x="5977591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501" y="0"/>
                </a:moveTo>
                <a:lnTo>
                  <a:pt x="0" y="0"/>
                </a:lnTo>
                <a:lnTo>
                  <a:pt x="53250" y="142000"/>
                </a:lnTo>
                <a:lnTo>
                  <a:pt x="1065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1" name="object 111"/>
          <p:cNvSpPr/>
          <p:nvPr/>
        </p:nvSpPr>
        <p:spPr>
          <a:xfrm>
            <a:off x="5977593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2" name="object 112"/>
          <p:cNvSpPr/>
          <p:nvPr/>
        </p:nvSpPr>
        <p:spPr>
          <a:xfrm>
            <a:off x="6375849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3" name="object 113"/>
          <p:cNvSpPr/>
          <p:nvPr/>
        </p:nvSpPr>
        <p:spPr>
          <a:xfrm>
            <a:off x="6343557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498" y="0"/>
                </a:moveTo>
                <a:lnTo>
                  <a:pt x="0" y="0"/>
                </a:lnTo>
                <a:lnTo>
                  <a:pt x="53253" y="142000"/>
                </a:lnTo>
                <a:lnTo>
                  <a:pt x="1064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4" name="object 114"/>
          <p:cNvSpPr/>
          <p:nvPr/>
        </p:nvSpPr>
        <p:spPr>
          <a:xfrm>
            <a:off x="6343558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5" name="object 115"/>
          <p:cNvSpPr/>
          <p:nvPr/>
        </p:nvSpPr>
        <p:spPr>
          <a:xfrm>
            <a:off x="6741815" y="2271799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6" name="object 116"/>
          <p:cNvSpPr/>
          <p:nvPr/>
        </p:nvSpPr>
        <p:spPr>
          <a:xfrm>
            <a:off x="6709525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7" name="object 117"/>
          <p:cNvSpPr/>
          <p:nvPr/>
        </p:nvSpPr>
        <p:spPr>
          <a:xfrm>
            <a:off x="6709523" y="2350912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79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8" name="object 118"/>
          <p:cNvSpPr/>
          <p:nvPr/>
        </p:nvSpPr>
        <p:spPr>
          <a:xfrm>
            <a:off x="1438679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9" name="object 119"/>
          <p:cNvSpPr/>
          <p:nvPr/>
        </p:nvSpPr>
        <p:spPr>
          <a:xfrm>
            <a:off x="147199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0" name="object 120"/>
          <p:cNvSpPr/>
          <p:nvPr/>
        </p:nvSpPr>
        <p:spPr>
          <a:xfrm>
            <a:off x="150248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1" name="object 121"/>
          <p:cNvSpPr/>
          <p:nvPr/>
        </p:nvSpPr>
        <p:spPr>
          <a:xfrm>
            <a:off x="153300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2" name="object 122"/>
          <p:cNvSpPr/>
          <p:nvPr/>
        </p:nvSpPr>
        <p:spPr>
          <a:xfrm>
            <a:off x="156353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30" y="-7100"/>
                </a:moveTo>
                <a:lnTo>
                  <a:pt x="1730" y="155136"/>
                </a:lnTo>
              </a:path>
            </a:pathLst>
          </a:custGeom>
          <a:ln w="17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3" name="object 123"/>
          <p:cNvSpPr/>
          <p:nvPr/>
        </p:nvSpPr>
        <p:spPr>
          <a:xfrm>
            <a:off x="1594264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4" name="object 124"/>
          <p:cNvSpPr/>
          <p:nvPr/>
        </p:nvSpPr>
        <p:spPr>
          <a:xfrm>
            <a:off x="162454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5" name="object 125"/>
          <p:cNvSpPr/>
          <p:nvPr/>
        </p:nvSpPr>
        <p:spPr>
          <a:xfrm>
            <a:off x="165506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6" name="object 126"/>
          <p:cNvSpPr/>
          <p:nvPr/>
        </p:nvSpPr>
        <p:spPr>
          <a:xfrm>
            <a:off x="168559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30" y="-7100"/>
                </a:moveTo>
                <a:lnTo>
                  <a:pt x="1730" y="155136"/>
                </a:lnTo>
              </a:path>
            </a:pathLst>
          </a:custGeom>
          <a:ln w="17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7" name="object 127"/>
          <p:cNvSpPr/>
          <p:nvPr/>
        </p:nvSpPr>
        <p:spPr>
          <a:xfrm>
            <a:off x="171607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8" name="object 128"/>
          <p:cNvSpPr/>
          <p:nvPr/>
        </p:nvSpPr>
        <p:spPr>
          <a:xfrm>
            <a:off x="1743776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9" name="object 129"/>
          <p:cNvSpPr/>
          <p:nvPr/>
        </p:nvSpPr>
        <p:spPr>
          <a:xfrm>
            <a:off x="177708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0" name="object 130"/>
          <p:cNvSpPr/>
          <p:nvPr/>
        </p:nvSpPr>
        <p:spPr>
          <a:xfrm>
            <a:off x="180761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1" name="object 131"/>
          <p:cNvSpPr/>
          <p:nvPr/>
        </p:nvSpPr>
        <p:spPr>
          <a:xfrm>
            <a:off x="183813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2" name="object 132"/>
          <p:cNvSpPr/>
          <p:nvPr/>
        </p:nvSpPr>
        <p:spPr>
          <a:xfrm>
            <a:off x="186861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3" name="object 133"/>
          <p:cNvSpPr/>
          <p:nvPr/>
        </p:nvSpPr>
        <p:spPr>
          <a:xfrm>
            <a:off x="1899393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4" name="object 134"/>
          <p:cNvSpPr/>
          <p:nvPr/>
        </p:nvSpPr>
        <p:spPr>
          <a:xfrm>
            <a:off x="192967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5" name="object 135"/>
          <p:cNvSpPr/>
          <p:nvPr/>
        </p:nvSpPr>
        <p:spPr>
          <a:xfrm>
            <a:off x="196015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6" name="object 136"/>
          <p:cNvSpPr/>
          <p:nvPr/>
        </p:nvSpPr>
        <p:spPr>
          <a:xfrm>
            <a:off x="199067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7" name="object 137"/>
          <p:cNvSpPr/>
          <p:nvPr/>
        </p:nvSpPr>
        <p:spPr>
          <a:xfrm>
            <a:off x="202123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8" name="object 138"/>
          <p:cNvSpPr/>
          <p:nvPr/>
        </p:nvSpPr>
        <p:spPr>
          <a:xfrm>
            <a:off x="2048905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9" name="object 139"/>
          <p:cNvSpPr/>
          <p:nvPr/>
        </p:nvSpPr>
        <p:spPr>
          <a:xfrm>
            <a:off x="208220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0" name="object 140"/>
          <p:cNvSpPr/>
          <p:nvPr/>
        </p:nvSpPr>
        <p:spPr>
          <a:xfrm>
            <a:off x="211277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1" name="object 141"/>
          <p:cNvSpPr/>
          <p:nvPr/>
        </p:nvSpPr>
        <p:spPr>
          <a:xfrm>
            <a:off x="214325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2" name="object 142"/>
          <p:cNvSpPr/>
          <p:nvPr/>
        </p:nvSpPr>
        <p:spPr>
          <a:xfrm>
            <a:off x="217373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3" name="object 143"/>
          <p:cNvSpPr/>
          <p:nvPr/>
        </p:nvSpPr>
        <p:spPr>
          <a:xfrm>
            <a:off x="2204478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4" name="object 144"/>
          <p:cNvSpPr/>
          <p:nvPr/>
        </p:nvSpPr>
        <p:spPr>
          <a:xfrm>
            <a:off x="223478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5" name="object 145"/>
          <p:cNvSpPr/>
          <p:nvPr/>
        </p:nvSpPr>
        <p:spPr>
          <a:xfrm>
            <a:off x="226527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6" name="object 146"/>
          <p:cNvSpPr/>
          <p:nvPr/>
        </p:nvSpPr>
        <p:spPr>
          <a:xfrm>
            <a:off x="229584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7" name="object 147"/>
          <p:cNvSpPr/>
          <p:nvPr/>
        </p:nvSpPr>
        <p:spPr>
          <a:xfrm>
            <a:off x="232632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8" name="object 148"/>
          <p:cNvSpPr/>
          <p:nvPr/>
        </p:nvSpPr>
        <p:spPr>
          <a:xfrm>
            <a:off x="2353991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9" name="object 149"/>
          <p:cNvSpPr/>
          <p:nvPr/>
        </p:nvSpPr>
        <p:spPr>
          <a:xfrm>
            <a:off x="238737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0" name="object 150"/>
          <p:cNvSpPr/>
          <p:nvPr/>
        </p:nvSpPr>
        <p:spPr>
          <a:xfrm>
            <a:off x="241785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1" name="object 151"/>
          <p:cNvSpPr/>
          <p:nvPr/>
        </p:nvSpPr>
        <p:spPr>
          <a:xfrm>
            <a:off x="244834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2" name="object 152"/>
          <p:cNvSpPr/>
          <p:nvPr/>
        </p:nvSpPr>
        <p:spPr>
          <a:xfrm>
            <a:off x="247890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3" name="object 153"/>
          <p:cNvSpPr/>
          <p:nvPr/>
        </p:nvSpPr>
        <p:spPr>
          <a:xfrm>
            <a:off x="2509640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4" name="object 154"/>
          <p:cNvSpPr/>
          <p:nvPr/>
        </p:nvSpPr>
        <p:spPr>
          <a:xfrm>
            <a:off x="253987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5" name="object 155"/>
          <p:cNvSpPr/>
          <p:nvPr/>
        </p:nvSpPr>
        <p:spPr>
          <a:xfrm>
            <a:off x="257044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6" name="object 156"/>
          <p:cNvSpPr/>
          <p:nvPr/>
        </p:nvSpPr>
        <p:spPr>
          <a:xfrm>
            <a:off x="260092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7" name="object 157"/>
          <p:cNvSpPr/>
          <p:nvPr/>
        </p:nvSpPr>
        <p:spPr>
          <a:xfrm>
            <a:off x="263140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8" name="object 158"/>
          <p:cNvSpPr/>
          <p:nvPr/>
        </p:nvSpPr>
        <p:spPr>
          <a:xfrm>
            <a:off x="2659152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9" name="object 159"/>
          <p:cNvSpPr/>
          <p:nvPr/>
        </p:nvSpPr>
        <p:spPr>
          <a:xfrm>
            <a:off x="269246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0" name="object 160"/>
          <p:cNvSpPr/>
          <p:nvPr/>
        </p:nvSpPr>
        <p:spPr>
          <a:xfrm>
            <a:off x="272294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1" name="object 161"/>
          <p:cNvSpPr/>
          <p:nvPr/>
        </p:nvSpPr>
        <p:spPr>
          <a:xfrm>
            <a:off x="275351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2" name="object 162"/>
          <p:cNvSpPr/>
          <p:nvPr/>
        </p:nvSpPr>
        <p:spPr>
          <a:xfrm>
            <a:off x="278399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3" name="object 163"/>
          <p:cNvSpPr/>
          <p:nvPr/>
        </p:nvSpPr>
        <p:spPr>
          <a:xfrm>
            <a:off x="2814726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4" name="object 164"/>
          <p:cNvSpPr/>
          <p:nvPr/>
        </p:nvSpPr>
        <p:spPr>
          <a:xfrm>
            <a:off x="284504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5" name="object 165"/>
          <p:cNvSpPr/>
          <p:nvPr/>
        </p:nvSpPr>
        <p:spPr>
          <a:xfrm>
            <a:off x="287553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6" name="object 166"/>
          <p:cNvSpPr/>
          <p:nvPr/>
        </p:nvSpPr>
        <p:spPr>
          <a:xfrm>
            <a:off x="290601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7" name="object 167"/>
          <p:cNvSpPr/>
          <p:nvPr/>
        </p:nvSpPr>
        <p:spPr>
          <a:xfrm>
            <a:off x="293657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8" name="object 168"/>
          <p:cNvSpPr/>
          <p:nvPr/>
        </p:nvSpPr>
        <p:spPr>
          <a:xfrm>
            <a:off x="2964238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9" name="object 169"/>
          <p:cNvSpPr/>
          <p:nvPr/>
        </p:nvSpPr>
        <p:spPr>
          <a:xfrm>
            <a:off x="299753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0" name="object 170"/>
          <p:cNvSpPr/>
          <p:nvPr/>
        </p:nvSpPr>
        <p:spPr>
          <a:xfrm>
            <a:off x="302810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1" name="object 171"/>
          <p:cNvSpPr/>
          <p:nvPr/>
        </p:nvSpPr>
        <p:spPr>
          <a:xfrm>
            <a:off x="305858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2" name="object 172"/>
          <p:cNvSpPr/>
          <p:nvPr/>
        </p:nvSpPr>
        <p:spPr>
          <a:xfrm>
            <a:off x="308907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3" name="object 173"/>
          <p:cNvSpPr/>
          <p:nvPr/>
        </p:nvSpPr>
        <p:spPr>
          <a:xfrm>
            <a:off x="3119812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4" name="object 174"/>
          <p:cNvSpPr/>
          <p:nvPr/>
        </p:nvSpPr>
        <p:spPr>
          <a:xfrm>
            <a:off x="315012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5" name="object 175"/>
          <p:cNvSpPr/>
          <p:nvPr/>
        </p:nvSpPr>
        <p:spPr>
          <a:xfrm>
            <a:off x="318060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6" name="object 176"/>
          <p:cNvSpPr/>
          <p:nvPr/>
        </p:nvSpPr>
        <p:spPr>
          <a:xfrm>
            <a:off x="321108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7" name="object 177"/>
          <p:cNvSpPr/>
          <p:nvPr/>
        </p:nvSpPr>
        <p:spPr>
          <a:xfrm>
            <a:off x="324165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8" name="object 178"/>
          <p:cNvSpPr/>
          <p:nvPr/>
        </p:nvSpPr>
        <p:spPr>
          <a:xfrm>
            <a:off x="3269346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9" name="object 179"/>
          <p:cNvSpPr/>
          <p:nvPr/>
        </p:nvSpPr>
        <p:spPr>
          <a:xfrm>
            <a:off x="330262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0" name="object 180"/>
          <p:cNvSpPr/>
          <p:nvPr/>
        </p:nvSpPr>
        <p:spPr>
          <a:xfrm>
            <a:off x="333319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1" name="object 181"/>
          <p:cNvSpPr/>
          <p:nvPr/>
        </p:nvSpPr>
        <p:spPr>
          <a:xfrm>
            <a:off x="336367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2" name="object 182"/>
          <p:cNvSpPr/>
          <p:nvPr/>
        </p:nvSpPr>
        <p:spPr>
          <a:xfrm>
            <a:off x="339415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3" name="object 183"/>
          <p:cNvSpPr/>
          <p:nvPr/>
        </p:nvSpPr>
        <p:spPr>
          <a:xfrm>
            <a:off x="3424973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4" name="object 184"/>
          <p:cNvSpPr/>
          <p:nvPr/>
        </p:nvSpPr>
        <p:spPr>
          <a:xfrm>
            <a:off x="345520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5" name="object 185"/>
          <p:cNvSpPr/>
          <p:nvPr/>
        </p:nvSpPr>
        <p:spPr>
          <a:xfrm>
            <a:off x="348569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6" name="object 186"/>
          <p:cNvSpPr/>
          <p:nvPr/>
        </p:nvSpPr>
        <p:spPr>
          <a:xfrm>
            <a:off x="351626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7" name="object 187"/>
          <p:cNvSpPr/>
          <p:nvPr/>
        </p:nvSpPr>
        <p:spPr>
          <a:xfrm>
            <a:off x="354674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8" name="object 188"/>
          <p:cNvSpPr/>
          <p:nvPr/>
        </p:nvSpPr>
        <p:spPr>
          <a:xfrm>
            <a:off x="3574432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9" name="object 189"/>
          <p:cNvSpPr/>
          <p:nvPr/>
        </p:nvSpPr>
        <p:spPr>
          <a:xfrm>
            <a:off x="360779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0" name="object 190"/>
          <p:cNvSpPr/>
          <p:nvPr/>
        </p:nvSpPr>
        <p:spPr>
          <a:xfrm>
            <a:off x="363827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1" name="object 191"/>
          <p:cNvSpPr/>
          <p:nvPr/>
        </p:nvSpPr>
        <p:spPr>
          <a:xfrm>
            <a:off x="366876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2" name="object 192"/>
          <p:cNvSpPr/>
          <p:nvPr/>
        </p:nvSpPr>
        <p:spPr>
          <a:xfrm>
            <a:off x="369932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3" name="object 193"/>
          <p:cNvSpPr/>
          <p:nvPr/>
        </p:nvSpPr>
        <p:spPr>
          <a:xfrm>
            <a:off x="3730059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4" name="object 194"/>
          <p:cNvSpPr/>
          <p:nvPr/>
        </p:nvSpPr>
        <p:spPr>
          <a:xfrm>
            <a:off x="376029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5" name="object 195"/>
          <p:cNvSpPr/>
          <p:nvPr/>
        </p:nvSpPr>
        <p:spPr>
          <a:xfrm>
            <a:off x="379086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6" name="object 196"/>
          <p:cNvSpPr/>
          <p:nvPr/>
        </p:nvSpPr>
        <p:spPr>
          <a:xfrm>
            <a:off x="382134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7" name="object 197"/>
          <p:cNvSpPr/>
          <p:nvPr/>
        </p:nvSpPr>
        <p:spPr>
          <a:xfrm>
            <a:off x="385182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8" name="object 198"/>
          <p:cNvSpPr/>
          <p:nvPr/>
        </p:nvSpPr>
        <p:spPr>
          <a:xfrm>
            <a:off x="3879593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9" name="object 199"/>
          <p:cNvSpPr/>
          <p:nvPr/>
        </p:nvSpPr>
        <p:spPr>
          <a:xfrm>
            <a:off x="391288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0" name="object 200"/>
          <p:cNvSpPr/>
          <p:nvPr/>
        </p:nvSpPr>
        <p:spPr>
          <a:xfrm>
            <a:off x="394336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1" name="object 201"/>
          <p:cNvSpPr/>
          <p:nvPr/>
        </p:nvSpPr>
        <p:spPr>
          <a:xfrm>
            <a:off x="397392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2" name="object 202"/>
          <p:cNvSpPr/>
          <p:nvPr/>
        </p:nvSpPr>
        <p:spPr>
          <a:xfrm>
            <a:off x="400440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3" name="object 203"/>
          <p:cNvSpPr/>
          <p:nvPr/>
        </p:nvSpPr>
        <p:spPr>
          <a:xfrm>
            <a:off x="4035145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4" name="object 204"/>
          <p:cNvSpPr/>
          <p:nvPr/>
        </p:nvSpPr>
        <p:spPr>
          <a:xfrm>
            <a:off x="406545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5" name="object 205"/>
          <p:cNvSpPr/>
          <p:nvPr/>
        </p:nvSpPr>
        <p:spPr>
          <a:xfrm>
            <a:off x="409593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6" name="object 206"/>
          <p:cNvSpPr/>
          <p:nvPr/>
        </p:nvSpPr>
        <p:spPr>
          <a:xfrm>
            <a:off x="412642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7" name="object 207"/>
          <p:cNvSpPr/>
          <p:nvPr/>
        </p:nvSpPr>
        <p:spPr>
          <a:xfrm>
            <a:off x="415699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8" name="object 208"/>
          <p:cNvSpPr/>
          <p:nvPr/>
        </p:nvSpPr>
        <p:spPr>
          <a:xfrm>
            <a:off x="4184679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9" name="object 209"/>
          <p:cNvSpPr/>
          <p:nvPr/>
        </p:nvSpPr>
        <p:spPr>
          <a:xfrm>
            <a:off x="421795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0" name="object 210"/>
          <p:cNvSpPr/>
          <p:nvPr/>
        </p:nvSpPr>
        <p:spPr>
          <a:xfrm>
            <a:off x="424852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1" name="object 211"/>
          <p:cNvSpPr/>
          <p:nvPr/>
        </p:nvSpPr>
        <p:spPr>
          <a:xfrm>
            <a:off x="427900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2" name="object 212"/>
          <p:cNvSpPr/>
          <p:nvPr/>
        </p:nvSpPr>
        <p:spPr>
          <a:xfrm>
            <a:off x="430949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3" name="object 213"/>
          <p:cNvSpPr/>
          <p:nvPr/>
        </p:nvSpPr>
        <p:spPr>
          <a:xfrm>
            <a:off x="4340306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4" name="object 214"/>
          <p:cNvSpPr/>
          <p:nvPr/>
        </p:nvSpPr>
        <p:spPr>
          <a:xfrm>
            <a:off x="437054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5" name="object 215"/>
          <p:cNvSpPr/>
          <p:nvPr/>
        </p:nvSpPr>
        <p:spPr>
          <a:xfrm>
            <a:off x="440102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6" name="object 216"/>
          <p:cNvSpPr/>
          <p:nvPr/>
        </p:nvSpPr>
        <p:spPr>
          <a:xfrm>
            <a:off x="443159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7" name="object 217"/>
          <p:cNvSpPr/>
          <p:nvPr/>
        </p:nvSpPr>
        <p:spPr>
          <a:xfrm>
            <a:off x="446207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8" name="object 218"/>
          <p:cNvSpPr/>
          <p:nvPr/>
        </p:nvSpPr>
        <p:spPr>
          <a:xfrm>
            <a:off x="4489787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9" name="object 219"/>
          <p:cNvSpPr/>
          <p:nvPr/>
        </p:nvSpPr>
        <p:spPr>
          <a:xfrm>
            <a:off x="452312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0" name="object 220"/>
          <p:cNvSpPr/>
          <p:nvPr/>
        </p:nvSpPr>
        <p:spPr>
          <a:xfrm>
            <a:off x="455361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1" name="object 221"/>
          <p:cNvSpPr/>
          <p:nvPr/>
        </p:nvSpPr>
        <p:spPr>
          <a:xfrm>
            <a:off x="458409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2" name="object 222"/>
          <p:cNvSpPr/>
          <p:nvPr/>
        </p:nvSpPr>
        <p:spPr>
          <a:xfrm>
            <a:off x="461466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3" name="object 223"/>
          <p:cNvSpPr/>
          <p:nvPr/>
        </p:nvSpPr>
        <p:spPr>
          <a:xfrm>
            <a:off x="4645392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4" name="object 224"/>
          <p:cNvSpPr/>
          <p:nvPr/>
        </p:nvSpPr>
        <p:spPr>
          <a:xfrm>
            <a:off x="467562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5" name="object 225"/>
          <p:cNvSpPr/>
          <p:nvPr/>
        </p:nvSpPr>
        <p:spPr>
          <a:xfrm>
            <a:off x="470619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6" name="object 226"/>
          <p:cNvSpPr/>
          <p:nvPr/>
        </p:nvSpPr>
        <p:spPr>
          <a:xfrm>
            <a:off x="473667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7" name="object 227"/>
          <p:cNvSpPr/>
          <p:nvPr/>
        </p:nvSpPr>
        <p:spPr>
          <a:xfrm>
            <a:off x="476716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8" name="object 228"/>
          <p:cNvSpPr/>
          <p:nvPr/>
        </p:nvSpPr>
        <p:spPr>
          <a:xfrm>
            <a:off x="4794947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9" name="object 229"/>
          <p:cNvSpPr/>
          <p:nvPr/>
        </p:nvSpPr>
        <p:spPr>
          <a:xfrm>
            <a:off x="482821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0" name="object 230"/>
          <p:cNvSpPr/>
          <p:nvPr/>
        </p:nvSpPr>
        <p:spPr>
          <a:xfrm>
            <a:off x="485869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1" name="object 231"/>
          <p:cNvSpPr/>
          <p:nvPr/>
        </p:nvSpPr>
        <p:spPr>
          <a:xfrm>
            <a:off x="488925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2" name="object 232"/>
          <p:cNvSpPr/>
          <p:nvPr/>
        </p:nvSpPr>
        <p:spPr>
          <a:xfrm>
            <a:off x="491974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3" name="object 233"/>
          <p:cNvSpPr/>
          <p:nvPr/>
        </p:nvSpPr>
        <p:spPr>
          <a:xfrm>
            <a:off x="4950521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27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4" name="object 234"/>
          <p:cNvSpPr/>
          <p:nvPr/>
        </p:nvSpPr>
        <p:spPr>
          <a:xfrm>
            <a:off x="498078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5" name="object 235"/>
          <p:cNvSpPr/>
          <p:nvPr/>
        </p:nvSpPr>
        <p:spPr>
          <a:xfrm>
            <a:off x="501127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10" y="-7100"/>
                </a:moveTo>
                <a:lnTo>
                  <a:pt x="1810" y="155136"/>
                </a:lnTo>
              </a:path>
            </a:pathLst>
          </a:custGeom>
          <a:ln w="17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6" name="object 236"/>
          <p:cNvSpPr/>
          <p:nvPr/>
        </p:nvSpPr>
        <p:spPr>
          <a:xfrm>
            <a:off x="504175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10" y="-7100"/>
                </a:moveTo>
                <a:lnTo>
                  <a:pt x="1810" y="155136"/>
                </a:lnTo>
              </a:path>
            </a:pathLst>
          </a:custGeom>
          <a:ln w="17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7" name="object 237"/>
          <p:cNvSpPr/>
          <p:nvPr/>
        </p:nvSpPr>
        <p:spPr>
          <a:xfrm>
            <a:off x="507232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8" name="object 238"/>
          <p:cNvSpPr/>
          <p:nvPr/>
        </p:nvSpPr>
        <p:spPr>
          <a:xfrm>
            <a:off x="5100034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9" name="object 239"/>
          <p:cNvSpPr/>
          <p:nvPr/>
        </p:nvSpPr>
        <p:spPr>
          <a:xfrm>
            <a:off x="513328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10" y="-7100"/>
                </a:moveTo>
                <a:lnTo>
                  <a:pt x="1810" y="155136"/>
                </a:lnTo>
              </a:path>
            </a:pathLst>
          </a:custGeom>
          <a:ln w="17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0" name="object 240"/>
          <p:cNvSpPr/>
          <p:nvPr/>
        </p:nvSpPr>
        <p:spPr>
          <a:xfrm>
            <a:off x="516385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1" name="object 241"/>
          <p:cNvSpPr/>
          <p:nvPr/>
        </p:nvSpPr>
        <p:spPr>
          <a:xfrm>
            <a:off x="519434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2" name="object 242"/>
          <p:cNvSpPr/>
          <p:nvPr/>
        </p:nvSpPr>
        <p:spPr>
          <a:xfrm>
            <a:off x="522482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3" name="object 243"/>
          <p:cNvSpPr/>
          <p:nvPr/>
        </p:nvSpPr>
        <p:spPr>
          <a:xfrm>
            <a:off x="5255608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4" name="object 244"/>
          <p:cNvSpPr/>
          <p:nvPr/>
        </p:nvSpPr>
        <p:spPr>
          <a:xfrm>
            <a:off x="528587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5" name="object 245"/>
          <p:cNvSpPr/>
          <p:nvPr/>
        </p:nvSpPr>
        <p:spPr>
          <a:xfrm>
            <a:off x="531635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6" name="object 246"/>
          <p:cNvSpPr/>
          <p:nvPr/>
        </p:nvSpPr>
        <p:spPr>
          <a:xfrm>
            <a:off x="534697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7" name="object 247"/>
          <p:cNvSpPr/>
          <p:nvPr/>
        </p:nvSpPr>
        <p:spPr>
          <a:xfrm>
            <a:off x="537740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8" name="object 248"/>
          <p:cNvSpPr/>
          <p:nvPr/>
        </p:nvSpPr>
        <p:spPr>
          <a:xfrm>
            <a:off x="5405120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9" name="object 249"/>
          <p:cNvSpPr/>
          <p:nvPr/>
        </p:nvSpPr>
        <p:spPr>
          <a:xfrm>
            <a:off x="543850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0" name="object 250"/>
          <p:cNvSpPr/>
          <p:nvPr/>
        </p:nvSpPr>
        <p:spPr>
          <a:xfrm>
            <a:off x="546898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1" name="object 251"/>
          <p:cNvSpPr/>
          <p:nvPr/>
        </p:nvSpPr>
        <p:spPr>
          <a:xfrm>
            <a:off x="549947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2" name="object 252"/>
          <p:cNvSpPr/>
          <p:nvPr/>
        </p:nvSpPr>
        <p:spPr>
          <a:xfrm>
            <a:off x="553003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3" name="object 253"/>
          <p:cNvSpPr/>
          <p:nvPr/>
        </p:nvSpPr>
        <p:spPr>
          <a:xfrm>
            <a:off x="5560769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4" name="object 254"/>
          <p:cNvSpPr/>
          <p:nvPr/>
        </p:nvSpPr>
        <p:spPr>
          <a:xfrm>
            <a:off x="559100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5" name="object 255"/>
          <p:cNvSpPr/>
          <p:nvPr/>
        </p:nvSpPr>
        <p:spPr>
          <a:xfrm>
            <a:off x="562157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6" name="object 256"/>
          <p:cNvSpPr/>
          <p:nvPr/>
        </p:nvSpPr>
        <p:spPr>
          <a:xfrm>
            <a:off x="565205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7" name="object 257"/>
          <p:cNvSpPr/>
          <p:nvPr/>
        </p:nvSpPr>
        <p:spPr>
          <a:xfrm>
            <a:off x="568253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8" name="object 258"/>
          <p:cNvSpPr/>
          <p:nvPr/>
        </p:nvSpPr>
        <p:spPr>
          <a:xfrm>
            <a:off x="5710281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9" name="object 259"/>
          <p:cNvSpPr/>
          <p:nvPr/>
        </p:nvSpPr>
        <p:spPr>
          <a:xfrm>
            <a:off x="574359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0" name="object 260"/>
          <p:cNvSpPr/>
          <p:nvPr/>
        </p:nvSpPr>
        <p:spPr>
          <a:xfrm>
            <a:off x="577407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1" name="object 261"/>
          <p:cNvSpPr/>
          <p:nvPr/>
        </p:nvSpPr>
        <p:spPr>
          <a:xfrm>
            <a:off x="580463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2" name="object 262"/>
          <p:cNvSpPr/>
          <p:nvPr/>
        </p:nvSpPr>
        <p:spPr>
          <a:xfrm>
            <a:off x="583512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3" name="object 263"/>
          <p:cNvSpPr/>
          <p:nvPr/>
        </p:nvSpPr>
        <p:spPr>
          <a:xfrm>
            <a:off x="5865855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4" name="object 264"/>
          <p:cNvSpPr/>
          <p:nvPr/>
        </p:nvSpPr>
        <p:spPr>
          <a:xfrm>
            <a:off x="589616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5" name="object 265"/>
          <p:cNvSpPr/>
          <p:nvPr/>
        </p:nvSpPr>
        <p:spPr>
          <a:xfrm>
            <a:off x="592664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6" name="object 266"/>
          <p:cNvSpPr/>
          <p:nvPr/>
        </p:nvSpPr>
        <p:spPr>
          <a:xfrm>
            <a:off x="595713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7" name="object 267"/>
          <p:cNvSpPr/>
          <p:nvPr/>
        </p:nvSpPr>
        <p:spPr>
          <a:xfrm>
            <a:off x="598769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8" name="object 268"/>
          <p:cNvSpPr/>
          <p:nvPr/>
        </p:nvSpPr>
        <p:spPr>
          <a:xfrm>
            <a:off x="6015366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9" name="object 269"/>
          <p:cNvSpPr/>
          <p:nvPr/>
        </p:nvSpPr>
        <p:spPr>
          <a:xfrm>
            <a:off x="604866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0" name="object 270"/>
          <p:cNvSpPr/>
          <p:nvPr/>
        </p:nvSpPr>
        <p:spPr>
          <a:xfrm>
            <a:off x="607923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1" name="object 271"/>
          <p:cNvSpPr/>
          <p:nvPr/>
        </p:nvSpPr>
        <p:spPr>
          <a:xfrm>
            <a:off x="610971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2" name="object 272"/>
          <p:cNvSpPr/>
          <p:nvPr/>
        </p:nvSpPr>
        <p:spPr>
          <a:xfrm>
            <a:off x="614020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3" name="object 273"/>
          <p:cNvSpPr/>
          <p:nvPr/>
        </p:nvSpPr>
        <p:spPr>
          <a:xfrm>
            <a:off x="6170941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4" name="object 274"/>
          <p:cNvSpPr/>
          <p:nvPr/>
        </p:nvSpPr>
        <p:spPr>
          <a:xfrm>
            <a:off x="620125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5" name="object 275"/>
          <p:cNvSpPr/>
          <p:nvPr/>
        </p:nvSpPr>
        <p:spPr>
          <a:xfrm>
            <a:off x="623173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6" name="object 276"/>
          <p:cNvSpPr/>
          <p:nvPr/>
        </p:nvSpPr>
        <p:spPr>
          <a:xfrm>
            <a:off x="626230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7" name="object 277"/>
          <p:cNvSpPr/>
          <p:nvPr/>
        </p:nvSpPr>
        <p:spPr>
          <a:xfrm>
            <a:off x="629278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8" name="object 278"/>
          <p:cNvSpPr/>
          <p:nvPr/>
        </p:nvSpPr>
        <p:spPr>
          <a:xfrm>
            <a:off x="6320453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9" name="object 279"/>
          <p:cNvSpPr/>
          <p:nvPr/>
        </p:nvSpPr>
        <p:spPr>
          <a:xfrm>
            <a:off x="635383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0" name="object 280"/>
          <p:cNvSpPr/>
          <p:nvPr/>
        </p:nvSpPr>
        <p:spPr>
          <a:xfrm>
            <a:off x="638432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1" name="object 281"/>
          <p:cNvSpPr/>
          <p:nvPr/>
        </p:nvSpPr>
        <p:spPr>
          <a:xfrm>
            <a:off x="641480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2" name="object 282"/>
          <p:cNvSpPr/>
          <p:nvPr/>
        </p:nvSpPr>
        <p:spPr>
          <a:xfrm>
            <a:off x="644537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3" name="object 283"/>
          <p:cNvSpPr/>
          <p:nvPr/>
        </p:nvSpPr>
        <p:spPr>
          <a:xfrm>
            <a:off x="6476102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4" name="object 284"/>
          <p:cNvSpPr/>
          <p:nvPr/>
        </p:nvSpPr>
        <p:spPr>
          <a:xfrm>
            <a:off x="650633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5" name="object 285"/>
          <p:cNvSpPr/>
          <p:nvPr/>
        </p:nvSpPr>
        <p:spPr>
          <a:xfrm>
            <a:off x="653690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6" name="object 286"/>
          <p:cNvSpPr/>
          <p:nvPr/>
        </p:nvSpPr>
        <p:spPr>
          <a:xfrm>
            <a:off x="656738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7" name="object 287"/>
          <p:cNvSpPr/>
          <p:nvPr/>
        </p:nvSpPr>
        <p:spPr>
          <a:xfrm>
            <a:off x="659787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8" name="object 288"/>
          <p:cNvSpPr/>
          <p:nvPr/>
        </p:nvSpPr>
        <p:spPr>
          <a:xfrm>
            <a:off x="6625613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9" name="object 289"/>
          <p:cNvSpPr/>
          <p:nvPr/>
        </p:nvSpPr>
        <p:spPr>
          <a:xfrm>
            <a:off x="665892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0" name="object 290"/>
          <p:cNvSpPr/>
          <p:nvPr/>
        </p:nvSpPr>
        <p:spPr>
          <a:xfrm>
            <a:off x="668940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1" name="object 291"/>
          <p:cNvSpPr/>
          <p:nvPr/>
        </p:nvSpPr>
        <p:spPr>
          <a:xfrm>
            <a:off x="671997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2" name="object 292"/>
          <p:cNvSpPr/>
          <p:nvPr/>
        </p:nvSpPr>
        <p:spPr>
          <a:xfrm>
            <a:off x="675045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3" name="object 293"/>
          <p:cNvSpPr/>
          <p:nvPr/>
        </p:nvSpPr>
        <p:spPr>
          <a:xfrm>
            <a:off x="6781188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4" name="object 294"/>
          <p:cNvSpPr/>
          <p:nvPr/>
        </p:nvSpPr>
        <p:spPr>
          <a:xfrm>
            <a:off x="681149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5" name="object 295"/>
          <p:cNvSpPr/>
          <p:nvPr/>
        </p:nvSpPr>
        <p:spPr>
          <a:xfrm>
            <a:off x="684198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6" name="object 296"/>
          <p:cNvSpPr/>
          <p:nvPr/>
        </p:nvSpPr>
        <p:spPr>
          <a:xfrm>
            <a:off x="687246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7" name="object 297"/>
          <p:cNvSpPr/>
          <p:nvPr/>
        </p:nvSpPr>
        <p:spPr>
          <a:xfrm>
            <a:off x="690303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8" name="object 298"/>
          <p:cNvSpPr/>
          <p:nvPr/>
        </p:nvSpPr>
        <p:spPr>
          <a:xfrm>
            <a:off x="6930722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9" name="object 299"/>
          <p:cNvSpPr/>
          <p:nvPr/>
        </p:nvSpPr>
        <p:spPr>
          <a:xfrm>
            <a:off x="696399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0" name="object 300"/>
          <p:cNvSpPr/>
          <p:nvPr/>
        </p:nvSpPr>
        <p:spPr>
          <a:xfrm>
            <a:off x="699448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1" name="object 301"/>
          <p:cNvSpPr/>
          <p:nvPr/>
        </p:nvSpPr>
        <p:spPr>
          <a:xfrm>
            <a:off x="702505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2" name="object 302"/>
          <p:cNvSpPr/>
          <p:nvPr/>
        </p:nvSpPr>
        <p:spPr>
          <a:xfrm>
            <a:off x="705553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3" name="object 303"/>
          <p:cNvSpPr/>
          <p:nvPr/>
        </p:nvSpPr>
        <p:spPr>
          <a:xfrm>
            <a:off x="7086274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4" name="object 304"/>
          <p:cNvSpPr/>
          <p:nvPr/>
        </p:nvSpPr>
        <p:spPr>
          <a:xfrm>
            <a:off x="711658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5" name="object 305"/>
          <p:cNvSpPr/>
          <p:nvPr/>
        </p:nvSpPr>
        <p:spPr>
          <a:xfrm>
            <a:off x="714706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6" name="object 306"/>
          <p:cNvSpPr/>
          <p:nvPr/>
        </p:nvSpPr>
        <p:spPr>
          <a:xfrm>
            <a:off x="717755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7" name="object 307"/>
          <p:cNvSpPr/>
          <p:nvPr/>
        </p:nvSpPr>
        <p:spPr>
          <a:xfrm>
            <a:off x="720811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8" name="object 308"/>
          <p:cNvSpPr/>
          <p:nvPr/>
        </p:nvSpPr>
        <p:spPr>
          <a:xfrm>
            <a:off x="7235805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9" name="object 309"/>
          <p:cNvSpPr/>
          <p:nvPr/>
        </p:nvSpPr>
        <p:spPr>
          <a:xfrm>
            <a:off x="726908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0" name="object 310"/>
          <p:cNvSpPr/>
          <p:nvPr/>
        </p:nvSpPr>
        <p:spPr>
          <a:xfrm>
            <a:off x="729965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1" name="object 311"/>
          <p:cNvSpPr/>
          <p:nvPr/>
        </p:nvSpPr>
        <p:spPr>
          <a:xfrm>
            <a:off x="733013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2" name="object 312"/>
          <p:cNvSpPr/>
          <p:nvPr/>
        </p:nvSpPr>
        <p:spPr>
          <a:xfrm>
            <a:off x="736061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3" name="object 313"/>
          <p:cNvSpPr/>
          <p:nvPr/>
        </p:nvSpPr>
        <p:spPr>
          <a:xfrm>
            <a:off x="7391435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4" name="object 314"/>
          <p:cNvSpPr/>
          <p:nvPr/>
        </p:nvSpPr>
        <p:spPr>
          <a:xfrm>
            <a:off x="742167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5" name="object 315"/>
          <p:cNvSpPr/>
          <p:nvPr/>
        </p:nvSpPr>
        <p:spPr>
          <a:xfrm>
            <a:off x="745215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6" name="object 316"/>
          <p:cNvSpPr/>
          <p:nvPr/>
        </p:nvSpPr>
        <p:spPr>
          <a:xfrm>
            <a:off x="748272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7" name="object 317"/>
          <p:cNvSpPr/>
          <p:nvPr/>
        </p:nvSpPr>
        <p:spPr>
          <a:xfrm>
            <a:off x="751320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8" name="object 318"/>
          <p:cNvSpPr/>
          <p:nvPr/>
        </p:nvSpPr>
        <p:spPr>
          <a:xfrm>
            <a:off x="7540882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9" name="object 319"/>
          <p:cNvSpPr/>
          <p:nvPr/>
        </p:nvSpPr>
        <p:spPr>
          <a:xfrm>
            <a:off x="757425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0" name="object 320"/>
          <p:cNvSpPr/>
          <p:nvPr/>
        </p:nvSpPr>
        <p:spPr>
          <a:xfrm>
            <a:off x="760473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1" name="object 321"/>
          <p:cNvSpPr/>
          <p:nvPr/>
        </p:nvSpPr>
        <p:spPr>
          <a:xfrm>
            <a:off x="763522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2" name="object 322"/>
          <p:cNvSpPr/>
          <p:nvPr/>
        </p:nvSpPr>
        <p:spPr>
          <a:xfrm>
            <a:off x="766579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3" name="object 323"/>
          <p:cNvSpPr/>
          <p:nvPr/>
        </p:nvSpPr>
        <p:spPr>
          <a:xfrm>
            <a:off x="7696521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4" name="object 324"/>
          <p:cNvSpPr/>
          <p:nvPr/>
        </p:nvSpPr>
        <p:spPr>
          <a:xfrm>
            <a:off x="772675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5" name="object 325"/>
          <p:cNvSpPr/>
          <p:nvPr/>
        </p:nvSpPr>
        <p:spPr>
          <a:xfrm>
            <a:off x="775732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6" name="object 326"/>
          <p:cNvSpPr/>
          <p:nvPr/>
        </p:nvSpPr>
        <p:spPr>
          <a:xfrm>
            <a:off x="778780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7" name="object 327"/>
          <p:cNvSpPr/>
          <p:nvPr/>
        </p:nvSpPr>
        <p:spPr>
          <a:xfrm>
            <a:off x="781829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8" name="object 328"/>
          <p:cNvSpPr/>
          <p:nvPr/>
        </p:nvSpPr>
        <p:spPr>
          <a:xfrm>
            <a:off x="7846054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9" name="object 329"/>
          <p:cNvSpPr/>
          <p:nvPr/>
        </p:nvSpPr>
        <p:spPr>
          <a:xfrm>
            <a:off x="787933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0" name="object 330"/>
          <p:cNvSpPr/>
          <p:nvPr/>
        </p:nvSpPr>
        <p:spPr>
          <a:xfrm>
            <a:off x="790982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1" name="object 331"/>
          <p:cNvSpPr/>
          <p:nvPr/>
        </p:nvSpPr>
        <p:spPr>
          <a:xfrm>
            <a:off x="794038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2" name="object 332"/>
          <p:cNvSpPr/>
          <p:nvPr/>
        </p:nvSpPr>
        <p:spPr>
          <a:xfrm>
            <a:off x="797086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3" name="object 333"/>
          <p:cNvSpPr/>
          <p:nvPr/>
        </p:nvSpPr>
        <p:spPr>
          <a:xfrm>
            <a:off x="8001607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4" name="object 334"/>
          <p:cNvSpPr/>
          <p:nvPr/>
        </p:nvSpPr>
        <p:spPr>
          <a:xfrm>
            <a:off x="803191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5" name="object 335"/>
          <p:cNvSpPr/>
          <p:nvPr/>
        </p:nvSpPr>
        <p:spPr>
          <a:xfrm>
            <a:off x="806240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6" name="object 336"/>
          <p:cNvSpPr/>
          <p:nvPr/>
        </p:nvSpPr>
        <p:spPr>
          <a:xfrm>
            <a:off x="809288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7" name="object 337"/>
          <p:cNvSpPr/>
          <p:nvPr/>
        </p:nvSpPr>
        <p:spPr>
          <a:xfrm>
            <a:off x="812345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8" name="object 338"/>
          <p:cNvSpPr/>
          <p:nvPr/>
        </p:nvSpPr>
        <p:spPr>
          <a:xfrm>
            <a:off x="8151141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9" name="object 339"/>
          <p:cNvSpPr/>
          <p:nvPr/>
        </p:nvSpPr>
        <p:spPr>
          <a:xfrm>
            <a:off x="818441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0" name="object 340"/>
          <p:cNvSpPr/>
          <p:nvPr/>
        </p:nvSpPr>
        <p:spPr>
          <a:xfrm>
            <a:off x="821498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1" name="object 341"/>
          <p:cNvSpPr/>
          <p:nvPr/>
        </p:nvSpPr>
        <p:spPr>
          <a:xfrm>
            <a:off x="824546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2" name="object 342"/>
          <p:cNvSpPr/>
          <p:nvPr/>
        </p:nvSpPr>
        <p:spPr>
          <a:xfrm>
            <a:off x="827595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3" name="object 343"/>
          <p:cNvSpPr/>
          <p:nvPr/>
        </p:nvSpPr>
        <p:spPr>
          <a:xfrm>
            <a:off x="8306768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4" name="object 344"/>
          <p:cNvSpPr/>
          <p:nvPr/>
        </p:nvSpPr>
        <p:spPr>
          <a:xfrm>
            <a:off x="833700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5" name="object 345"/>
          <p:cNvSpPr/>
          <p:nvPr/>
        </p:nvSpPr>
        <p:spPr>
          <a:xfrm>
            <a:off x="836748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6" name="object 346"/>
          <p:cNvSpPr/>
          <p:nvPr/>
        </p:nvSpPr>
        <p:spPr>
          <a:xfrm>
            <a:off x="839805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7" name="object 347"/>
          <p:cNvSpPr/>
          <p:nvPr/>
        </p:nvSpPr>
        <p:spPr>
          <a:xfrm>
            <a:off x="842853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8" name="object 348"/>
          <p:cNvSpPr/>
          <p:nvPr/>
        </p:nvSpPr>
        <p:spPr>
          <a:xfrm>
            <a:off x="8456237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9" name="object 349"/>
          <p:cNvSpPr/>
          <p:nvPr/>
        </p:nvSpPr>
        <p:spPr>
          <a:xfrm>
            <a:off x="848959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0" name="object 350"/>
          <p:cNvSpPr/>
          <p:nvPr/>
        </p:nvSpPr>
        <p:spPr>
          <a:xfrm>
            <a:off x="852007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1" name="object 351"/>
          <p:cNvSpPr/>
          <p:nvPr/>
        </p:nvSpPr>
        <p:spPr>
          <a:xfrm>
            <a:off x="855055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2" name="object 352"/>
          <p:cNvSpPr/>
          <p:nvPr/>
        </p:nvSpPr>
        <p:spPr>
          <a:xfrm>
            <a:off x="858112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3" name="object 353"/>
          <p:cNvSpPr/>
          <p:nvPr/>
        </p:nvSpPr>
        <p:spPr>
          <a:xfrm>
            <a:off x="8611855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4" name="object 354"/>
          <p:cNvSpPr/>
          <p:nvPr/>
        </p:nvSpPr>
        <p:spPr>
          <a:xfrm>
            <a:off x="864209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5" name="object 355"/>
          <p:cNvSpPr/>
          <p:nvPr/>
        </p:nvSpPr>
        <p:spPr>
          <a:xfrm>
            <a:off x="867265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6" name="object 356"/>
          <p:cNvSpPr/>
          <p:nvPr/>
        </p:nvSpPr>
        <p:spPr>
          <a:xfrm>
            <a:off x="870314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7" name="object 357"/>
          <p:cNvSpPr/>
          <p:nvPr/>
        </p:nvSpPr>
        <p:spPr>
          <a:xfrm>
            <a:off x="8733623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8" name="object 358"/>
          <p:cNvSpPr/>
          <p:nvPr/>
        </p:nvSpPr>
        <p:spPr>
          <a:xfrm>
            <a:off x="8761409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9" name="object 359"/>
          <p:cNvSpPr/>
          <p:nvPr/>
        </p:nvSpPr>
        <p:spPr>
          <a:xfrm>
            <a:off x="8794675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0" name="object 360"/>
          <p:cNvSpPr/>
          <p:nvPr/>
        </p:nvSpPr>
        <p:spPr>
          <a:xfrm>
            <a:off x="8825158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1" name="object 361"/>
          <p:cNvSpPr/>
          <p:nvPr/>
        </p:nvSpPr>
        <p:spPr>
          <a:xfrm>
            <a:off x="885571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2" name="object 362"/>
          <p:cNvSpPr/>
          <p:nvPr/>
        </p:nvSpPr>
        <p:spPr>
          <a:xfrm>
            <a:off x="888619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10" y="-7100"/>
                </a:moveTo>
                <a:lnTo>
                  <a:pt x="1810" y="155136"/>
                </a:lnTo>
              </a:path>
            </a:pathLst>
          </a:custGeom>
          <a:ln w="17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3" name="object 363"/>
          <p:cNvSpPr/>
          <p:nvPr/>
        </p:nvSpPr>
        <p:spPr>
          <a:xfrm>
            <a:off x="8916984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27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4" name="object 364"/>
          <p:cNvSpPr/>
          <p:nvPr/>
        </p:nvSpPr>
        <p:spPr>
          <a:xfrm>
            <a:off x="894725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5" name="object 365"/>
          <p:cNvSpPr/>
          <p:nvPr/>
        </p:nvSpPr>
        <p:spPr>
          <a:xfrm>
            <a:off x="897773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6" name="object 366"/>
          <p:cNvSpPr/>
          <p:nvPr/>
        </p:nvSpPr>
        <p:spPr>
          <a:xfrm>
            <a:off x="900821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10" y="-7100"/>
                </a:moveTo>
                <a:lnTo>
                  <a:pt x="1810" y="155136"/>
                </a:lnTo>
              </a:path>
            </a:pathLst>
          </a:custGeom>
          <a:ln w="17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7" name="object 367"/>
          <p:cNvSpPr/>
          <p:nvPr/>
        </p:nvSpPr>
        <p:spPr>
          <a:xfrm>
            <a:off x="903878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8" name="object 368"/>
          <p:cNvSpPr/>
          <p:nvPr/>
        </p:nvSpPr>
        <p:spPr>
          <a:xfrm>
            <a:off x="9066495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9" name="object 369"/>
          <p:cNvSpPr/>
          <p:nvPr/>
        </p:nvSpPr>
        <p:spPr>
          <a:xfrm>
            <a:off x="909975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0" name="object 370"/>
          <p:cNvSpPr/>
          <p:nvPr/>
        </p:nvSpPr>
        <p:spPr>
          <a:xfrm>
            <a:off x="913032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0" y="-7100"/>
                </a:moveTo>
                <a:lnTo>
                  <a:pt x="1730" y="155136"/>
                </a:lnTo>
              </a:path>
            </a:pathLst>
          </a:custGeom>
          <a:ln w="17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1" name="object 371"/>
          <p:cNvSpPr/>
          <p:nvPr/>
        </p:nvSpPr>
        <p:spPr>
          <a:xfrm>
            <a:off x="916080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2" name="object 372"/>
          <p:cNvSpPr/>
          <p:nvPr/>
        </p:nvSpPr>
        <p:spPr>
          <a:xfrm>
            <a:off x="919128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3" name="object 373"/>
          <p:cNvSpPr/>
          <p:nvPr/>
        </p:nvSpPr>
        <p:spPr>
          <a:xfrm>
            <a:off x="9222069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4" name="object 374"/>
          <p:cNvSpPr/>
          <p:nvPr/>
        </p:nvSpPr>
        <p:spPr>
          <a:xfrm>
            <a:off x="925233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5" name="object 375"/>
          <p:cNvSpPr/>
          <p:nvPr/>
        </p:nvSpPr>
        <p:spPr>
          <a:xfrm>
            <a:off x="928281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6" name="object 376"/>
          <p:cNvSpPr/>
          <p:nvPr/>
        </p:nvSpPr>
        <p:spPr>
          <a:xfrm>
            <a:off x="931343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7" name="object 377"/>
          <p:cNvSpPr/>
          <p:nvPr/>
        </p:nvSpPr>
        <p:spPr>
          <a:xfrm>
            <a:off x="934391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8" name="object 378"/>
          <p:cNvSpPr/>
          <p:nvPr/>
        </p:nvSpPr>
        <p:spPr>
          <a:xfrm>
            <a:off x="9371582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9" name="object 379"/>
          <p:cNvSpPr/>
          <p:nvPr/>
        </p:nvSpPr>
        <p:spPr>
          <a:xfrm>
            <a:off x="940496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0" name="object 380"/>
          <p:cNvSpPr/>
          <p:nvPr/>
        </p:nvSpPr>
        <p:spPr>
          <a:xfrm>
            <a:off x="9435449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1" name="object 381"/>
          <p:cNvSpPr/>
          <p:nvPr/>
        </p:nvSpPr>
        <p:spPr>
          <a:xfrm>
            <a:off x="9465931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2" name="object 382"/>
          <p:cNvSpPr/>
          <p:nvPr/>
        </p:nvSpPr>
        <p:spPr>
          <a:xfrm>
            <a:off x="949650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3" name="object 383"/>
          <p:cNvSpPr/>
          <p:nvPr/>
        </p:nvSpPr>
        <p:spPr>
          <a:xfrm>
            <a:off x="9527231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4" name="object 384"/>
          <p:cNvSpPr/>
          <p:nvPr/>
        </p:nvSpPr>
        <p:spPr>
          <a:xfrm>
            <a:off x="9557466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5" name="object 385"/>
          <p:cNvSpPr/>
          <p:nvPr/>
        </p:nvSpPr>
        <p:spPr>
          <a:xfrm>
            <a:off x="958803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6" name="object 386"/>
          <p:cNvSpPr/>
          <p:nvPr/>
        </p:nvSpPr>
        <p:spPr>
          <a:xfrm>
            <a:off x="9618517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7" name="object 387"/>
          <p:cNvSpPr/>
          <p:nvPr/>
        </p:nvSpPr>
        <p:spPr>
          <a:xfrm>
            <a:off x="9649000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8" name="object 388"/>
          <p:cNvSpPr/>
          <p:nvPr/>
        </p:nvSpPr>
        <p:spPr>
          <a:xfrm>
            <a:off x="9676742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9" name="object 389"/>
          <p:cNvSpPr/>
          <p:nvPr/>
        </p:nvSpPr>
        <p:spPr>
          <a:xfrm>
            <a:off x="9710052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0" name="object 390"/>
          <p:cNvSpPr/>
          <p:nvPr/>
        </p:nvSpPr>
        <p:spPr>
          <a:xfrm>
            <a:off x="9740534" y="2452322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1" name="object 391"/>
          <p:cNvSpPr/>
          <p:nvPr/>
        </p:nvSpPr>
        <p:spPr>
          <a:xfrm>
            <a:off x="9771438" y="2452322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2" name="object 392"/>
          <p:cNvSpPr/>
          <p:nvPr/>
        </p:nvSpPr>
        <p:spPr>
          <a:xfrm>
            <a:off x="9801576" y="2452322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8" y="-7100"/>
                </a:moveTo>
                <a:lnTo>
                  <a:pt x="1428" y="155136"/>
                </a:lnTo>
              </a:path>
            </a:pathLst>
          </a:custGeom>
          <a:ln w="170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3" name="object 393"/>
          <p:cNvSpPr/>
          <p:nvPr/>
        </p:nvSpPr>
        <p:spPr>
          <a:xfrm>
            <a:off x="9832565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4" name="object 394"/>
          <p:cNvSpPr/>
          <p:nvPr/>
        </p:nvSpPr>
        <p:spPr>
          <a:xfrm>
            <a:off x="9862714" y="2452322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5" name="object 395"/>
          <p:cNvSpPr/>
          <p:nvPr/>
        </p:nvSpPr>
        <p:spPr>
          <a:xfrm>
            <a:off x="9892863" y="2452322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6" name="object 396"/>
          <p:cNvSpPr/>
          <p:nvPr/>
        </p:nvSpPr>
        <p:spPr>
          <a:xfrm>
            <a:off x="9923852" y="2452322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7" name="object 397"/>
          <p:cNvSpPr/>
          <p:nvPr/>
        </p:nvSpPr>
        <p:spPr>
          <a:xfrm>
            <a:off x="9954000" y="2452322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8" name="object 398"/>
          <p:cNvSpPr/>
          <p:nvPr/>
        </p:nvSpPr>
        <p:spPr>
          <a:xfrm>
            <a:off x="9982161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9" name="object 399"/>
          <p:cNvSpPr/>
          <p:nvPr/>
        </p:nvSpPr>
        <p:spPr>
          <a:xfrm>
            <a:off x="10015128" y="2452322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21" y="-7100"/>
                </a:moveTo>
                <a:lnTo>
                  <a:pt x="2121" y="155136"/>
                </a:lnTo>
              </a:path>
            </a:pathLst>
          </a:custGeom>
          <a:ln w="184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0" name="object 400"/>
          <p:cNvSpPr/>
          <p:nvPr/>
        </p:nvSpPr>
        <p:spPr>
          <a:xfrm>
            <a:off x="10045233" y="2452322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47" y="-7100"/>
                </a:moveTo>
                <a:lnTo>
                  <a:pt x="2147" y="155136"/>
                </a:lnTo>
              </a:path>
            </a:pathLst>
          </a:custGeom>
          <a:ln w="18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1" name="object 401"/>
          <p:cNvSpPr/>
          <p:nvPr/>
        </p:nvSpPr>
        <p:spPr>
          <a:xfrm>
            <a:off x="10076265" y="2452322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2" name="object 402"/>
          <p:cNvSpPr/>
          <p:nvPr/>
        </p:nvSpPr>
        <p:spPr>
          <a:xfrm>
            <a:off x="10106414" y="2452322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3" name="object 403"/>
          <p:cNvSpPr/>
          <p:nvPr/>
        </p:nvSpPr>
        <p:spPr>
          <a:xfrm>
            <a:off x="10137404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4" name="object 404"/>
          <p:cNvSpPr/>
          <p:nvPr/>
        </p:nvSpPr>
        <p:spPr>
          <a:xfrm>
            <a:off x="10167541" y="2452322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21" y="-7100"/>
                </a:moveTo>
                <a:lnTo>
                  <a:pt x="2121" y="155136"/>
                </a:lnTo>
              </a:path>
            </a:pathLst>
          </a:custGeom>
          <a:ln w="184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5" name="object 405"/>
          <p:cNvSpPr/>
          <p:nvPr/>
        </p:nvSpPr>
        <p:spPr>
          <a:xfrm>
            <a:off x="10198529" y="2452322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6" name="object 406"/>
          <p:cNvSpPr/>
          <p:nvPr/>
        </p:nvSpPr>
        <p:spPr>
          <a:xfrm>
            <a:off x="10228678" y="2452322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7" name="object 407"/>
          <p:cNvSpPr/>
          <p:nvPr/>
        </p:nvSpPr>
        <p:spPr>
          <a:xfrm>
            <a:off x="10258828" y="2452322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8" name="object 408"/>
          <p:cNvSpPr/>
          <p:nvPr/>
        </p:nvSpPr>
        <p:spPr>
          <a:xfrm>
            <a:off x="10286989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9" name="object 409"/>
          <p:cNvSpPr/>
          <p:nvPr/>
        </p:nvSpPr>
        <p:spPr>
          <a:xfrm>
            <a:off x="10319966" y="2452322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0" name="object 410"/>
          <p:cNvSpPr/>
          <p:nvPr/>
        </p:nvSpPr>
        <p:spPr>
          <a:xfrm>
            <a:off x="10350944" y="2452322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8" y="-7100"/>
                </a:moveTo>
                <a:lnTo>
                  <a:pt x="1428" y="155136"/>
                </a:lnTo>
              </a:path>
            </a:pathLst>
          </a:custGeom>
          <a:ln w="170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1" name="object 411"/>
          <p:cNvSpPr/>
          <p:nvPr/>
        </p:nvSpPr>
        <p:spPr>
          <a:xfrm>
            <a:off x="10381093" y="2452322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21" y="-7100"/>
                </a:moveTo>
                <a:lnTo>
                  <a:pt x="2121" y="155136"/>
                </a:lnTo>
              </a:path>
            </a:pathLst>
          </a:custGeom>
          <a:ln w="184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2" name="object 412"/>
          <p:cNvSpPr/>
          <p:nvPr/>
        </p:nvSpPr>
        <p:spPr>
          <a:xfrm>
            <a:off x="10412081" y="2452322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3" name="object 413"/>
          <p:cNvSpPr/>
          <p:nvPr/>
        </p:nvSpPr>
        <p:spPr>
          <a:xfrm>
            <a:off x="10442230" y="2452569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4" name="object 414"/>
          <p:cNvSpPr/>
          <p:nvPr/>
        </p:nvSpPr>
        <p:spPr>
          <a:xfrm>
            <a:off x="10473219" y="2452322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5" name="object 415"/>
          <p:cNvSpPr/>
          <p:nvPr/>
        </p:nvSpPr>
        <p:spPr>
          <a:xfrm>
            <a:off x="10503368" y="2452322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6" name="object 416"/>
          <p:cNvSpPr/>
          <p:nvPr/>
        </p:nvSpPr>
        <p:spPr>
          <a:xfrm>
            <a:off x="10533506" y="2452322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21" y="-7100"/>
                </a:moveTo>
                <a:lnTo>
                  <a:pt x="2121" y="155136"/>
                </a:lnTo>
              </a:path>
            </a:pathLst>
          </a:custGeom>
          <a:ln w="184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7" name="object 417"/>
          <p:cNvSpPr/>
          <p:nvPr/>
        </p:nvSpPr>
        <p:spPr>
          <a:xfrm>
            <a:off x="10564495" y="2452322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8" name="object 418"/>
          <p:cNvSpPr/>
          <p:nvPr/>
        </p:nvSpPr>
        <p:spPr>
          <a:xfrm>
            <a:off x="10590602" y="244542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39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18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9" name="object 419"/>
          <p:cNvSpPr/>
          <p:nvPr/>
        </p:nvSpPr>
        <p:spPr>
          <a:xfrm>
            <a:off x="1462290" y="2626349"/>
            <a:ext cx="52096" cy="781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0" name="object 420"/>
          <p:cNvSpPr/>
          <p:nvPr/>
        </p:nvSpPr>
        <p:spPr>
          <a:xfrm>
            <a:off x="1767408" y="2627695"/>
            <a:ext cx="44863" cy="753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1" name="object 421"/>
          <p:cNvSpPr/>
          <p:nvPr/>
        </p:nvSpPr>
        <p:spPr>
          <a:xfrm>
            <a:off x="2072495" y="2626349"/>
            <a:ext cx="47887" cy="76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2" name="object 422"/>
          <p:cNvSpPr/>
          <p:nvPr/>
        </p:nvSpPr>
        <p:spPr>
          <a:xfrm>
            <a:off x="2377665" y="2626349"/>
            <a:ext cx="49610" cy="781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3" name="object 423"/>
          <p:cNvSpPr/>
          <p:nvPr/>
        </p:nvSpPr>
        <p:spPr>
          <a:xfrm>
            <a:off x="2682741" y="2627695"/>
            <a:ext cx="54873" cy="7534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4" name="object 424"/>
          <p:cNvSpPr/>
          <p:nvPr/>
        </p:nvSpPr>
        <p:spPr>
          <a:xfrm>
            <a:off x="2987827" y="2627695"/>
            <a:ext cx="48770" cy="7681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5" name="object 425"/>
          <p:cNvSpPr/>
          <p:nvPr/>
        </p:nvSpPr>
        <p:spPr>
          <a:xfrm>
            <a:off x="3292983" y="2626349"/>
            <a:ext cx="52069" cy="7815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6" name="object 426"/>
          <p:cNvSpPr/>
          <p:nvPr/>
        </p:nvSpPr>
        <p:spPr>
          <a:xfrm>
            <a:off x="3598117" y="2627695"/>
            <a:ext cx="48393" cy="7534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7" name="object 427"/>
          <p:cNvSpPr/>
          <p:nvPr/>
        </p:nvSpPr>
        <p:spPr>
          <a:xfrm>
            <a:off x="3903204" y="2626349"/>
            <a:ext cx="51676" cy="7815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8" name="object 428"/>
          <p:cNvSpPr/>
          <p:nvPr/>
        </p:nvSpPr>
        <p:spPr>
          <a:xfrm>
            <a:off x="4208289" y="2626349"/>
            <a:ext cx="52010" cy="7815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9" name="object 429"/>
          <p:cNvSpPr/>
          <p:nvPr/>
        </p:nvSpPr>
        <p:spPr>
          <a:xfrm>
            <a:off x="4518294" y="2626349"/>
            <a:ext cx="113309" cy="781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0" name="object 430"/>
          <p:cNvSpPr/>
          <p:nvPr/>
        </p:nvSpPr>
        <p:spPr>
          <a:xfrm>
            <a:off x="4818537" y="2627695"/>
            <a:ext cx="110661" cy="7534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1" name="object 431"/>
          <p:cNvSpPr/>
          <p:nvPr/>
        </p:nvSpPr>
        <p:spPr>
          <a:xfrm>
            <a:off x="5123622" y="2626349"/>
            <a:ext cx="109865" cy="7669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2" name="object 432"/>
          <p:cNvSpPr/>
          <p:nvPr/>
        </p:nvSpPr>
        <p:spPr>
          <a:xfrm>
            <a:off x="5428795" y="2626349"/>
            <a:ext cx="111834" cy="7815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3" name="object 433"/>
          <p:cNvSpPr/>
          <p:nvPr/>
        </p:nvSpPr>
        <p:spPr>
          <a:xfrm>
            <a:off x="5733870" y="2627695"/>
            <a:ext cx="114364" cy="7534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4" name="object 434"/>
          <p:cNvSpPr/>
          <p:nvPr/>
        </p:nvSpPr>
        <p:spPr>
          <a:xfrm>
            <a:off x="6038956" y="2627695"/>
            <a:ext cx="111167" cy="7681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5" name="object 435"/>
          <p:cNvSpPr/>
          <p:nvPr/>
        </p:nvSpPr>
        <p:spPr>
          <a:xfrm>
            <a:off x="6344128" y="2626349"/>
            <a:ext cx="113689" cy="7815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6" name="object 436"/>
          <p:cNvSpPr/>
          <p:nvPr/>
        </p:nvSpPr>
        <p:spPr>
          <a:xfrm>
            <a:off x="6649205" y="2627695"/>
            <a:ext cx="111339" cy="7534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7" name="object 437"/>
          <p:cNvSpPr/>
          <p:nvPr/>
        </p:nvSpPr>
        <p:spPr>
          <a:xfrm>
            <a:off x="6954288" y="2626349"/>
            <a:ext cx="113193" cy="7815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8" name="object 438"/>
          <p:cNvSpPr/>
          <p:nvPr/>
        </p:nvSpPr>
        <p:spPr>
          <a:xfrm>
            <a:off x="7259416" y="2626349"/>
            <a:ext cx="112949" cy="7815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9" name="object 439"/>
          <p:cNvSpPr/>
          <p:nvPr/>
        </p:nvSpPr>
        <p:spPr>
          <a:xfrm>
            <a:off x="7560804" y="2626349"/>
            <a:ext cx="117092" cy="7815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0" name="object 440"/>
          <p:cNvSpPr/>
          <p:nvPr/>
        </p:nvSpPr>
        <p:spPr>
          <a:xfrm>
            <a:off x="7865874" y="2626349"/>
            <a:ext cx="114406" cy="7669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1" name="object 441"/>
          <p:cNvSpPr/>
          <p:nvPr/>
        </p:nvSpPr>
        <p:spPr>
          <a:xfrm>
            <a:off x="8170964" y="2626349"/>
            <a:ext cx="113650" cy="76691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2" name="object 442"/>
          <p:cNvSpPr/>
          <p:nvPr/>
        </p:nvSpPr>
        <p:spPr>
          <a:xfrm>
            <a:off x="8476137" y="2626349"/>
            <a:ext cx="115619" cy="7815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3" name="object 443"/>
          <p:cNvSpPr/>
          <p:nvPr/>
        </p:nvSpPr>
        <p:spPr>
          <a:xfrm>
            <a:off x="8781220" y="2626349"/>
            <a:ext cx="118140" cy="76691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4" name="object 444"/>
          <p:cNvSpPr/>
          <p:nvPr/>
        </p:nvSpPr>
        <p:spPr>
          <a:xfrm>
            <a:off x="9391469" y="2626349"/>
            <a:ext cx="117473" cy="7815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5" name="object 445"/>
          <p:cNvSpPr/>
          <p:nvPr/>
        </p:nvSpPr>
        <p:spPr>
          <a:xfrm>
            <a:off x="9086297" y="2626349"/>
            <a:ext cx="114952" cy="7815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6" name="object 446"/>
          <p:cNvSpPr/>
          <p:nvPr/>
        </p:nvSpPr>
        <p:spPr>
          <a:xfrm>
            <a:off x="9696553" y="2626349"/>
            <a:ext cx="115117" cy="7669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7" name="object 447"/>
          <p:cNvSpPr/>
          <p:nvPr/>
        </p:nvSpPr>
        <p:spPr>
          <a:xfrm>
            <a:off x="10001972" y="2626349"/>
            <a:ext cx="116247" cy="7815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8" name="object 448"/>
          <p:cNvSpPr/>
          <p:nvPr/>
        </p:nvSpPr>
        <p:spPr>
          <a:xfrm>
            <a:off x="10306802" y="2626349"/>
            <a:ext cx="116231" cy="7815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9" name="object 449"/>
          <p:cNvSpPr/>
          <p:nvPr/>
        </p:nvSpPr>
        <p:spPr>
          <a:xfrm>
            <a:off x="8205676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0" name="object 450"/>
          <p:cNvSpPr/>
          <p:nvPr/>
        </p:nvSpPr>
        <p:spPr>
          <a:xfrm>
            <a:off x="8173383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1" name="object 451"/>
          <p:cNvSpPr/>
          <p:nvPr/>
        </p:nvSpPr>
        <p:spPr>
          <a:xfrm>
            <a:off x="8173384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2" name="object 452"/>
          <p:cNvSpPr/>
          <p:nvPr/>
        </p:nvSpPr>
        <p:spPr>
          <a:xfrm>
            <a:off x="8517823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3" name="object 453"/>
          <p:cNvSpPr/>
          <p:nvPr/>
        </p:nvSpPr>
        <p:spPr>
          <a:xfrm>
            <a:off x="8485528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50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50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4" name="object 454"/>
          <p:cNvSpPr/>
          <p:nvPr/>
        </p:nvSpPr>
        <p:spPr>
          <a:xfrm>
            <a:off x="8485532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5" name="object 455"/>
          <p:cNvSpPr/>
          <p:nvPr/>
        </p:nvSpPr>
        <p:spPr>
          <a:xfrm>
            <a:off x="8087275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6" name="object 456"/>
          <p:cNvSpPr/>
          <p:nvPr/>
        </p:nvSpPr>
        <p:spPr>
          <a:xfrm>
            <a:off x="8054983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7" name="object 457"/>
          <p:cNvSpPr/>
          <p:nvPr/>
        </p:nvSpPr>
        <p:spPr>
          <a:xfrm>
            <a:off x="8054985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8" name="object 458"/>
          <p:cNvSpPr/>
          <p:nvPr/>
        </p:nvSpPr>
        <p:spPr>
          <a:xfrm>
            <a:off x="8313313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9" name="object 459"/>
          <p:cNvSpPr/>
          <p:nvPr/>
        </p:nvSpPr>
        <p:spPr>
          <a:xfrm>
            <a:off x="8281021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0" name="object 460"/>
          <p:cNvSpPr/>
          <p:nvPr/>
        </p:nvSpPr>
        <p:spPr>
          <a:xfrm>
            <a:off x="8281022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1" name="object 461"/>
          <p:cNvSpPr/>
          <p:nvPr/>
        </p:nvSpPr>
        <p:spPr>
          <a:xfrm>
            <a:off x="8840734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2" name="object 462"/>
          <p:cNvSpPr/>
          <p:nvPr/>
        </p:nvSpPr>
        <p:spPr>
          <a:xfrm>
            <a:off x="8808440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3" name="object 463"/>
          <p:cNvSpPr/>
          <p:nvPr/>
        </p:nvSpPr>
        <p:spPr>
          <a:xfrm>
            <a:off x="8808442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4" name="object 464"/>
          <p:cNvSpPr/>
          <p:nvPr/>
        </p:nvSpPr>
        <p:spPr>
          <a:xfrm>
            <a:off x="8700805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5" name="object 465"/>
          <p:cNvSpPr/>
          <p:nvPr/>
        </p:nvSpPr>
        <p:spPr>
          <a:xfrm>
            <a:off x="8668515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6" name="object 466"/>
          <p:cNvSpPr/>
          <p:nvPr/>
        </p:nvSpPr>
        <p:spPr>
          <a:xfrm>
            <a:off x="8668515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7" name="object 467"/>
          <p:cNvSpPr/>
          <p:nvPr/>
        </p:nvSpPr>
        <p:spPr>
          <a:xfrm>
            <a:off x="8507060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8" name="object 468"/>
          <p:cNvSpPr/>
          <p:nvPr/>
        </p:nvSpPr>
        <p:spPr>
          <a:xfrm>
            <a:off x="8474765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9" name="object 469"/>
          <p:cNvSpPr/>
          <p:nvPr/>
        </p:nvSpPr>
        <p:spPr>
          <a:xfrm>
            <a:off x="8474768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0" name="object 470"/>
          <p:cNvSpPr/>
          <p:nvPr/>
        </p:nvSpPr>
        <p:spPr>
          <a:xfrm>
            <a:off x="8840734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1" name="object 471"/>
          <p:cNvSpPr/>
          <p:nvPr/>
        </p:nvSpPr>
        <p:spPr>
          <a:xfrm>
            <a:off x="8808440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2" name="object 472"/>
          <p:cNvSpPr/>
          <p:nvPr/>
        </p:nvSpPr>
        <p:spPr>
          <a:xfrm>
            <a:off x="8808442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3" name="object 473"/>
          <p:cNvSpPr/>
          <p:nvPr/>
        </p:nvSpPr>
        <p:spPr>
          <a:xfrm>
            <a:off x="8377894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4" name="object 474"/>
          <p:cNvSpPr/>
          <p:nvPr/>
        </p:nvSpPr>
        <p:spPr>
          <a:xfrm>
            <a:off x="8345602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5" name="object 475"/>
          <p:cNvSpPr/>
          <p:nvPr/>
        </p:nvSpPr>
        <p:spPr>
          <a:xfrm>
            <a:off x="8345604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6" name="object 476"/>
          <p:cNvSpPr/>
          <p:nvPr/>
        </p:nvSpPr>
        <p:spPr>
          <a:xfrm>
            <a:off x="8700805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7" name="object 477"/>
          <p:cNvSpPr/>
          <p:nvPr/>
        </p:nvSpPr>
        <p:spPr>
          <a:xfrm>
            <a:off x="8668515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8" name="object 478"/>
          <p:cNvSpPr/>
          <p:nvPr/>
        </p:nvSpPr>
        <p:spPr>
          <a:xfrm>
            <a:off x="8668515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9" name="object 479"/>
          <p:cNvSpPr/>
          <p:nvPr/>
        </p:nvSpPr>
        <p:spPr>
          <a:xfrm>
            <a:off x="8194913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0" name="object 480"/>
          <p:cNvSpPr/>
          <p:nvPr/>
        </p:nvSpPr>
        <p:spPr>
          <a:xfrm>
            <a:off x="8162621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1" name="object 481"/>
          <p:cNvSpPr/>
          <p:nvPr/>
        </p:nvSpPr>
        <p:spPr>
          <a:xfrm>
            <a:off x="8162621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2" name="object 482"/>
          <p:cNvSpPr/>
          <p:nvPr/>
        </p:nvSpPr>
        <p:spPr>
          <a:xfrm>
            <a:off x="8593169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3" name="object 483"/>
          <p:cNvSpPr/>
          <p:nvPr/>
        </p:nvSpPr>
        <p:spPr>
          <a:xfrm>
            <a:off x="8560877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4" name="object 484"/>
          <p:cNvSpPr/>
          <p:nvPr/>
        </p:nvSpPr>
        <p:spPr>
          <a:xfrm>
            <a:off x="8560877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5" name="object 485"/>
          <p:cNvSpPr/>
          <p:nvPr/>
        </p:nvSpPr>
        <p:spPr>
          <a:xfrm>
            <a:off x="8603932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6" name="object 486"/>
          <p:cNvSpPr/>
          <p:nvPr/>
        </p:nvSpPr>
        <p:spPr>
          <a:xfrm>
            <a:off x="8571641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7" name="object 487"/>
          <p:cNvSpPr/>
          <p:nvPr/>
        </p:nvSpPr>
        <p:spPr>
          <a:xfrm>
            <a:off x="8571641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8" name="object 488"/>
          <p:cNvSpPr/>
          <p:nvPr/>
        </p:nvSpPr>
        <p:spPr>
          <a:xfrm>
            <a:off x="8162622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9" name="object 489"/>
          <p:cNvSpPr/>
          <p:nvPr/>
        </p:nvSpPr>
        <p:spPr>
          <a:xfrm>
            <a:off x="8130327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0" name="object 490"/>
          <p:cNvSpPr/>
          <p:nvPr/>
        </p:nvSpPr>
        <p:spPr>
          <a:xfrm>
            <a:off x="8130330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1" name="object 491"/>
          <p:cNvSpPr/>
          <p:nvPr/>
        </p:nvSpPr>
        <p:spPr>
          <a:xfrm>
            <a:off x="8248730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2" name="object 492"/>
          <p:cNvSpPr/>
          <p:nvPr/>
        </p:nvSpPr>
        <p:spPr>
          <a:xfrm>
            <a:off x="8216440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3" name="object 493"/>
          <p:cNvSpPr/>
          <p:nvPr/>
        </p:nvSpPr>
        <p:spPr>
          <a:xfrm>
            <a:off x="8216440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4" name="object 494"/>
          <p:cNvSpPr/>
          <p:nvPr/>
        </p:nvSpPr>
        <p:spPr>
          <a:xfrm>
            <a:off x="8324077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5" name="object 495"/>
          <p:cNvSpPr/>
          <p:nvPr/>
        </p:nvSpPr>
        <p:spPr>
          <a:xfrm>
            <a:off x="8291783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6" name="object 496"/>
          <p:cNvSpPr/>
          <p:nvPr/>
        </p:nvSpPr>
        <p:spPr>
          <a:xfrm>
            <a:off x="8291785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7" name="object 497"/>
          <p:cNvSpPr/>
          <p:nvPr/>
        </p:nvSpPr>
        <p:spPr>
          <a:xfrm>
            <a:off x="8399422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8" name="object 498"/>
          <p:cNvSpPr/>
          <p:nvPr/>
        </p:nvSpPr>
        <p:spPr>
          <a:xfrm>
            <a:off x="8367128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50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5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9" name="object 499"/>
          <p:cNvSpPr/>
          <p:nvPr/>
        </p:nvSpPr>
        <p:spPr>
          <a:xfrm>
            <a:off x="8367131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0" name="object 500"/>
          <p:cNvSpPr/>
          <p:nvPr/>
        </p:nvSpPr>
        <p:spPr>
          <a:xfrm>
            <a:off x="8485532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1" name="object 501"/>
          <p:cNvSpPr/>
          <p:nvPr/>
        </p:nvSpPr>
        <p:spPr>
          <a:xfrm>
            <a:off x="8453240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2" name="object 502"/>
          <p:cNvSpPr/>
          <p:nvPr/>
        </p:nvSpPr>
        <p:spPr>
          <a:xfrm>
            <a:off x="8453241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3" name="object 503"/>
          <p:cNvSpPr/>
          <p:nvPr/>
        </p:nvSpPr>
        <p:spPr>
          <a:xfrm>
            <a:off x="8560877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4" name="object 504"/>
          <p:cNvSpPr/>
          <p:nvPr/>
        </p:nvSpPr>
        <p:spPr>
          <a:xfrm>
            <a:off x="8528584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5" name="object 505"/>
          <p:cNvSpPr/>
          <p:nvPr/>
        </p:nvSpPr>
        <p:spPr>
          <a:xfrm>
            <a:off x="8528587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6" name="object 506"/>
          <p:cNvSpPr/>
          <p:nvPr/>
        </p:nvSpPr>
        <p:spPr>
          <a:xfrm>
            <a:off x="8636224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7" name="object 507"/>
          <p:cNvSpPr/>
          <p:nvPr/>
        </p:nvSpPr>
        <p:spPr>
          <a:xfrm>
            <a:off x="8603934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8" name="object 508"/>
          <p:cNvSpPr/>
          <p:nvPr/>
        </p:nvSpPr>
        <p:spPr>
          <a:xfrm>
            <a:off x="8603932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9" name="object 509"/>
          <p:cNvSpPr/>
          <p:nvPr/>
        </p:nvSpPr>
        <p:spPr>
          <a:xfrm>
            <a:off x="8722333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0" name="object 510"/>
          <p:cNvSpPr/>
          <p:nvPr/>
        </p:nvSpPr>
        <p:spPr>
          <a:xfrm>
            <a:off x="8690040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1" name="object 511"/>
          <p:cNvSpPr/>
          <p:nvPr/>
        </p:nvSpPr>
        <p:spPr>
          <a:xfrm>
            <a:off x="8690042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2" name="object 512"/>
          <p:cNvSpPr/>
          <p:nvPr/>
        </p:nvSpPr>
        <p:spPr>
          <a:xfrm>
            <a:off x="8797679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3" name="object 513"/>
          <p:cNvSpPr/>
          <p:nvPr/>
        </p:nvSpPr>
        <p:spPr>
          <a:xfrm>
            <a:off x="8765383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4" name="object 514"/>
          <p:cNvSpPr/>
          <p:nvPr/>
        </p:nvSpPr>
        <p:spPr>
          <a:xfrm>
            <a:off x="8765388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5" name="object 515"/>
          <p:cNvSpPr/>
          <p:nvPr/>
        </p:nvSpPr>
        <p:spPr>
          <a:xfrm>
            <a:off x="8873025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6" name="object 516"/>
          <p:cNvSpPr/>
          <p:nvPr/>
        </p:nvSpPr>
        <p:spPr>
          <a:xfrm>
            <a:off x="8840735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7" name="object 517"/>
          <p:cNvSpPr/>
          <p:nvPr/>
        </p:nvSpPr>
        <p:spPr>
          <a:xfrm>
            <a:off x="8840734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8" name="object 518"/>
          <p:cNvSpPr/>
          <p:nvPr/>
        </p:nvSpPr>
        <p:spPr>
          <a:xfrm>
            <a:off x="8959135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9" name="object 519"/>
          <p:cNvSpPr/>
          <p:nvPr/>
        </p:nvSpPr>
        <p:spPr>
          <a:xfrm>
            <a:off x="8926840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0" name="object 520"/>
          <p:cNvSpPr/>
          <p:nvPr/>
        </p:nvSpPr>
        <p:spPr>
          <a:xfrm>
            <a:off x="8926843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1" name="object 521"/>
          <p:cNvSpPr/>
          <p:nvPr/>
        </p:nvSpPr>
        <p:spPr>
          <a:xfrm>
            <a:off x="8237967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2" name="object 522"/>
          <p:cNvSpPr/>
          <p:nvPr/>
        </p:nvSpPr>
        <p:spPr>
          <a:xfrm>
            <a:off x="8205677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3" name="object 523"/>
          <p:cNvSpPr/>
          <p:nvPr/>
        </p:nvSpPr>
        <p:spPr>
          <a:xfrm>
            <a:off x="8205676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4" name="object 524"/>
          <p:cNvSpPr/>
          <p:nvPr/>
        </p:nvSpPr>
        <p:spPr>
          <a:xfrm>
            <a:off x="8313313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5" name="object 525"/>
          <p:cNvSpPr/>
          <p:nvPr/>
        </p:nvSpPr>
        <p:spPr>
          <a:xfrm>
            <a:off x="8281021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6" name="object 526"/>
          <p:cNvSpPr/>
          <p:nvPr/>
        </p:nvSpPr>
        <p:spPr>
          <a:xfrm>
            <a:off x="8281022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7" name="object 527"/>
          <p:cNvSpPr/>
          <p:nvPr/>
        </p:nvSpPr>
        <p:spPr>
          <a:xfrm>
            <a:off x="8399422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8" name="object 528"/>
          <p:cNvSpPr/>
          <p:nvPr/>
        </p:nvSpPr>
        <p:spPr>
          <a:xfrm>
            <a:off x="8367128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50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5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9" name="object 529"/>
          <p:cNvSpPr/>
          <p:nvPr/>
        </p:nvSpPr>
        <p:spPr>
          <a:xfrm>
            <a:off x="8367131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0" name="object 530"/>
          <p:cNvSpPr/>
          <p:nvPr/>
        </p:nvSpPr>
        <p:spPr>
          <a:xfrm>
            <a:off x="8474768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1" name="object 531"/>
          <p:cNvSpPr/>
          <p:nvPr/>
        </p:nvSpPr>
        <p:spPr>
          <a:xfrm>
            <a:off x="8442477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2" name="object 532"/>
          <p:cNvSpPr/>
          <p:nvPr/>
        </p:nvSpPr>
        <p:spPr>
          <a:xfrm>
            <a:off x="8442477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3" name="object 533"/>
          <p:cNvSpPr/>
          <p:nvPr/>
        </p:nvSpPr>
        <p:spPr>
          <a:xfrm>
            <a:off x="8550114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4" name="object 534"/>
          <p:cNvSpPr/>
          <p:nvPr/>
        </p:nvSpPr>
        <p:spPr>
          <a:xfrm>
            <a:off x="8517821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5" name="object 535"/>
          <p:cNvSpPr/>
          <p:nvPr/>
        </p:nvSpPr>
        <p:spPr>
          <a:xfrm>
            <a:off x="8517823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6" name="object 536"/>
          <p:cNvSpPr/>
          <p:nvPr/>
        </p:nvSpPr>
        <p:spPr>
          <a:xfrm>
            <a:off x="8636224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7" name="object 537"/>
          <p:cNvSpPr/>
          <p:nvPr/>
        </p:nvSpPr>
        <p:spPr>
          <a:xfrm>
            <a:off x="8603934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8" name="object 538"/>
          <p:cNvSpPr/>
          <p:nvPr/>
        </p:nvSpPr>
        <p:spPr>
          <a:xfrm>
            <a:off x="8603932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9" name="object 539"/>
          <p:cNvSpPr/>
          <p:nvPr/>
        </p:nvSpPr>
        <p:spPr>
          <a:xfrm>
            <a:off x="8711570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0" name="object 540"/>
          <p:cNvSpPr/>
          <p:nvPr/>
        </p:nvSpPr>
        <p:spPr>
          <a:xfrm>
            <a:off x="8679278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1" name="object 541"/>
          <p:cNvSpPr/>
          <p:nvPr/>
        </p:nvSpPr>
        <p:spPr>
          <a:xfrm>
            <a:off x="8679278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2" name="object 542"/>
          <p:cNvSpPr/>
          <p:nvPr/>
        </p:nvSpPr>
        <p:spPr>
          <a:xfrm>
            <a:off x="8786915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3" name="object 543"/>
          <p:cNvSpPr/>
          <p:nvPr/>
        </p:nvSpPr>
        <p:spPr>
          <a:xfrm>
            <a:off x="8754622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4" name="object 544"/>
          <p:cNvSpPr/>
          <p:nvPr/>
        </p:nvSpPr>
        <p:spPr>
          <a:xfrm>
            <a:off x="8754624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5" name="object 545"/>
          <p:cNvSpPr/>
          <p:nvPr/>
        </p:nvSpPr>
        <p:spPr>
          <a:xfrm>
            <a:off x="8281022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6" name="object 546"/>
          <p:cNvSpPr/>
          <p:nvPr/>
        </p:nvSpPr>
        <p:spPr>
          <a:xfrm>
            <a:off x="8248727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7" name="object 547"/>
          <p:cNvSpPr/>
          <p:nvPr/>
        </p:nvSpPr>
        <p:spPr>
          <a:xfrm>
            <a:off x="8248730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8" name="object 548"/>
          <p:cNvSpPr/>
          <p:nvPr/>
        </p:nvSpPr>
        <p:spPr>
          <a:xfrm>
            <a:off x="8377894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9" name="object 549"/>
          <p:cNvSpPr/>
          <p:nvPr/>
        </p:nvSpPr>
        <p:spPr>
          <a:xfrm>
            <a:off x="8345602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0" name="object 550"/>
          <p:cNvSpPr/>
          <p:nvPr/>
        </p:nvSpPr>
        <p:spPr>
          <a:xfrm>
            <a:off x="8345604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1" name="object 551"/>
          <p:cNvSpPr/>
          <p:nvPr/>
        </p:nvSpPr>
        <p:spPr>
          <a:xfrm>
            <a:off x="8485532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2" name="object 552"/>
          <p:cNvSpPr/>
          <p:nvPr/>
        </p:nvSpPr>
        <p:spPr>
          <a:xfrm>
            <a:off x="8453240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3" name="object 553"/>
          <p:cNvSpPr/>
          <p:nvPr/>
        </p:nvSpPr>
        <p:spPr>
          <a:xfrm>
            <a:off x="8453241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4" name="object 554"/>
          <p:cNvSpPr/>
          <p:nvPr/>
        </p:nvSpPr>
        <p:spPr>
          <a:xfrm>
            <a:off x="8754624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5" name="object 555"/>
          <p:cNvSpPr/>
          <p:nvPr/>
        </p:nvSpPr>
        <p:spPr>
          <a:xfrm>
            <a:off x="8722334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4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6" name="object 556"/>
          <p:cNvSpPr/>
          <p:nvPr/>
        </p:nvSpPr>
        <p:spPr>
          <a:xfrm>
            <a:off x="8722333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7" name="object 557"/>
          <p:cNvSpPr/>
          <p:nvPr/>
        </p:nvSpPr>
        <p:spPr>
          <a:xfrm>
            <a:off x="8324077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8" name="object 558"/>
          <p:cNvSpPr/>
          <p:nvPr/>
        </p:nvSpPr>
        <p:spPr>
          <a:xfrm>
            <a:off x="8291783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49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9" name="object 559"/>
          <p:cNvSpPr/>
          <p:nvPr/>
        </p:nvSpPr>
        <p:spPr>
          <a:xfrm>
            <a:off x="8291785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0" name="object 560"/>
          <p:cNvSpPr/>
          <p:nvPr/>
        </p:nvSpPr>
        <p:spPr>
          <a:xfrm>
            <a:off x="8690042" y="3628024"/>
            <a:ext cx="0" cy="79323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63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1" name="object 561"/>
          <p:cNvSpPr/>
          <p:nvPr/>
        </p:nvSpPr>
        <p:spPr>
          <a:xfrm>
            <a:off x="8657746" y="3707136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106509" y="0"/>
                </a:moveTo>
                <a:lnTo>
                  <a:pt x="0" y="0"/>
                </a:lnTo>
                <a:lnTo>
                  <a:pt x="53254" y="142000"/>
                </a:lnTo>
                <a:lnTo>
                  <a:pt x="1065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2" name="object 562"/>
          <p:cNvSpPr/>
          <p:nvPr/>
        </p:nvSpPr>
        <p:spPr>
          <a:xfrm>
            <a:off x="8657751" y="3707137"/>
            <a:ext cx="64691" cy="86254"/>
          </a:xfrm>
          <a:custGeom>
            <a:avLst/>
            <a:gdLst/>
            <a:ahLst/>
            <a:cxnLst/>
            <a:rect l="l" t="t" r="r" b="b"/>
            <a:pathLst>
              <a:path w="106680" h="142239">
                <a:moveTo>
                  <a:pt x="53250" y="142000"/>
                </a:moveTo>
                <a:lnTo>
                  <a:pt x="106500" y="0"/>
                </a:lnTo>
                <a:lnTo>
                  <a:pt x="0" y="0"/>
                </a:lnTo>
                <a:lnTo>
                  <a:pt x="53250" y="142000"/>
                </a:lnTo>
                <a:close/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3" name="object 563"/>
          <p:cNvSpPr/>
          <p:nvPr/>
        </p:nvSpPr>
        <p:spPr>
          <a:xfrm>
            <a:off x="1438679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4" name="object 564"/>
          <p:cNvSpPr/>
          <p:nvPr/>
        </p:nvSpPr>
        <p:spPr>
          <a:xfrm>
            <a:off x="147199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5" name="object 565"/>
          <p:cNvSpPr/>
          <p:nvPr/>
        </p:nvSpPr>
        <p:spPr>
          <a:xfrm>
            <a:off x="150248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6" name="object 566"/>
          <p:cNvSpPr/>
          <p:nvPr/>
        </p:nvSpPr>
        <p:spPr>
          <a:xfrm>
            <a:off x="153300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7" name="object 567"/>
          <p:cNvSpPr/>
          <p:nvPr/>
        </p:nvSpPr>
        <p:spPr>
          <a:xfrm>
            <a:off x="156353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30" y="-7100"/>
                </a:moveTo>
                <a:lnTo>
                  <a:pt x="1730" y="155136"/>
                </a:lnTo>
              </a:path>
            </a:pathLst>
          </a:custGeom>
          <a:ln w="17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8" name="object 568"/>
          <p:cNvSpPr/>
          <p:nvPr/>
        </p:nvSpPr>
        <p:spPr>
          <a:xfrm>
            <a:off x="1594264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9" name="object 569"/>
          <p:cNvSpPr/>
          <p:nvPr/>
        </p:nvSpPr>
        <p:spPr>
          <a:xfrm>
            <a:off x="162454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0" name="object 570"/>
          <p:cNvSpPr/>
          <p:nvPr/>
        </p:nvSpPr>
        <p:spPr>
          <a:xfrm>
            <a:off x="165506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1" name="object 571"/>
          <p:cNvSpPr/>
          <p:nvPr/>
        </p:nvSpPr>
        <p:spPr>
          <a:xfrm>
            <a:off x="168559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30" y="-7100"/>
                </a:moveTo>
                <a:lnTo>
                  <a:pt x="1730" y="155136"/>
                </a:lnTo>
              </a:path>
            </a:pathLst>
          </a:custGeom>
          <a:ln w="17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2" name="object 572"/>
          <p:cNvSpPr/>
          <p:nvPr/>
        </p:nvSpPr>
        <p:spPr>
          <a:xfrm>
            <a:off x="171607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3" name="object 573"/>
          <p:cNvSpPr/>
          <p:nvPr/>
        </p:nvSpPr>
        <p:spPr>
          <a:xfrm>
            <a:off x="1743776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4" name="object 574"/>
          <p:cNvSpPr/>
          <p:nvPr/>
        </p:nvSpPr>
        <p:spPr>
          <a:xfrm>
            <a:off x="177708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5" name="object 575"/>
          <p:cNvSpPr/>
          <p:nvPr/>
        </p:nvSpPr>
        <p:spPr>
          <a:xfrm>
            <a:off x="180761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6" name="object 576"/>
          <p:cNvSpPr/>
          <p:nvPr/>
        </p:nvSpPr>
        <p:spPr>
          <a:xfrm>
            <a:off x="183813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7" name="object 577"/>
          <p:cNvSpPr/>
          <p:nvPr/>
        </p:nvSpPr>
        <p:spPr>
          <a:xfrm>
            <a:off x="186861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8" name="object 578"/>
          <p:cNvSpPr/>
          <p:nvPr/>
        </p:nvSpPr>
        <p:spPr>
          <a:xfrm>
            <a:off x="1899393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9" name="object 579"/>
          <p:cNvSpPr/>
          <p:nvPr/>
        </p:nvSpPr>
        <p:spPr>
          <a:xfrm>
            <a:off x="192967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0" name="object 580"/>
          <p:cNvSpPr/>
          <p:nvPr/>
        </p:nvSpPr>
        <p:spPr>
          <a:xfrm>
            <a:off x="196015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1" name="object 581"/>
          <p:cNvSpPr/>
          <p:nvPr/>
        </p:nvSpPr>
        <p:spPr>
          <a:xfrm>
            <a:off x="199067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2" name="object 582"/>
          <p:cNvSpPr/>
          <p:nvPr/>
        </p:nvSpPr>
        <p:spPr>
          <a:xfrm>
            <a:off x="202123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3" name="object 583"/>
          <p:cNvSpPr/>
          <p:nvPr/>
        </p:nvSpPr>
        <p:spPr>
          <a:xfrm>
            <a:off x="2048905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4" name="object 584"/>
          <p:cNvSpPr/>
          <p:nvPr/>
        </p:nvSpPr>
        <p:spPr>
          <a:xfrm>
            <a:off x="208220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5" name="object 585"/>
          <p:cNvSpPr/>
          <p:nvPr/>
        </p:nvSpPr>
        <p:spPr>
          <a:xfrm>
            <a:off x="211277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6" name="object 586"/>
          <p:cNvSpPr/>
          <p:nvPr/>
        </p:nvSpPr>
        <p:spPr>
          <a:xfrm>
            <a:off x="214325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7" name="object 587"/>
          <p:cNvSpPr/>
          <p:nvPr/>
        </p:nvSpPr>
        <p:spPr>
          <a:xfrm>
            <a:off x="217373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8" name="object 588"/>
          <p:cNvSpPr/>
          <p:nvPr/>
        </p:nvSpPr>
        <p:spPr>
          <a:xfrm>
            <a:off x="2204478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9" name="object 589"/>
          <p:cNvSpPr/>
          <p:nvPr/>
        </p:nvSpPr>
        <p:spPr>
          <a:xfrm>
            <a:off x="223478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0" name="object 590"/>
          <p:cNvSpPr/>
          <p:nvPr/>
        </p:nvSpPr>
        <p:spPr>
          <a:xfrm>
            <a:off x="226527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1" name="object 591"/>
          <p:cNvSpPr/>
          <p:nvPr/>
        </p:nvSpPr>
        <p:spPr>
          <a:xfrm>
            <a:off x="229584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2" name="object 592"/>
          <p:cNvSpPr/>
          <p:nvPr/>
        </p:nvSpPr>
        <p:spPr>
          <a:xfrm>
            <a:off x="232632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3" name="object 593"/>
          <p:cNvSpPr/>
          <p:nvPr/>
        </p:nvSpPr>
        <p:spPr>
          <a:xfrm>
            <a:off x="2353991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4" name="object 594"/>
          <p:cNvSpPr/>
          <p:nvPr/>
        </p:nvSpPr>
        <p:spPr>
          <a:xfrm>
            <a:off x="238737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5" name="object 595"/>
          <p:cNvSpPr/>
          <p:nvPr/>
        </p:nvSpPr>
        <p:spPr>
          <a:xfrm>
            <a:off x="241785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6" name="object 596"/>
          <p:cNvSpPr/>
          <p:nvPr/>
        </p:nvSpPr>
        <p:spPr>
          <a:xfrm>
            <a:off x="244834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7" name="object 597"/>
          <p:cNvSpPr/>
          <p:nvPr/>
        </p:nvSpPr>
        <p:spPr>
          <a:xfrm>
            <a:off x="247890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8" name="object 598"/>
          <p:cNvSpPr/>
          <p:nvPr/>
        </p:nvSpPr>
        <p:spPr>
          <a:xfrm>
            <a:off x="2509640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9" name="object 599"/>
          <p:cNvSpPr/>
          <p:nvPr/>
        </p:nvSpPr>
        <p:spPr>
          <a:xfrm>
            <a:off x="253987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0" name="object 600"/>
          <p:cNvSpPr/>
          <p:nvPr/>
        </p:nvSpPr>
        <p:spPr>
          <a:xfrm>
            <a:off x="257044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1" name="object 601"/>
          <p:cNvSpPr/>
          <p:nvPr/>
        </p:nvSpPr>
        <p:spPr>
          <a:xfrm>
            <a:off x="260092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2" name="object 602"/>
          <p:cNvSpPr/>
          <p:nvPr/>
        </p:nvSpPr>
        <p:spPr>
          <a:xfrm>
            <a:off x="263140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3" name="object 603"/>
          <p:cNvSpPr/>
          <p:nvPr/>
        </p:nvSpPr>
        <p:spPr>
          <a:xfrm>
            <a:off x="2659152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4" name="object 604"/>
          <p:cNvSpPr/>
          <p:nvPr/>
        </p:nvSpPr>
        <p:spPr>
          <a:xfrm>
            <a:off x="269246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5" name="object 605"/>
          <p:cNvSpPr/>
          <p:nvPr/>
        </p:nvSpPr>
        <p:spPr>
          <a:xfrm>
            <a:off x="272294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6" name="object 606"/>
          <p:cNvSpPr/>
          <p:nvPr/>
        </p:nvSpPr>
        <p:spPr>
          <a:xfrm>
            <a:off x="275351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7" name="object 607"/>
          <p:cNvSpPr/>
          <p:nvPr/>
        </p:nvSpPr>
        <p:spPr>
          <a:xfrm>
            <a:off x="278399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8" name="object 608"/>
          <p:cNvSpPr/>
          <p:nvPr/>
        </p:nvSpPr>
        <p:spPr>
          <a:xfrm>
            <a:off x="2814726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9" name="object 609"/>
          <p:cNvSpPr/>
          <p:nvPr/>
        </p:nvSpPr>
        <p:spPr>
          <a:xfrm>
            <a:off x="284504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0" name="object 610"/>
          <p:cNvSpPr/>
          <p:nvPr/>
        </p:nvSpPr>
        <p:spPr>
          <a:xfrm>
            <a:off x="287553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1" name="object 611"/>
          <p:cNvSpPr/>
          <p:nvPr/>
        </p:nvSpPr>
        <p:spPr>
          <a:xfrm>
            <a:off x="290601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2" name="object 612"/>
          <p:cNvSpPr/>
          <p:nvPr/>
        </p:nvSpPr>
        <p:spPr>
          <a:xfrm>
            <a:off x="293657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3" name="object 613"/>
          <p:cNvSpPr/>
          <p:nvPr/>
        </p:nvSpPr>
        <p:spPr>
          <a:xfrm>
            <a:off x="2964238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4" name="object 614"/>
          <p:cNvSpPr/>
          <p:nvPr/>
        </p:nvSpPr>
        <p:spPr>
          <a:xfrm>
            <a:off x="299753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5" name="object 615"/>
          <p:cNvSpPr/>
          <p:nvPr/>
        </p:nvSpPr>
        <p:spPr>
          <a:xfrm>
            <a:off x="302810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6" name="object 616"/>
          <p:cNvSpPr/>
          <p:nvPr/>
        </p:nvSpPr>
        <p:spPr>
          <a:xfrm>
            <a:off x="305858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7" name="object 617"/>
          <p:cNvSpPr/>
          <p:nvPr/>
        </p:nvSpPr>
        <p:spPr>
          <a:xfrm>
            <a:off x="308907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8" name="object 618"/>
          <p:cNvSpPr/>
          <p:nvPr/>
        </p:nvSpPr>
        <p:spPr>
          <a:xfrm>
            <a:off x="3119812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9" name="object 619"/>
          <p:cNvSpPr/>
          <p:nvPr/>
        </p:nvSpPr>
        <p:spPr>
          <a:xfrm>
            <a:off x="315012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0" name="object 620"/>
          <p:cNvSpPr/>
          <p:nvPr/>
        </p:nvSpPr>
        <p:spPr>
          <a:xfrm>
            <a:off x="318060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1" name="object 621"/>
          <p:cNvSpPr/>
          <p:nvPr/>
        </p:nvSpPr>
        <p:spPr>
          <a:xfrm>
            <a:off x="321108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2" name="object 622"/>
          <p:cNvSpPr/>
          <p:nvPr/>
        </p:nvSpPr>
        <p:spPr>
          <a:xfrm>
            <a:off x="324165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3" name="object 623"/>
          <p:cNvSpPr/>
          <p:nvPr/>
        </p:nvSpPr>
        <p:spPr>
          <a:xfrm>
            <a:off x="3269346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4" name="object 624"/>
          <p:cNvSpPr/>
          <p:nvPr/>
        </p:nvSpPr>
        <p:spPr>
          <a:xfrm>
            <a:off x="330262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5" name="object 625"/>
          <p:cNvSpPr/>
          <p:nvPr/>
        </p:nvSpPr>
        <p:spPr>
          <a:xfrm>
            <a:off x="333319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6" name="object 626"/>
          <p:cNvSpPr/>
          <p:nvPr/>
        </p:nvSpPr>
        <p:spPr>
          <a:xfrm>
            <a:off x="336367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7" name="object 627"/>
          <p:cNvSpPr/>
          <p:nvPr/>
        </p:nvSpPr>
        <p:spPr>
          <a:xfrm>
            <a:off x="339415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8" name="object 628"/>
          <p:cNvSpPr/>
          <p:nvPr/>
        </p:nvSpPr>
        <p:spPr>
          <a:xfrm>
            <a:off x="3424973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9" name="object 629"/>
          <p:cNvSpPr/>
          <p:nvPr/>
        </p:nvSpPr>
        <p:spPr>
          <a:xfrm>
            <a:off x="345520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0" name="object 630"/>
          <p:cNvSpPr/>
          <p:nvPr/>
        </p:nvSpPr>
        <p:spPr>
          <a:xfrm>
            <a:off x="348569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1" name="object 631"/>
          <p:cNvSpPr/>
          <p:nvPr/>
        </p:nvSpPr>
        <p:spPr>
          <a:xfrm>
            <a:off x="351626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2" name="object 632"/>
          <p:cNvSpPr/>
          <p:nvPr/>
        </p:nvSpPr>
        <p:spPr>
          <a:xfrm>
            <a:off x="354674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3" name="object 633"/>
          <p:cNvSpPr/>
          <p:nvPr/>
        </p:nvSpPr>
        <p:spPr>
          <a:xfrm>
            <a:off x="3574432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4" name="object 634"/>
          <p:cNvSpPr/>
          <p:nvPr/>
        </p:nvSpPr>
        <p:spPr>
          <a:xfrm>
            <a:off x="360779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5" name="object 635"/>
          <p:cNvSpPr/>
          <p:nvPr/>
        </p:nvSpPr>
        <p:spPr>
          <a:xfrm>
            <a:off x="363827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6" name="object 636"/>
          <p:cNvSpPr/>
          <p:nvPr/>
        </p:nvSpPr>
        <p:spPr>
          <a:xfrm>
            <a:off x="366876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7" name="object 637"/>
          <p:cNvSpPr/>
          <p:nvPr/>
        </p:nvSpPr>
        <p:spPr>
          <a:xfrm>
            <a:off x="369932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8" name="object 638"/>
          <p:cNvSpPr/>
          <p:nvPr/>
        </p:nvSpPr>
        <p:spPr>
          <a:xfrm>
            <a:off x="3730059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9" name="object 639"/>
          <p:cNvSpPr/>
          <p:nvPr/>
        </p:nvSpPr>
        <p:spPr>
          <a:xfrm>
            <a:off x="376029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0" name="object 640"/>
          <p:cNvSpPr/>
          <p:nvPr/>
        </p:nvSpPr>
        <p:spPr>
          <a:xfrm>
            <a:off x="379086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1" name="object 641"/>
          <p:cNvSpPr/>
          <p:nvPr/>
        </p:nvSpPr>
        <p:spPr>
          <a:xfrm>
            <a:off x="382134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2" name="object 642"/>
          <p:cNvSpPr/>
          <p:nvPr/>
        </p:nvSpPr>
        <p:spPr>
          <a:xfrm>
            <a:off x="385182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3" name="object 643"/>
          <p:cNvSpPr/>
          <p:nvPr/>
        </p:nvSpPr>
        <p:spPr>
          <a:xfrm>
            <a:off x="3879593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4" name="object 644"/>
          <p:cNvSpPr/>
          <p:nvPr/>
        </p:nvSpPr>
        <p:spPr>
          <a:xfrm>
            <a:off x="391288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5" name="object 645"/>
          <p:cNvSpPr/>
          <p:nvPr/>
        </p:nvSpPr>
        <p:spPr>
          <a:xfrm>
            <a:off x="394336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6" name="object 646"/>
          <p:cNvSpPr/>
          <p:nvPr/>
        </p:nvSpPr>
        <p:spPr>
          <a:xfrm>
            <a:off x="397392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7" name="object 647"/>
          <p:cNvSpPr/>
          <p:nvPr/>
        </p:nvSpPr>
        <p:spPr>
          <a:xfrm>
            <a:off x="400440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8" name="object 648"/>
          <p:cNvSpPr/>
          <p:nvPr/>
        </p:nvSpPr>
        <p:spPr>
          <a:xfrm>
            <a:off x="4035145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9" name="object 649"/>
          <p:cNvSpPr/>
          <p:nvPr/>
        </p:nvSpPr>
        <p:spPr>
          <a:xfrm>
            <a:off x="406545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0" name="object 650"/>
          <p:cNvSpPr/>
          <p:nvPr/>
        </p:nvSpPr>
        <p:spPr>
          <a:xfrm>
            <a:off x="409593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1" name="object 651"/>
          <p:cNvSpPr/>
          <p:nvPr/>
        </p:nvSpPr>
        <p:spPr>
          <a:xfrm>
            <a:off x="412642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2" name="object 652"/>
          <p:cNvSpPr/>
          <p:nvPr/>
        </p:nvSpPr>
        <p:spPr>
          <a:xfrm>
            <a:off x="415699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3" name="object 653"/>
          <p:cNvSpPr/>
          <p:nvPr/>
        </p:nvSpPr>
        <p:spPr>
          <a:xfrm>
            <a:off x="4184679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4" name="object 654"/>
          <p:cNvSpPr/>
          <p:nvPr/>
        </p:nvSpPr>
        <p:spPr>
          <a:xfrm>
            <a:off x="421795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5" name="object 655"/>
          <p:cNvSpPr/>
          <p:nvPr/>
        </p:nvSpPr>
        <p:spPr>
          <a:xfrm>
            <a:off x="424852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6" name="object 656"/>
          <p:cNvSpPr/>
          <p:nvPr/>
        </p:nvSpPr>
        <p:spPr>
          <a:xfrm>
            <a:off x="427900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7" name="object 657"/>
          <p:cNvSpPr/>
          <p:nvPr/>
        </p:nvSpPr>
        <p:spPr>
          <a:xfrm>
            <a:off x="430949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8" name="object 658"/>
          <p:cNvSpPr/>
          <p:nvPr/>
        </p:nvSpPr>
        <p:spPr>
          <a:xfrm>
            <a:off x="4340306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9" name="object 659"/>
          <p:cNvSpPr/>
          <p:nvPr/>
        </p:nvSpPr>
        <p:spPr>
          <a:xfrm>
            <a:off x="437054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0" name="object 660"/>
          <p:cNvSpPr/>
          <p:nvPr/>
        </p:nvSpPr>
        <p:spPr>
          <a:xfrm>
            <a:off x="440102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1" name="object 661"/>
          <p:cNvSpPr/>
          <p:nvPr/>
        </p:nvSpPr>
        <p:spPr>
          <a:xfrm>
            <a:off x="443159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2" name="object 662"/>
          <p:cNvSpPr/>
          <p:nvPr/>
        </p:nvSpPr>
        <p:spPr>
          <a:xfrm>
            <a:off x="446207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3" name="object 663"/>
          <p:cNvSpPr/>
          <p:nvPr/>
        </p:nvSpPr>
        <p:spPr>
          <a:xfrm>
            <a:off x="4489787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4" name="object 664"/>
          <p:cNvSpPr/>
          <p:nvPr/>
        </p:nvSpPr>
        <p:spPr>
          <a:xfrm>
            <a:off x="452312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5" name="object 665"/>
          <p:cNvSpPr/>
          <p:nvPr/>
        </p:nvSpPr>
        <p:spPr>
          <a:xfrm>
            <a:off x="455361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6" name="object 666"/>
          <p:cNvSpPr/>
          <p:nvPr/>
        </p:nvSpPr>
        <p:spPr>
          <a:xfrm>
            <a:off x="458409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7" name="object 667"/>
          <p:cNvSpPr/>
          <p:nvPr/>
        </p:nvSpPr>
        <p:spPr>
          <a:xfrm>
            <a:off x="461466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8" name="object 668"/>
          <p:cNvSpPr/>
          <p:nvPr/>
        </p:nvSpPr>
        <p:spPr>
          <a:xfrm>
            <a:off x="4645392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9" name="object 669"/>
          <p:cNvSpPr/>
          <p:nvPr/>
        </p:nvSpPr>
        <p:spPr>
          <a:xfrm>
            <a:off x="467562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0" name="object 670"/>
          <p:cNvSpPr/>
          <p:nvPr/>
        </p:nvSpPr>
        <p:spPr>
          <a:xfrm>
            <a:off x="470619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1" name="object 671"/>
          <p:cNvSpPr/>
          <p:nvPr/>
        </p:nvSpPr>
        <p:spPr>
          <a:xfrm>
            <a:off x="473667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2" name="object 672"/>
          <p:cNvSpPr/>
          <p:nvPr/>
        </p:nvSpPr>
        <p:spPr>
          <a:xfrm>
            <a:off x="476716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3" name="object 673"/>
          <p:cNvSpPr/>
          <p:nvPr/>
        </p:nvSpPr>
        <p:spPr>
          <a:xfrm>
            <a:off x="4794947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4" name="object 674"/>
          <p:cNvSpPr/>
          <p:nvPr/>
        </p:nvSpPr>
        <p:spPr>
          <a:xfrm>
            <a:off x="482821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5" name="object 675"/>
          <p:cNvSpPr/>
          <p:nvPr/>
        </p:nvSpPr>
        <p:spPr>
          <a:xfrm>
            <a:off x="485869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6" name="object 676"/>
          <p:cNvSpPr/>
          <p:nvPr/>
        </p:nvSpPr>
        <p:spPr>
          <a:xfrm>
            <a:off x="488925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7" name="object 677"/>
          <p:cNvSpPr/>
          <p:nvPr/>
        </p:nvSpPr>
        <p:spPr>
          <a:xfrm>
            <a:off x="491974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8" name="object 678"/>
          <p:cNvSpPr/>
          <p:nvPr/>
        </p:nvSpPr>
        <p:spPr>
          <a:xfrm>
            <a:off x="4950521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27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9" name="object 679"/>
          <p:cNvSpPr/>
          <p:nvPr/>
        </p:nvSpPr>
        <p:spPr>
          <a:xfrm>
            <a:off x="498078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0" name="object 680"/>
          <p:cNvSpPr/>
          <p:nvPr/>
        </p:nvSpPr>
        <p:spPr>
          <a:xfrm>
            <a:off x="501127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10" y="-7100"/>
                </a:moveTo>
                <a:lnTo>
                  <a:pt x="1810" y="155136"/>
                </a:lnTo>
              </a:path>
            </a:pathLst>
          </a:custGeom>
          <a:ln w="17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1" name="object 681"/>
          <p:cNvSpPr/>
          <p:nvPr/>
        </p:nvSpPr>
        <p:spPr>
          <a:xfrm>
            <a:off x="504175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10" y="-7100"/>
                </a:moveTo>
                <a:lnTo>
                  <a:pt x="1810" y="155136"/>
                </a:lnTo>
              </a:path>
            </a:pathLst>
          </a:custGeom>
          <a:ln w="17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2" name="object 682"/>
          <p:cNvSpPr/>
          <p:nvPr/>
        </p:nvSpPr>
        <p:spPr>
          <a:xfrm>
            <a:off x="507232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3" name="object 683"/>
          <p:cNvSpPr/>
          <p:nvPr/>
        </p:nvSpPr>
        <p:spPr>
          <a:xfrm>
            <a:off x="5100034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4" name="object 684"/>
          <p:cNvSpPr/>
          <p:nvPr/>
        </p:nvSpPr>
        <p:spPr>
          <a:xfrm>
            <a:off x="513328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10" y="-7100"/>
                </a:moveTo>
                <a:lnTo>
                  <a:pt x="1810" y="155136"/>
                </a:lnTo>
              </a:path>
            </a:pathLst>
          </a:custGeom>
          <a:ln w="17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5" name="object 685"/>
          <p:cNvSpPr/>
          <p:nvPr/>
        </p:nvSpPr>
        <p:spPr>
          <a:xfrm>
            <a:off x="516385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6" name="object 686"/>
          <p:cNvSpPr/>
          <p:nvPr/>
        </p:nvSpPr>
        <p:spPr>
          <a:xfrm>
            <a:off x="519434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7" name="object 687"/>
          <p:cNvSpPr/>
          <p:nvPr/>
        </p:nvSpPr>
        <p:spPr>
          <a:xfrm>
            <a:off x="522482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8" name="object 688"/>
          <p:cNvSpPr/>
          <p:nvPr/>
        </p:nvSpPr>
        <p:spPr>
          <a:xfrm>
            <a:off x="5255608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9" name="object 689"/>
          <p:cNvSpPr/>
          <p:nvPr/>
        </p:nvSpPr>
        <p:spPr>
          <a:xfrm>
            <a:off x="528587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0" name="object 690"/>
          <p:cNvSpPr/>
          <p:nvPr/>
        </p:nvSpPr>
        <p:spPr>
          <a:xfrm>
            <a:off x="531635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1" name="object 691"/>
          <p:cNvSpPr/>
          <p:nvPr/>
        </p:nvSpPr>
        <p:spPr>
          <a:xfrm>
            <a:off x="534697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2" name="object 692"/>
          <p:cNvSpPr/>
          <p:nvPr/>
        </p:nvSpPr>
        <p:spPr>
          <a:xfrm>
            <a:off x="537740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3" name="object 693"/>
          <p:cNvSpPr/>
          <p:nvPr/>
        </p:nvSpPr>
        <p:spPr>
          <a:xfrm>
            <a:off x="5405120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4" name="object 694"/>
          <p:cNvSpPr/>
          <p:nvPr/>
        </p:nvSpPr>
        <p:spPr>
          <a:xfrm>
            <a:off x="543850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5" name="object 695"/>
          <p:cNvSpPr/>
          <p:nvPr/>
        </p:nvSpPr>
        <p:spPr>
          <a:xfrm>
            <a:off x="546898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6" name="object 696"/>
          <p:cNvSpPr/>
          <p:nvPr/>
        </p:nvSpPr>
        <p:spPr>
          <a:xfrm>
            <a:off x="549947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7" name="object 697"/>
          <p:cNvSpPr/>
          <p:nvPr/>
        </p:nvSpPr>
        <p:spPr>
          <a:xfrm>
            <a:off x="553003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8" name="object 698"/>
          <p:cNvSpPr/>
          <p:nvPr/>
        </p:nvSpPr>
        <p:spPr>
          <a:xfrm>
            <a:off x="5560769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9" name="object 699"/>
          <p:cNvSpPr/>
          <p:nvPr/>
        </p:nvSpPr>
        <p:spPr>
          <a:xfrm>
            <a:off x="559100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0" name="object 700"/>
          <p:cNvSpPr/>
          <p:nvPr/>
        </p:nvSpPr>
        <p:spPr>
          <a:xfrm>
            <a:off x="562157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1" name="object 701"/>
          <p:cNvSpPr/>
          <p:nvPr/>
        </p:nvSpPr>
        <p:spPr>
          <a:xfrm>
            <a:off x="565205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2" name="object 702"/>
          <p:cNvSpPr/>
          <p:nvPr/>
        </p:nvSpPr>
        <p:spPr>
          <a:xfrm>
            <a:off x="568253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3" name="object 703"/>
          <p:cNvSpPr/>
          <p:nvPr/>
        </p:nvSpPr>
        <p:spPr>
          <a:xfrm>
            <a:off x="5710281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4" name="object 704"/>
          <p:cNvSpPr/>
          <p:nvPr/>
        </p:nvSpPr>
        <p:spPr>
          <a:xfrm>
            <a:off x="574359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5" name="object 705"/>
          <p:cNvSpPr/>
          <p:nvPr/>
        </p:nvSpPr>
        <p:spPr>
          <a:xfrm>
            <a:off x="577407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6" name="object 706"/>
          <p:cNvSpPr/>
          <p:nvPr/>
        </p:nvSpPr>
        <p:spPr>
          <a:xfrm>
            <a:off x="580463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7" name="object 707"/>
          <p:cNvSpPr/>
          <p:nvPr/>
        </p:nvSpPr>
        <p:spPr>
          <a:xfrm>
            <a:off x="583512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8" name="object 708"/>
          <p:cNvSpPr/>
          <p:nvPr/>
        </p:nvSpPr>
        <p:spPr>
          <a:xfrm>
            <a:off x="5865855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9" name="object 709"/>
          <p:cNvSpPr/>
          <p:nvPr/>
        </p:nvSpPr>
        <p:spPr>
          <a:xfrm>
            <a:off x="589616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0" name="object 710"/>
          <p:cNvSpPr/>
          <p:nvPr/>
        </p:nvSpPr>
        <p:spPr>
          <a:xfrm>
            <a:off x="592664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1" name="object 711"/>
          <p:cNvSpPr/>
          <p:nvPr/>
        </p:nvSpPr>
        <p:spPr>
          <a:xfrm>
            <a:off x="595713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2" name="object 712"/>
          <p:cNvSpPr/>
          <p:nvPr/>
        </p:nvSpPr>
        <p:spPr>
          <a:xfrm>
            <a:off x="598769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3" name="object 713"/>
          <p:cNvSpPr/>
          <p:nvPr/>
        </p:nvSpPr>
        <p:spPr>
          <a:xfrm>
            <a:off x="6015366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4" name="object 714"/>
          <p:cNvSpPr/>
          <p:nvPr/>
        </p:nvSpPr>
        <p:spPr>
          <a:xfrm>
            <a:off x="604866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5" name="object 715"/>
          <p:cNvSpPr/>
          <p:nvPr/>
        </p:nvSpPr>
        <p:spPr>
          <a:xfrm>
            <a:off x="607923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6" name="object 716"/>
          <p:cNvSpPr/>
          <p:nvPr/>
        </p:nvSpPr>
        <p:spPr>
          <a:xfrm>
            <a:off x="610971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7" name="object 717"/>
          <p:cNvSpPr/>
          <p:nvPr/>
        </p:nvSpPr>
        <p:spPr>
          <a:xfrm>
            <a:off x="614020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8" name="object 718"/>
          <p:cNvSpPr/>
          <p:nvPr/>
        </p:nvSpPr>
        <p:spPr>
          <a:xfrm>
            <a:off x="6170941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9" name="object 719"/>
          <p:cNvSpPr/>
          <p:nvPr/>
        </p:nvSpPr>
        <p:spPr>
          <a:xfrm>
            <a:off x="620125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0" name="object 720"/>
          <p:cNvSpPr/>
          <p:nvPr/>
        </p:nvSpPr>
        <p:spPr>
          <a:xfrm>
            <a:off x="623173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1" name="object 721"/>
          <p:cNvSpPr/>
          <p:nvPr/>
        </p:nvSpPr>
        <p:spPr>
          <a:xfrm>
            <a:off x="626230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2" name="object 722"/>
          <p:cNvSpPr/>
          <p:nvPr/>
        </p:nvSpPr>
        <p:spPr>
          <a:xfrm>
            <a:off x="629278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3" name="object 723"/>
          <p:cNvSpPr/>
          <p:nvPr/>
        </p:nvSpPr>
        <p:spPr>
          <a:xfrm>
            <a:off x="6320453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4" name="object 724"/>
          <p:cNvSpPr/>
          <p:nvPr/>
        </p:nvSpPr>
        <p:spPr>
          <a:xfrm>
            <a:off x="635383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5" name="object 725"/>
          <p:cNvSpPr/>
          <p:nvPr/>
        </p:nvSpPr>
        <p:spPr>
          <a:xfrm>
            <a:off x="638432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6" name="object 726"/>
          <p:cNvSpPr/>
          <p:nvPr/>
        </p:nvSpPr>
        <p:spPr>
          <a:xfrm>
            <a:off x="641480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7" name="object 727"/>
          <p:cNvSpPr/>
          <p:nvPr/>
        </p:nvSpPr>
        <p:spPr>
          <a:xfrm>
            <a:off x="644537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8" name="object 728"/>
          <p:cNvSpPr/>
          <p:nvPr/>
        </p:nvSpPr>
        <p:spPr>
          <a:xfrm>
            <a:off x="6476102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9" name="object 729"/>
          <p:cNvSpPr/>
          <p:nvPr/>
        </p:nvSpPr>
        <p:spPr>
          <a:xfrm>
            <a:off x="650633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0" name="object 730"/>
          <p:cNvSpPr/>
          <p:nvPr/>
        </p:nvSpPr>
        <p:spPr>
          <a:xfrm>
            <a:off x="653690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1" name="object 731"/>
          <p:cNvSpPr/>
          <p:nvPr/>
        </p:nvSpPr>
        <p:spPr>
          <a:xfrm>
            <a:off x="656738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2" name="object 732"/>
          <p:cNvSpPr/>
          <p:nvPr/>
        </p:nvSpPr>
        <p:spPr>
          <a:xfrm>
            <a:off x="659787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3" name="object 733"/>
          <p:cNvSpPr/>
          <p:nvPr/>
        </p:nvSpPr>
        <p:spPr>
          <a:xfrm>
            <a:off x="6625613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4" name="object 734"/>
          <p:cNvSpPr/>
          <p:nvPr/>
        </p:nvSpPr>
        <p:spPr>
          <a:xfrm>
            <a:off x="665892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5" name="object 735"/>
          <p:cNvSpPr/>
          <p:nvPr/>
        </p:nvSpPr>
        <p:spPr>
          <a:xfrm>
            <a:off x="668940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6" name="object 736"/>
          <p:cNvSpPr/>
          <p:nvPr/>
        </p:nvSpPr>
        <p:spPr>
          <a:xfrm>
            <a:off x="671997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7" name="object 737"/>
          <p:cNvSpPr/>
          <p:nvPr/>
        </p:nvSpPr>
        <p:spPr>
          <a:xfrm>
            <a:off x="675045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8" name="object 738"/>
          <p:cNvSpPr/>
          <p:nvPr/>
        </p:nvSpPr>
        <p:spPr>
          <a:xfrm>
            <a:off x="6781188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9" name="object 739"/>
          <p:cNvSpPr/>
          <p:nvPr/>
        </p:nvSpPr>
        <p:spPr>
          <a:xfrm>
            <a:off x="681149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0" name="object 740"/>
          <p:cNvSpPr/>
          <p:nvPr/>
        </p:nvSpPr>
        <p:spPr>
          <a:xfrm>
            <a:off x="684198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1" name="object 741"/>
          <p:cNvSpPr/>
          <p:nvPr/>
        </p:nvSpPr>
        <p:spPr>
          <a:xfrm>
            <a:off x="687246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2" name="object 742"/>
          <p:cNvSpPr/>
          <p:nvPr/>
        </p:nvSpPr>
        <p:spPr>
          <a:xfrm>
            <a:off x="690303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3" name="object 743"/>
          <p:cNvSpPr/>
          <p:nvPr/>
        </p:nvSpPr>
        <p:spPr>
          <a:xfrm>
            <a:off x="6930722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4" name="object 744"/>
          <p:cNvSpPr/>
          <p:nvPr/>
        </p:nvSpPr>
        <p:spPr>
          <a:xfrm>
            <a:off x="696399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5" name="object 745"/>
          <p:cNvSpPr/>
          <p:nvPr/>
        </p:nvSpPr>
        <p:spPr>
          <a:xfrm>
            <a:off x="699448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6" name="object 746"/>
          <p:cNvSpPr/>
          <p:nvPr/>
        </p:nvSpPr>
        <p:spPr>
          <a:xfrm>
            <a:off x="702505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7" name="object 747"/>
          <p:cNvSpPr/>
          <p:nvPr/>
        </p:nvSpPr>
        <p:spPr>
          <a:xfrm>
            <a:off x="705553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8" name="object 748"/>
          <p:cNvSpPr/>
          <p:nvPr/>
        </p:nvSpPr>
        <p:spPr>
          <a:xfrm>
            <a:off x="7086274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9" name="object 749"/>
          <p:cNvSpPr/>
          <p:nvPr/>
        </p:nvSpPr>
        <p:spPr>
          <a:xfrm>
            <a:off x="711658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0" name="object 750"/>
          <p:cNvSpPr/>
          <p:nvPr/>
        </p:nvSpPr>
        <p:spPr>
          <a:xfrm>
            <a:off x="714706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1" name="object 751"/>
          <p:cNvSpPr/>
          <p:nvPr/>
        </p:nvSpPr>
        <p:spPr>
          <a:xfrm>
            <a:off x="717755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2" name="object 752"/>
          <p:cNvSpPr/>
          <p:nvPr/>
        </p:nvSpPr>
        <p:spPr>
          <a:xfrm>
            <a:off x="720811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3" name="object 753"/>
          <p:cNvSpPr/>
          <p:nvPr/>
        </p:nvSpPr>
        <p:spPr>
          <a:xfrm>
            <a:off x="7235805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4" name="object 754"/>
          <p:cNvSpPr/>
          <p:nvPr/>
        </p:nvSpPr>
        <p:spPr>
          <a:xfrm>
            <a:off x="726908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5" name="object 755"/>
          <p:cNvSpPr/>
          <p:nvPr/>
        </p:nvSpPr>
        <p:spPr>
          <a:xfrm>
            <a:off x="729965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6" name="object 756"/>
          <p:cNvSpPr/>
          <p:nvPr/>
        </p:nvSpPr>
        <p:spPr>
          <a:xfrm>
            <a:off x="733013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7" name="object 757"/>
          <p:cNvSpPr/>
          <p:nvPr/>
        </p:nvSpPr>
        <p:spPr>
          <a:xfrm>
            <a:off x="736061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8" name="object 758"/>
          <p:cNvSpPr/>
          <p:nvPr/>
        </p:nvSpPr>
        <p:spPr>
          <a:xfrm>
            <a:off x="7391435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9" name="object 759"/>
          <p:cNvSpPr/>
          <p:nvPr/>
        </p:nvSpPr>
        <p:spPr>
          <a:xfrm>
            <a:off x="742167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0" name="object 760"/>
          <p:cNvSpPr/>
          <p:nvPr/>
        </p:nvSpPr>
        <p:spPr>
          <a:xfrm>
            <a:off x="745215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1" name="object 761"/>
          <p:cNvSpPr/>
          <p:nvPr/>
        </p:nvSpPr>
        <p:spPr>
          <a:xfrm>
            <a:off x="748272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2" name="object 762"/>
          <p:cNvSpPr/>
          <p:nvPr/>
        </p:nvSpPr>
        <p:spPr>
          <a:xfrm>
            <a:off x="751320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3" name="object 763"/>
          <p:cNvSpPr/>
          <p:nvPr/>
        </p:nvSpPr>
        <p:spPr>
          <a:xfrm>
            <a:off x="7540882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4" name="object 764"/>
          <p:cNvSpPr/>
          <p:nvPr/>
        </p:nvSpPr>
        <p:spPr>
          <a:xfrm>
            <a:off x="757425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5" name="object 765"/>
          <p:cNvSpPr/>
          <p:nvPr/>
        </p:nvSpPr>
        <p:spPr>
          <a:xfrm>
            <a:off x="760473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6" name="object 766"/>
          <p:cNvSpPr/>
          <p:nvPr/>
        </p:nvSpPr>
        <p:spPr>
          <a:xfrm>
            <a:off x="763522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7" name="object 767"/>
          <p:cNvSpPr/>
          <p:nvPr/>
        </p:nvSpPr>
        <p:spPr>
          <a:xfrm>
            <a:off x="766579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8" name="object 768"/>
          <p:cNvSpPr/>
          <p:nvPr/>
        </p:nvSpPr>
        <p:spPr>
          <a:xfrm>
            <a:off x="7696521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9" name="object 769"/>
          <p:cNvSpPr/>
          <p:nvPr/>
        </p:nvSpPr>
        <p:spPr>
          <a:xfrm>
            <a:off x="772675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0" name="object 770"/>
          <p:cNvSpPr/>
          <p:nvPr/>
        </p:nvSpPr>
        <p:spPr>
          <a:xfrm>
            <a:off x="775732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1" name="object 771"/>
          <p:cNvSpPr/>
          <p:nvPr/>
        </p:nvSpPr>
        <p:spPr>
          <a:xfrm>
            <a:off x="778780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2" name="object 772"/>
          <p:cNvSpPr/>
          <p:nvPr/>
        </p:nvSpPr>
        <p:spPr>
          <a:xfrm>
            <a:off x="781829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3" name="object 773"/>
          <p:cNvSpPr/>
          <p:nvPr/>
        </p:nvSpPr>
        <p:spPr>
          <a:xfrm>
            <a:off x="7846054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4" name="object 774"/>
          <p:cNvSpPr/>
          <p:nvPr/>
        </p:nvSpPr>
        <p:spPr>
          <a:xfrm>
            <a:off x="787933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5" name="object 775"/>
          <p:cNvSpPr/>
          <p:nvPr/>
        </p:nvSpPr>
        <p:spPr>
          <a:xfrm>
            <a:off x="790982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6" name="object 776"/>
          <p:cNvSpPr/>
          <p:nvPr/>
        </p:nvSpPr>
        <p:spPr>
          <a:xfrm>
            <a:off x="794038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7" name="object 777"/>
          <p:cNvSpPr/>
          <p:nvPr/>
        </p:nvSpPr>
        <p:spPr>
          <a:xfrm>
            <a:off x="797086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8" name="object 778"/>
          <p:cNvSpPr/>
          <p:nvPr/>
        </p:nvSpPr>
        <p:spPr>
          <a:xfrm>
            <a:off x="8001607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9" name="object 779"/>
          <p:cNvSpPr/>
          <p:nvPr/>
        </p:nvSpPr>
        <p:spPr>
          <a:xfrm>
            <a:off x="803191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0" name="object 780"/>
          <p:cNvSpPr/>
          <p:nvPr/>
        </p:nvSpPr>
        <p:spPr>
          <a:xfrm>
            <a:off x="806240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1" name="object 781"/>
          <p:cNvSpPr/>
          <p:nvPr/>
        </p:nvSpPr>
        <p:spPr>
          <a:xfrm>
            <a:off x="809288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2" name="object 782"/>
          <p:cNvSpPr/>
          <p:nvPr/>
        </p:nvSpPr>
        <p:spPr>
          <a:xfrm>
            <a:off x="812345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3" name="object 783"/>
          <p:cNvSpPr/>
          <p:nvPr/>
        </p:nvSpPr>
        <p:spPr>
          <a:xfrm>
            <a:off x="8151141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4" name="object 784"/>
          <p:cNvSpPr/>
          <p:nvPr/>
        </p:nvSpPr>
        <p:spPr>
          <a:xfrm>
            <a:off x="818441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5" name="object 785"/>
          <p:cNvSpPr/>
          <p:nvPr/>
        </p:nvSpPr>
        <p:spPr>
          <a:xfrm>
            <a:off x="821498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6" name="object 786"/>
          <p:cNvSpPr/>
          <p:nvPr/>
        </p:nvSpPr>
        <p:spPr>
          <a:xfrm>
            <a:off x="824546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7" name="object 787"/>
          <p:cNvSpPr/>
          <p:nvPr/>
        </p:nvSpPr>
        <p:spPr>
          <a:xfrm>
            <a:off x="827595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8" name="object 788"/>
          <p:cNvSpPr/>
          <p:nvPr/>
        </p:nvSpPr>
        <p:spPr>
          <a:xfrm>
            <a:off x="8306768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9" name="object 789"/>
          <p:cNvSpPr/>
          <p:nvPr/>
        </p:nvSpPr>
        <p:spPr>
          <a:xfrm>
            <a:off x="833700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0" name="object 790"/>
          <p:cNvSpPr/>
          <p:nvPr/>
        </p:nvSpPr>
        <p:spPr>
          <a:xfrm>
            <a:off x="836748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1" name="object 791"/>
          <p:cNvSpPr/>
          <p:nvPr/>
        </p:nvSpPr>
        <p:spPr>
          <a:xfrm>
            <a:off x="839805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2" name="object 792"/>
          <p:cNvSpPr/>
          <p:nvPr/>
        </p:nvSpPr>
        <p:spPr>
          <a:xfrm>
            <a:off x="842853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3" name="object 793"/>
          <p:cNvSpPr/>
          <p:nvPr/>
        </p:nvSpPr>
        <p:spPr>
          <a:xfrm>
            <a:off x="8456237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4" name="object 794"/>
          <p:cNvSpPr/>
          <p:nvPr/>
        </p:nvSpPr>
        <p:spPr>
          <a:xfrm>
            <a:off x="848959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5" name="object 795"/>
          <p:cNvSpPr/>
          <p:nvPr/>
        </p:nvSpPr>
        <p:spPr>
          <a:xfrm>
            <a:off x="852007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6" name="object 796"/>
          <p:cNvSpPr/>
          <p:nvPr/>
        </p:nvSpPr>
        <p:spPr>
          <a:xfrm>
            <a:off x="855055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7" name="object 797"/>
          <p:cNvSpPr/>
          <p:nvPr/>
        </p:nvSpPr>
        <p:spPr>
          <a:xfrm>
            <a:off x="858112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8" name="object 798"/>
          <p:cNvSpPr/>
          <p:nvPr/>
        </p:nvSpPr>
        <p:spPr>
          <a:xfrm>
            <a:off x="8611855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9" name="object 799"/>
          <p:cNvSpPr/>
          <p:nvPr/>
        </p:nvSpPr>
        <p:spPr>
          <a:xfrm>
            <a:off x="864209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0" name="object 800"/>
          <p:cNvSpPr/>
          <p:nvPr/>
        </p:nvSpPr>
        <p:spPr>
          <a:xfrm>
            <a:off x="867265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1" name="object 801"/>
          <p:cNvSpPr/>
          <p:nvPr/>
        </p:nvSpPr>
        <p:spPr>
          <a:xfrm>
            <a:off x="870314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2" name="object 802"/>
          <p:cNvSpPr/>
          <p:nvPr/>
        </p:nvSpPr>
        <p:spPr>
          <a:xfrm>
            <a:off x="8733623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3" name="object 803"/>
          <p:cNvSpPr/>
          <p:nvPr/>
        </p:nvSpPr>
        <p:spPr>
          <a:xfrm>
            <a:off x="8761409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4" name="object 804"/>
          <p:cNvSpPr/>
          <p:nvPr/>
        </p:nvSpPr>
        <p:spPr>
          <a:xfrm>
            <a:off x="8794675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5" name="object 805"/>
          <p:cNvSpPr/>
          <p:nvPr/>
        </p:nvSpPr>
        <p:spPr>
          <a:xfrm>
            <a:off x="8825158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6" name="object 806"/>
          <p:cNvSpPr/>
          <p:nvPr/>
        </p:nvSpPr>
        <p:spPr>
          <a:xfrm>
            <a:off x="885571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7" name="object 807"/>
          <p:cNvSpPr/>
          <p:nvPr/>
        </p:nvSpPr>
        <p:spPr>
          <a:xfrm>
            <a:off x="888619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10" y="-7100"/>
                </a:moveTo>
                <a:lnTo>
                  <a:pt x="1810" y="155136"/>
                </a:lnTo>
              </a:path>
            </a:pathLst>
          </a:custGeom>
          <a:ln w="17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8" name="object 808"/>
          <p:cNvSpPr/>
          <p:nvPr/>
        </p:nvSpPr>
        <p:spPr>
          <a:xfrm>
            <a:off x="8916984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27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9" name="object 809"/>
          <p:cNvSpPr/>
          <p:nvPr/>
        </p:nvSpPr>
        <p:spPr>
          <a:xfrm>
            <a:off x="894725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0" name="object 810"/>
          <p:cNvSpPr/>
          <p:nvPr/>
        </p:nvSpPr>
        <p:spPr>
          <a:xfrm>
            <a:off x="897773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1" name="object 811"/>
          <p:cNvSpPr/>
          <p:nvPr/>
        </p:nvSpPr>
        <p:spPr>
          <a:xfrm>
            <a:off x="900821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10" y="-7100"/>
                </a:moveTo>
                <a:lnTo>
                  <a:pt x="1810" y="155136"/>
                </a:lnTo>
              </a:path>
            </a:pathLst>
          </a:custGeom>
          <a:ln w="17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2" name="object 812"/>
          <p:cNvSpPr/>
          <p:nvPr/>
        </p:nvSpPr>
        <p:spPr>
          <a:xfrm>
            <a:off x="903878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3" name="object 813"/>
          <p:cNvSpPr/>
          <p:nvPr/>
        </p:nvSpPr>
        <p:spPr>
          <a:xfrm>
            <a:off x="9066495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4" name="object 814"/>
          <p:cNvSpPr/>
          <p:nvPr/>
        </p:nvSpPr>
        <p:spPr>
          <a:xfrm>
            <a:off x="909975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5" name="object 815"/>
          <p:cNvSpPr/>
          <p:nvPr/>
        </p:nvSpPr>
        <p:spPr>
          <a:xfrm>
            <a:off x="913032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30" y="-7100"/>
                </a:moveTo>
                <a:lnTo>
                  <a:pt x="1730" y="155136"/>
                </a:lnTo>
              </a:path>
            </a:pathLst>
          </a:custGeom>
          <a:ln w="17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6" name="object 816"/>
          <p:cNvSpPr/>
          <p:nvPr/>
        </p:nvSpPr>
        <p:spPr>
          <a:xfrm>
            <a:off x="916080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7" name="object 817"/>
          <p:cNvSpPr/>
          <p:nvPr/>
        </p:nvSpPr>
        <p:spPr>
          <a:xfrm>
            <a:off x="919128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8" name="object 818"/>
          <p:cNvSpPr/>
          <p:nvPr/>
        </p:nvSpPr>
        <p:spPr>
          <a:xfrm>
            <a:off x="9222069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9" name="object 819"/>
          <p:cNvSpPr/>
          <p:nvPr/>
        </p:nvSpPr>
        <p:spPr>
          <a:xfrm>
            <a:off x="925233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0" name="object 820"/>
          <p:cNvSpPr/>
          <p:nvPr/>
        </p:nvSpPr>
        <p:spPr>
          <a:xfrm>
            <a:off x="928281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1" name="object 821"/>
          <p:cNvSpPr/>
          <p:nvPr/>
        </p:nvSpPr>
        <p:spPr>
          <a:xfrm>
            <a:off x="931343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2" name="object 822"/>
          <p:cNvSpPr/>
          <p:nvPr/>
        </p:nvSpPr>
        <p:spPr>
          <a:xfrm>
            <a:off x="934391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3" name="object 823"/>
          <p:cNvSpPr/>
          <p:nvPr/>
        </p:nvSpPr>
        <p:spPr>
          <a:xfrm>
            <a:off x="9371582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4" name="object 824"/>
          <p:cNvSpPr/>
          <p:nvPr/>
        </p:nvSpPr>
        <p:spPr>
          <a:xfrm>
            <a:off x="940496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5" name="object 825"/>
          <p:cNvSpPr/>
          <p:nvPr/>
        </p:nvSpPr>
        <p:spPr>
          <a:xfrm>
            <a:off x="9435449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6" name="object 826"/>
          <p:cNvSpPr/>
          <p:nvPr/>
        </p:nvSpPr>
        <p:spPr>
          <a:xfrm>
            <a:off x="9465931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7" name="object 827"/>
          <p:cNvSpPr/>
          <p:nvPr/>
        </p:nvSpPr>
        <p:spPr>
          <a:xfrm>
            <a:off x="949650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8" name="object 828"/>
          <p:cNvSpPr/>
          <p:nvPr/>
        </p:nvSpPr>
        <p:spPr>
          <a:xfrm>
            <a:off x="9527231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9" name="object 829"/>
          <p:cNvSpPr/>
          <p:nvPr/>
        </p:nvSpPr>
        <p:spPr>
          <a:xfrm>
            <a:off x="9557466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0" name="object 830"/>
          <p:cNvSpPr/>
          <p:nvPr/>
        </p:nvSpPr>
        <p:spPr>
          <a:xfrm>
            <a:off x="958803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1" name="object 831"/>
          <p:cNvSpPr/>
          <p:nvPr/>
        </p:nvSpPr>
        <p:spPr>
          <a:xfrm>
            <a:off x="9618517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2" name="object 832"/>
          <p:cNvSpPr/>
          <p:nvPr/>
        </p:nvSpPr>
        <p:spPr>
          <a:xfrm>
            <a:off x="9649000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3" name="object 833"/>
          <p:cNvSpPr/>
          <p:nvPr/>
        </p:nvSpPr>
        <p:spPr>
          <a:xfrm>
            <a:off x="9676742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4" name="object 834"/>
          <p:cNvSpPr/>
          <p:nvPr/>
        </p:nvSpPr>
        <p:spPr>
          <a:xfrm>
            <a:off x="9710052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5" name="object 835"/>
          <p:cNvSpPr/>
          <p:nvPr/>
        </p:nvSpPr>
        <p:spPr>
          <a:xfrm>
            <a:off x="9740534" y="3808546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89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6" name="object 836"/>
          <p:cNvSpPr/>
          <p:nvPr/>
        </p:nvSpPr>
        <p:spPr>
          <a:xfrm>
            <a:off x="9771438" y="3808546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7" name="object 837"/>
          <p:cNvSpPr/>
          <p:nvPr/>
        </p:nvSpPr>
        <p:spPr>
          <a:xfrm>
            <a:off x="9801576" y="3808546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8" y="-7100"/>
                </a:moveTo>
                <a:lnTo>
                  <a:pt x="1428" y="155136"/>
                </a:lnTo>
              </a:path>
            </a:pathLst>
          </a:custGeom>
          <a:ln w="170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8" name="object 838"/>
          <p:cNvSpPr/>
          <p:nvPr/>
        </p:nvSpPr>
        <p:spPr>
          <a:xfrm>
            <a:off x="9832565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9" name="object 839"/>
          <p:cNvSpPr/>
          <p:nvPr/>
        </p:nvSpPr>
        <p:spPr>
          <a:xfrm>
            <a:off x="9862714" y="3808546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0" name="object 840"/>
          <p:cNvSpPr/>
          <p:nvPr/>
        </p:nvSpPr>
        <p:spPr>
          <a:xfrm>
            <a:off x="9892863" y="3808546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1" name="object 841"/>
          <p:cNvSpPr/>
          <p:nvPr/>
        </p:nvSpPr>
        <p:spPr>
          <a:xfrm>
            <a:off x="9923852" y="3808546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2" name="object 842"/>
          <p:cNvSpPr/>
          <p:nvPr/>
        </p:nvSpPr>
        <p:spPr>
          <a:xfrm>
            <a:off x="9954000" y="3808546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3" name="object 843"/>
          <p:cNvSpPr/>
          <p:nvPr/>
        </p:nvSpPr>
        <p:spPr>
          <a:xfrm>
            <a:off x="9982161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4" name="object 844"/>
          <p:cNvSpPr/>
          <p:nvPr/>
        </p:nvSpPr>
        <p:spPr>
          <a:xfrm>
            <a:off x="10015128" y="3808546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21" y="-7100"/>
                </a:moveTo>
                <a:lnTo>
                  <a:pt x="2121" y="155136"/>
                </a:lnTo>
              </a:path>
            </a:pathLst>
          </a:custGeom>
          <a:ln w="184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5" name="object 845"/>
          <p:cNvSpPr/>
          <p:nvPr/>
        </p:nvSpPr>
        <p:spPr>
          <a:xfrm>
            <a:off x="10045233" y="3808546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47" y="-7100"/>
                </a:moveTo>
                <a:lnTo>
                  <a:pt x="2147" y="155136"/>
                </a:lnTo>
              </a:path>
            </a:pathLst>
          </a:custGeom>
          <a:ln w="18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6" name="object 846"/>
          <p:cNvSpPr/>
          <p:nvPr/>
        </p:nvSpPr>
        <p:spPr>
          <a:xfrm>
            <a:off x="10076265" y="3808546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7" name="object 847"/>
          <p:cNvSpPr/>
          <p:nvPr/>
        </p:nvSpPr>
        <p:spPr>
          <a:xfrm>
            <a:off x="10106414" y="3808546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8" name="object 848"/>
          <p:cNvSpPr/>
          <p:nvPr/>
        </p:nvSpPr>
        <p:spPr>
          <a:xfrm>
            <a:off x="10137404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9" name="object 849"/>
          <p:cNvSpPr/>
          <p:nvPr/>
        </p:nvSpPr>
        <p:spPr>
          <a:xfrm>
            <a:off x="10167541" y="3808546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21" y="-7100"/>
                </a:moveTo>
                <a:lnTo>
                  <a:pt x="2121" y="155136"/>
                </a:lnTo>
              </a:path>
            </a:pathLst>
          </a:custGeom>
          <a:ln w="184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0" name="object 850"/>
          <p:cNvSpPr/>
          <p:nvPr/>
        </p:nvSpPr>
        <p:spPr>
          <a:xfrm>
            <a:off x="10198529" y="3808546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1" name="object 851"/>
          <p:cNvSpPr/>
          <p:nvPr/>
        </p:nvSpPr>
        <p:spPr>
          <a:xfrm>
            <a:off x="10228678" y="3808546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2" name="object 852"/>
          <p:cNvSpPr/>
          <p:nvPr/>
        </p:nvSpPr>
        <p:spPr>
          <a:xfrm>
            <a:off x="10258828" y="3808546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3" name="object 853"/>
          <p:cNvSpPr/>
          <p:nvPr/>
        </p:nvSpPr>
        <p:spPr>
          <a:xfrm>
            <a:off x="10286989" y="3801647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4" name="object 854"/>
          <p:cNvSpPr/>
          <p:nvPr/>
        </p:nvSpPr>
        <p:spPr>
          <a:xfrm>
            <a:off x="10319966" y="3808546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5" name="object 855"/>
          <p:cNvSpPr/>
          <p:nvPr/>
        </p:nvSpPr>
        <p:spPr>
          <a:xfrm>
            <a:off x="10350944" y="3808546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8" y="-7100"/>
                </a:moveTo>
                <a:lnTo>
                  <a:pt x="1428" y="155136"/>
                </a:lnTo>
              </a:path>
            </a:pathLst>
          </a:custGeom>
          <a:ln w="170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6" name="object 856"/>
          <p:cNvSpPr/>
          <p:nvPr/>
        </p:nvSpPr>
        <p:spPr>
          <a:xfrm>
            <a:off x="10381093" y="3808546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21" y="-7100"/>
                </a:moveTo>
                <a:lnTo>
                  <a:pt x="2121" y="155136"/>
                </a:lnTo>
              </a:path>
            </a:pathLst>
          </a:custGeom>
          <a:ln w="184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7" name="object 857"/>
          <p:cNvSpPr/>
          <p:nvPr/>
        </p:nvSpPr>
        <p:spPr>
          <a:xfrm>
            <a:off x="10412081" y="3808546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8" name="object 858"/>
          <p:cNvSpPr/>
          <p:nvPr/>
        </p:nvSpPr>
        <p:spPr>
          <a:xfrm>
            <a:off x="10442230" y="3808794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9" name="object 859"/>
          <p:cNvSpPr/>
          <p:nvPr/>
        </p:nvSpPr>
        <p:spPr>
          <a:xfrm>
            <a:off x="10473219" y="3808546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0" name="object 860"/>
          <p:cNvSpPr/>
          <p:nvPr/>
        </p:nvSpPr>
        <p:spPr>
          <a:xfrm>
            <a:off x="10503368" y="3808546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1" name="object 861"/>
          <p:cNvSpPr/>
          <p:nvPr/>
        </p:nvSpPr>
        <p:spPr>
          <a:xfrm>
            <a:off x="10533506" y="3808546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89">
                <a:moveTo>
                  <a:pt x="2121" y="-7100"/>
                </a:moveTo>
                <a:lnTo>
                  <a:pt x="2121" y="155136"/>
                </a:lnTo>
              </a:path>
            </a:pathLst>
          </a:custGeom>
          <a:ln w="184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2" name="object 862"/>
          <p:cNvSpPr/>
          <p:nvPr/>
        </p:nvSpPr>
        <p:spPr>
          <a:xfrm>
            <a:off x="10564495" y="3808546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89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3" name="object 863"/>
          <p:cNvSpPr/>
          <p:nvPr/>
        </p:nvSpPr>
        <p:spPr>
          <a:xfrm>
            <a:off x="10590602" y="3801647"/>
            <a:ext cx="0" cy="284948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835"/>
                </a:lnTo>
              </a:path>
            </a:pathLst>
          </a:custGeom>
          <a:ln w="18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4" name="object 864"/>
          <p:cNvSpPr/>
          <p:nvPr/>
        </p:nvSpPr>
        <p:spPr>
          <a:xfrm>
            <a:off x="1462290" y="3982574"/>
            <a:ext cx="52096" cy="7815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5" name="object 865"/>
          <p:cNvSpPr/>
          <p:nvPr/>
        </p:nvSpPr>
        <p:spPr>
          <a:xfrm>
            <a:off x="1767408" y="3983919"/>
            <a:ext cx="44863" cy="753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6" name="object 866"/>
          <p:cNvSpPr/>
          <p:nvPr/>
        </p:nvSpPr>
        <p:spPr>
          <a:xfrm>
            <a:off x="2072495" y="3982574"/>
            <a:ext cx="47887" cy="76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7" name="object 867"/>
          <p:cNvSpPr/>
          <p:nvPr/>
        </p:nvSpPr>
        <p:spPr>
          <a:xfrm>
            <a:off x="2377665" y="3982574"/>
            <a:ext cx="49610" cy="7815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8" name="object 868"/>
          <p:cNvSpPr/>
          <p:nvPr/>
        </p:nvSpPr>
        <p:spPr>
          <a:xfrm>
            <a:off x="2682741" y="3983919"/>
            <a:ext cx="54873" cy="7534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9" name="object 869"/>
          <p:cNvSpPr/>
          <p:nvPr/>
        </p:nvSpPr>
        <p:spPr>
          <a:xfrm>
            <a:off x="2987827" y="3983919"/>
            <a:ext cx="48770" cy="768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0" name="object 870"/>
          <p:cNvSpPr/>
          <p:nvPr/>
        </p:nvSpPr>
        <p:spPr>
          <a:xfrm>
            <a:off x="3292983" y="3982574"/>
            <a:ext cx="52069" cy="7815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1" name="object 871"/>
          <p:cNvSpPr/>
          <p:nvPr/>
        </p:nvSpPr>
        <p:spPr>
          <a:xfrm>
            <a:off x="3598117" y="3983919"/>
            <a:ext cx="48393" cy="7534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2" name="object 872"/>
          <p:cNvSpPr/>
          <p:nvPr/>
        </p:nvSpPr>
        <p:spPr>
          <a:xfrm>
            <a:off x="3903204" y="3982574"/>
            <a:ext cx="51676" cy="7815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3" name="object 873"/>
          <p:cNvSpPr/>
          <p:nvPr/>
        </p:nvSpPr>
        <p:spPr>
          <a:xfrm>
            <a:off x="4208289" y="3982574"/>
            <a:ext cx="52010" cy="7815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4" name="object 874"/>
          <p:cNvSpPr/>
          <p:nvPr/>
        </p:nvSpPr>
        <p:spPr>
          <a:xfrm>
            <a:off x="4518294" y="3982574"/>
            <a:ext cx="113309" cy="78154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5" name="object 875"/>
          <p:cNvSpPr/>
          <p:nvPr/>
        </p:nvSpPr>
        <p:spPr>
          <a:xfrm>
            <a:off x="4818537" y="3983919"/>
            <a:ext cx="110661" cy="7534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6" name="object 876"/>
          <p:cNvSpPr/>
          <p:nvPr/>
        </p:nvSpPr>
        <p:spPr>
          <a:xfrm>
            <a:off x="5123622" y="3982574"/>
            <a:ext cx="109865" cy="7669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7" name="object 877"/>
          <p:cNvSpPr/>
          <p:nvPr/>
        </p:nvSpPr>
        <p:spPr>
          <a:xfrm>
            <a:off x="5428795" y="3982574"/>
            <a:ext cx="111834" cy="7815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8" name="object 878"/>
          <p:cNvSpPr/>
          <p:nvPr/>
        </p:nvSpPr>
        <p:spPr>
          <a:xfrm>
            <a:off x="5733870" y="3983919"/>
            <a:ext cx="114364" cy="7534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9" name="object 879"/>
          <p:cNvSpPr/>
          <p:nvPr/>
        </p:nvSpPr>
        <p:spPr>
          <a:xfrm>
            <a:off x="6038956" y="3983919"/>
            <a:ext cx="111167" cy="7680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0" name="object 880"/>
          <p:cNvSpPr/>
          <p:nvPr/>
        </p:nvSpPr>
        <p:spPr>
          <a:xfrm>
            <a:off x="6344128" y="3982574"/>
            <a:ext cx="113689" cy="7815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1" name="object 881"/>
          <p:cNvSpPr/>
          <p:nvPr/>
        </p:nvSpPr>
        <p:spPr>
          <a:xfrm>
            <a:off x="6649205" y="3983919"/>
            <a:ext cx="111339" cy="7534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2" name="object 882"/>
          <p:cNvSpPr/>
          <p:nvPr/>
        </p:nvSpPr>
        <p:spPr>
          <a:xfrm>
            <a:off x="6954288" y="3982574"/>
            <a:ext cx="113193" cy="7815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3" name="object 883"/>
          <p:cNvSpPr/>
          <p:nvPr/>
        </p:nvSpPr>
        <p:spPr>
          <a:xfrm>
            <a:off x="7259416" y="3982574"/>
            <a:ext cx="112949" cy="7815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4" name="object 884"/>
          <p:cNvSpPr/>
          <p:nvPr/>
        </p:nvSpPr>
        <p:spPr>
          <a:xfrm>
            <a:off x="7560804" y="3982574"/>
            <a:ext cx="117092" cy="7815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5" name="object 885"/>
          <p:cNvSpPr/>
          <p:nvPr/>
        </p:nvSpPr>
        <p:spPr>
          <a:xfrm>
            <a:off x="7865874" y="3982574"/>
            <a:ext cx="114406" cy="7669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6" name="object 886"/>
          <p:cNvSpPr/>
          <p:nvPr/>
        </p:nvSpPr>
        <p:spPr>
          <a:xfrm>
            <a:off x="8476137" y="3982574"/>
            <a:ext cx="115619" cy="7815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7" name="object 887"/>
          <p:cNvSpPr/>
          <p:nvPr/>
        </p:nvSpPr>
        <p:spPr>
          <a:xfrm>
            <a:off x="8170964" y="3982574"/>
            <a:ext cx="113650" cy="76691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8" name="object 888"/>
          <p:cNvSpPr/>
          <p:nvPr/>
        </p:nvSpPr>
        <p:spPr>
          <a:xfrm>
            <a:off x="8781220" y="3982574"/>
            <a:ext cx="118140" cy="76691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9" name="object 889"/>
          <p:cNvSpPr/>
          <p:nvPr/>
        </p:nvSpPr>
        <p:spPr>
          <a:xfrm>
            <a:off x="9086297" y="3982574"/>
            <a:ext cx="114952" cy="78154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0" name="object 890"/>
          <p:cNvSpPr/>
          <p:nvPr/>
        </p:nvSpPr>
        <p:spPr>
          <a:xfrm>
            <a:off x="9391469" y="3982574"/>
            <a:ext cx="117473" cy="78154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1" name="object 891"/>
          <p:cNvSpPr/>
          <p:nvPr/>
        </p:nvSpPr>
        <p:spPr>
          <a:xfrm>
            <a:off x="9696553" y="3982574"/>
            <a:ext cx="115117" cy="7669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2" name="object 892"/>
          <p:cNvSpPr/>
          <p:nvPr/>
        </p:nvSpPr>
        <p:spPr>
          <a:xfrm>
            <a:off x="10001972" y="3982574"/>
            <a:ext cx="116247" cy="78154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3" name="object 893"/>
          <p:cNvSpPr/>
          <p:nvPr/>
        </p:nvSpPr>
        <p:spPr>
          <a:xfrm>
            <a:off x="10306802" y="3982574"/>
            <a:ext cx="116231" cy="78154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4" name="object 894"/>
          <p:cNvSpPr/>
          <p:nvPr/>
        </p:nvSpPr>
        <p:spPr>
          <a:xfrm>
            <a:off x="1438679" y="530856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5" name="object 895"/>
          <p:cNvSpPr/>
          <p:nvPr/>
        </p:nvSpPr>
        <p:spPr>
          <a:xfrm>
            <a:off x="1471999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6" name="object 896"/>
          <p:cNvSpPr/>
          <p:nvPr/>
        </p:nvSpPr>
        <p:spPr>
          <a:xfrm>
            <a:off x="1502481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7" name="object 897"/>
          <p:cNvSpPr/>
          <p:nvPr/>
        </p:nvSpPr>
        <p:spPr>
          <a:xfrm>
            <a:off x="1533007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8" name="object 898"/>
          <p:cNvSpPr/>
          <p:nvPr/>
        </p:nvSpPr>
        <p:spPr>
          <a:xfrm>
            <a:off x="1563533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90">
                <a:moveTo>
                  <a:pt x="1730" y="-7100"/>
                </a:moveTo>
                <a:lnTo>
                  <a:pt x="1730" y="155136"/>
                </a:lnTo>
              </a:path>
            </a:pathLst>
          </a:custGeom>
          <a:ln w="17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9" name="object 899"/>
          <p:cNvSpPr/>
          <p:nvPr/>
        </p:nvSpPr>
        <p:spPr>
          <a:xfrm>
            <a:off x="1594264" y="5315710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0" name="object 900"/>
          <p:cNvSpPr/>
          <p:nvPr/>
        </p:nvSpPr>
        <p:spPr>
          <a:xfrm>
            <a:off x="1624542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10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1" name="object 901"/>
          <p:cNvSpPr/>
          <p:nvPr/>
        </p:nvSpPr>
        <p:spPr>
          <a:xfrm>
            <a:off x="6353837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2" name="object 902"/>
          <p:cNvSpPr/>
          <p:nvPr/>
        </p:nvSpPr>
        <p:spPr>
          <a:xfrm>
            <a:off x="6384320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3" name="object 903"/>
          <p:cNvSpPr/>
          <p:nvPr/>
        </p:nvSpPr>
        <p:spPr>
          <a:xfrm>
            <a:off x="6414803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4" name="object 904"/>
          <p:cNvSpPr/>
          <p:nvPr/>
        </p:nvSpPr>
        <p:spPr>
          <a:xfrm>
            <a:off x="6445371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5" name="object 905"/>
          <p:cNvSpPr/>
          <p:nvPr/>
        </p:nvSpPr>
        <p:spPr>
          <a:xfrm>
            <a:off x="6476102" y="5315710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6" name="object 906"/>
          <p:cNvSpPr/>
          <p:nvPr/>
        </p:nvSpPr>
        <p:spPr>
          <a:xfrm>
            <a:off x="6506337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7" name="object 907"/>
          <p:cNvSpPr/>
          <p:nvPr/>
        </p:nvSpPr>
        <p:spPr>
          <a:xfrm>
            <a:off x="6536906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8" name="object 908"/>
          <p:cNvSpPr/>
          <p:nvPr/>
        </p:nvSpPr>
        <p:spPr>
          <a:xfrm>
            <a:off x="6567388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9" name="object 909"/>
          <p:cNvSpPr/>
          <p:nvPr/>
        </p:nvSpPr>
        <p:spPr>
          <a:xfrm>
            <a:off x="6597872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0" name="object 910"/>
          <p:cNvSpPr/>
          <p:nvPr/>
        </p:nvSpPr>
        <p:spPr>
          <a:xfrm>
            <a:off x="6625613" y="530856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1" name="object 911"/>
          <p:cNvSpPr/>
          <p:nvPr/>
        </p:nvSpPr>
        <p:spPr>
          <a:xfrm>
            <a:off x="6658923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2" name="object 912"/>
          <p:cNvSpPr/>
          <p:nvPr/>
        </p:nvSpPr>
        <p:spPr>
          <a:xfrm>
            <a:off x="6689406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3" name="object 913"/>
          <p:cNvSpPr/>
          <p:nvPr/>
        </p:nvSpPr>
        <p:spPr>
          <a:xfrm>
            <a:off x="6719975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4" name="object 914"/>
          <p:cNvSpPr/>
          <p:nvPr/>
        </p:nvSpPr>
        <p:spPr>
          <a:xfrm>
            <a:off x="6750457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5" name="object 915"/>
          <p:cNvSpPr/>
          <p:nvPr/>
        </p:nvSpPr>
        <p:spPr>
          <a:xfrm>
            <a:off x="6781188" y="5315710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6" name="object 916"/>
          <p:cNvSpPr/>
          <p:nvPr/>
        </p:nvSpPr>
        <p:spPr>
          <a:xfrm>
            <a:off x="6811499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7" name="object 917"/>
          <p:cNvSpPr/>
          <p:nvPr/>
        </p:nvSpPr>
        <p:spPr>
          <a:xfrm>
            <a:off x="6841981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8" name="object 918"/>
          <p:cNvSpPr/>
          <p:nvPr/>
        </p:nvSpPr>
        <p:spPr>
          <a:xfrm>
            <a:off x="6872464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9" name="object 919"/>
          <p:cNvSpPr/>
          <p:nvPr/>
        </p:nvSpPr>
        <p:spPr>
          <a:xfrm>
            <a:off x="6903032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04" y="-7100"/>
                </a:moveTo>
                <a:lnTo>
                  <a:pt x="1704" y="155136"/>
                </a:lnTo>
              </a:path>
            </a:pathLst>
          </a:custGeom>
          <a:ln w="1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0" name="object 920"/>
          <p:cNvSpPr/>
          <p:nvPr/>
        </p:nvSpPr>
        <p:spPr>
          <a:xfrm>
            <a:off x="6930722" y="530856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1" name="object 921"/>
          <p:cNvSpPr/>
          <p:nvPr/>
        </p:nvSpPr>
        <p:spPr>
          <a:xfrm>
            <a:off x="6963998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2" name="object 922"/>
          <p:cNvSpPr/>
          <p:nvPr/>
        </p:nvSpPr>
        <p:spPr>
          <a:xfrm>
            <a:off x="6994481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3" name="object 923"/>
          <p:cNvSpPr/>
          <p:nvPr/>
        </p:nvSpPr>
        <p:spPr>
          <a:xfrm>
            <a:off x="7025050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4" name="object 924"/>
          <p:cNvSpPr/>
          <p:nvPr/>
        </p:nvSpPr>
        <p:spPr>
          <a:xfrm>
            <a:off x="7055533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5" name="object 925"/>
          <p:cNvSpPr/>
          <p:nvPr/>
        </p:nvSpPr>
        <p:spPr>
          <a:xfrm>
            <a:off x="7086274" y="5315710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6" name="object 926"/>
          <p:cNvSpPr/>
          <p:nvPr/>
        </p:nvSpPr>
        <p:spPr>
          <a:xfrm>
            <a:off x="7116584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7" name="object 927"/>
          <p:cNvSpPr/>
          <p:nvPr/>
        </p:nvSpPr>
        <p:spPr>
          <a:xfrm>
            <a:off x="7147067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8" name="object 928"/>
          <p:cNvSpPr/>
          <p:nvPr/>
        </p:nvSpPr>
        <p:spPr>
          <a:xfrm>
            <a:off x="7177550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9" name="object 929"/>
          <p:cNvSpPr/>
          <p:nvPr/>
        </p:nvSpPr>
        <p:spPr>
          <a:xfrm>
            <a:off x="7208119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0" name="object 930"/>
          <p:cNvSpPr/>
          <p:nvPr/>
        </p:nvSpPr>
        <p:spPr>
          <a:xfrm>
            <a:off x="7235805" y="530856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1" name="object 931"/>
          <p:cNvSpPr/>
          <p:nvPr/>
        </p:nvSpPr>
        <p:spPr>
          <a:xfrm>
            <a:off x="7269084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2" name="object 932"/>
          <p:cNvSpPr/>
          <p:nvPr/>
        </p:nvSpPr>
        <p:spPr>
          <a:xfrm>
            <a:off x="7299653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3" name="object 933"/>
          <p:cNvSpPr/>
          <p:nvPr/>
        </p:nvSpPr>
        <p:spPr>
          <a:xfrm>
            <a:off x="7330136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4" name="object 934"/>
          <p:cNvSpPr/>
          <p:nvPr/>
        </p:nvSpPr>
        <p:spPr>
          <a:xfrm>
            <a:off x="7360619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5" name="object 935"/>
          <p:cNvSpPr/>
          <p:nvPr/>
        </p:nvSpPr>
        <p:spPr>
          <a:xfrm>
            <a:off x="7391435" y="5315710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6" name="object 936"/>
          <p:cNvSpPr/>
          <p:nvPr/>
        </p:nvSpPr>
        <p:spPr>
          <a:xfrm>
            <a:off x="7421670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7" name="object 937"/>
          <p:cNvSpPr/>
          <p:nvPr/>
        </p:nvSpPr>
        <p:spPr>
          <a:xfrm>
            <a:off x="7452153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8" name="object 938"/>
          <p:cNvSpPr/>
          <p:nvPr/>
        </p:nvSpPr>
        <p:spPr>
          <a:xfrm>
            <a:off x="7482721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9" name="object 939"/>
          <p:cNvSpPr/>
          <p:nvPr/>
        </p:nvSpPr>
        <p:spPr>
          <a:xfrm>
            <a:off x="7513205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0" name="object 940"/>
          <p:cNvSpPr/>
          <p:nvPr/>
        </p:nvSpPr>
        <p:spPr>
          <a:xfrm>
            <a:off x="7540882" y="530856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1" name="object 941"/>
          <p:cNvSpPr/>
          <p:nvPr/>
        </p:nvSpPr>
        <p:spPr>
          <a:xfrm>
            <a:off x="7574256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2" name="object 942"/>
          <p:cNvSpPr/>
          <p:nvPr/>
        </p:nvSpPr>
        <p:spPr>
          <a:xfrm>
            <a:off x="7604739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3" name="object 943"/>
          <p:cNvSpPr/>
          <p:nvPr/>
        </p:nvSpPr>
        <p:spPr>
          <a:xfrm>
            <a:off x="7635222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4" name="object 944"/>
          <p:cNvSpPr/>
          <p:nvPr/>
        </p:nvSpPr>
        <p:spPr>
          <a:xfrm>
            <a:off x="7665790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5" name="object 945"/>
          <p:cNvSpPr/>
          <p:nvPr/>
        </p:nvSpPr>
        <p:spPr>
          <a:xfrm>
            <a:off x="7696521" y="5315710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6" name="object 946"/>
          <p:cNvSpPr/>
          <p:nvPr/>
        </p:nvSpPr>
        <p:spPr>
          <a:xfrm>
            <a:off x="7726757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7" name="object 947"/>
          <p:cNvSpPr/>
          <p:nvPr/>
        </p:nvSpPr>
        <p:spPr>
          <a:xfrm>
            <a:off x="7757325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8" name="object 948"/>
          <p:cNvSpPr/>
          <p:nvPr/>
        </p:nvSpPr>
        <p:spPr>
          <a:xfrm>
            <a:off x="7787808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9" name="object 949"/>
          <p:cNvSpPr/>
          <p:nvPr/>
        </p:nvSpPr>
        <p:spPr>
          <a:xfrm>
            <a:off x="7818290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0" name="object 950"/>
          <p:cNvSpPr/>
          <p:nvPr/>
        </p:nvSpPr>
        <p:spPr>
          <a:xfrm>
            <a:off x="7846054" y="530856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1" name="object 951"/>
          <p:cNvSpPr/>
          <p:nvPr/>
        </p:nvSpPr>
        <p:spPr>
          <a:xfrm>
            <a:off x="7879332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2" name="object 952"/>
          <p:cNvSpPr/>
          <p:nvPr/>
        </p:nvSpPr>
        <p:spPr>
          <a:xfrm>
            <a:off x="7909825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3" name="object 953"/>
          <p:cNvSpPr/>
          <p:nvPr/>
        </p:nvSpPr>
        <p:spPr>
          <a:xfrm>
            <a:off x="7940383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4" name="object 954"/>
          <p:cNvSpPr/>
          <p:nvPr/>
        </p:nvSpPr>
        <p:spPr>
          <a:xfrm>
            <a:off x="7970866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5" name="object 955"/>
          <p:cNvSpPr/>
          <p:nvPr/>
        </p:nvSpPr>
        <p:spPr>
          <a:xfrm>
            <a:off x="8001607" y="5315710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6" name="object 956"/>
          <p:cNvSpPr/>
          <p:nvPr/>
        </p:nvSpPr>
        <p:spPr>
          <a:xfrm>
            <a:off x="8031917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7" name="object 957"/>
          <p:cNvSpPr/>
          <p:nvPr/>
        </p:nvSpPr>
        <p:spPr>
          <a:xfrm>
            <a:off x="8062401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8" name="object 958"/>
          <p:cNvSpPr/>
          <p:nvPr/>
        </p:nvSpPr>
        <p:spPr>
          <a:xfrm>
            <a:off x="8092883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75" y="-7100"/>
                </a:moveTo>
                <a:lnTo>
                  <a:pt x="1775" y="155136"/>
                </a:lnTo>
              </a:path>
            </a:pathLst>
          </a:custGeom>
          <a:ln w="17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9" name="object 959"/>
          <p:cNvSpPr/>
          <p:nvPr/>
        </p:nvSpPr>
        <p:spPr>
          <a:xfrm>
            <a:off x="8123452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0" name="object 960"/>
          <p:cNvSpPr/>
          <p:nvPr/>
        </p:nvSpPr>
        <p:spPr>
          <a:xfrm>
            <a:off x="8151141" y="530856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6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1" name="object 961"/>
          <p:cNvSpPr/>
          <p:nvPr/>
        </p:nvSpPr>
        <p:spPr>
          <a:xfrm>
            <a:off x="8184418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2" name="object 962"/>
          <p:cNvSpPr/>
          <p:nvPr/>
        </p:nvSpPr>
        <p:spPr>
          <a:xfrm>
            <a:off x="8214986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3" name="object 963"/>
          <p:cNvSpPr/>
          <p:nvPr/>
        </p:nvSpPr>
        <p:spPr>
          <a:xfrm>
            <a:off x="8245469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4" name="object 964"/>
          <p:cNvSpPr/>
          <p:nvPr/>
        </p:nvSpPr>
        <p:spPr>
          <a:xfrm>
            <a:off x="8275951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5" name="object 965"/>
          <p:cNvSpPr/>
          <p:nvPr/>
        </p:nvSpPr>
        <p:spPr>
          <a:xfrm>
            <a:off x="8306768" y="5315710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715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6" name="object 966"/>
          <p:cNvSpPr/>
          <p:nvPr/>
        </p:nvSpPr>
        <p:spPr>
          <a:xfrm>
            <a:off x="8337003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7" name="object 967"/>
          <p:cNvSpPr/>
          <p:nvPr/>
        </p:nvSpPr>
        <p:spPr>
          <a:xfrm>
            <a:off x="8367486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8" name="object 968"/>
          <p:cNvSpPr/>
          <p:nvPr/>
        </p:nvSpPr>
        <p:spPr>
          <a:xfrm>
            <a:off x="8398055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9" name="object 969"/>
          <p:cNvSpPr/>
          <p:nvPr/>
        </p:nvSpPr>
        <p:spPr>
          <a:xfrm>
            <a:off x="8428538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0" name="object 970"/>
          <p:cNvSpPr/>
          <p:nvPr/>
        </p:nvSpPr>
        <p:spPr>
          <a:xfrm>
            <a:off x="8456237" y="530856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1" name="object 971"/>
          <p:cNvSpPr/>
          <p:nvPr/>
        </p:nvSpPr>
        <p:spPr>
          <a:xfrm>
            <a:off x="8489590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2" name="object 972"/>
          <p:cNvSpPr/>
          <p:nvPr/>
        </p:nvSpPr>
        <p:spPr>
          <a:xfrm>
            <a:off x="8520073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3" name="object 973"/>
          <p:cNvSpPr/>
          <p:nvPr/>
        </p:nvSpPr>
        <p:spPr>
          <a:xfrm>
            <a:off x="8550555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4" name="object 974"/>
          <p:cNvSpPr/>
          <p:nvPr/>
        </p:nvSpPr>
        <p:spPr>
          <a:xfrm>
            <a:off x="8581123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5" name="object 975"/>
          <p:cNvSpPr/>
          <p:nvPr/>
        </p:nvSpPr>
        <p:spPr>
          <a:xfrm>
            <a:off x="8611855" y="5315710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6" name="object 976"/>
          <p:cNvSpPr/>
          <p:nvPr/>
        </p:nvSpPr>
        <p:spPr>
          <a:xfrm>
            <a:off x="8642090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7" name="object 977"/>
          <p:cNvSpPr/>
          <p:nvPr/>
        </p:nvSpPr>
        <p:spPr>
          <a:xfrm>
            <a:off x="8672658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8" name="object 978"/>
          <p:cNvSpPr/>
          <p:nvPr/>
        </p:nvSpPr>
        <p:spPr>
          <a:xfrm>
            <a:off x="8703141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9" name="object 979"/>
          <p:cNvSpPr/>
          <p:nvPr/>
        </p:nvSpPr>
        <p:spPr>
          <a:xfrm>
            <a:off x="8733623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0" name="object 980"/>
          <p:cNvSpPr/>
          <p:nvPr/>
        </p:nvSpPr>
        <p:spPr>
          <a:xfrm>
            <a:off x="8761409" y="530856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1" name="object 981"/>
          <p:cNvSpPr/>
          <p:nvPr/>
        </p:nvSpPr>
        <p:spPr>
          <a:xfrm>
            <a:off x="8794675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2" name="object 982"/>
          <p:cNvSpPr/>
          <p:nvPr/>
        </p:nvSpPr>
        <p:spPr>
          <a:xfrm>
            <a:off x="8825158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3" name="object 983"/>
          <p:cNvSpPr/>
          <p:nvPr/>
        </p:nvSpPr>
        <p:spPr>
          <a:xfrm>
            <a:off x="8855716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4" name="object 984"/>
          <p:cNvSpPr/>
          <p:nvPr/>
        </p:nvSpPr>
        <p:spPr>
          <a:xfrm>
            <a:off x="8886199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10" y="-7100"/>
                </a:moveTo>
                <a:lnTo>
                  <a:pt x="1810" y="155136"/>
                </a:lnTo>
              </a:path>
            </a:pathLst>
          </a:custGeom>
          <a:ln w="17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5" name="object 985"/>
          <p:cNvSpPr/>
          <p:nvPr/>
        </p:nvSpPr>
        <p:spPr>
          <a:xfrm>
            <a:off x="8916984" y="5315710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27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6" name="object 986"/>
          <p:cNvSpPr/>
          <p:nvPr/>
        </p:nvSpPr>
        <p:spPr>
          <a:xfrm>
            <a:off x="8947251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7" name="object 987"/>
          <p:cNvSpPr/>
          <p:nvPr/>
        </p:nvSpPr>
        <p:spPr>
          <a:xfrm>
            <a:off x="8977734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8" name="object 988"/>
          <p:cNvSpPr/>
          <p:nvPr/>
        </p:nvSpPr>
        <p:spPr>
          <a:xfrm>
            <a:off x="9008216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10" y="-7100"/>
                </a:moveTo>
                <a:lnTo>
                  <a:pt x="1810" y="155136"/>
                </a:lnTo>
              </a:path>
            </a:pathLst>
          </a:custGeom>
          <a:ln w="17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9" name="object 989"/>
          <p:cNvSpPr/>
          <p:nvPr/>
        </p:nvSpPr>
        <p:spPr>
          <a:xfrm>
            <a:off x="9038786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39" y="-7100"/>
                </a:moveTo>
                <a:lnTo>
                  <a:pt x="1739" y="155136"/>
                </a:lnTo>
              </a:path>
            </a:pathLst>
          </a:custGeom>
          <a:ln w="17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0" name="object 990"/>
          <p:cNvSpPr/>
          <p:nvPr/>
        </p:nvSpPr>
        <p:spPr>
          <a:xfrm>
            <a:off x="9066495" y="530856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1" name="object 991"/>
          <p:cNvSpPr/>
          <p:nvPr/>
        </p:nvSpPr>
        <p:spPr>
          <a:xfrm>
            <a:off x="9099751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2" name="object 992"/>
          <p:cNvSpPr/>
          <p:nvPr/>
        </p:nvSpPr>
        <p:spPr>
          <a:xfrm>
            <a:off x="9130320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30" y="-7100"/>
                </a:moveTo>
                <a:lnTo>
                  <a:pt x="1730" y="155136"/>
                </a:lnTo>
              </a:path>
            </a:pathLst>
          </a:custGeom>
          <a:ln w="17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3" name="object 993"/>
          <p:cNvSpPr/>
          <p:nvPr/>
        </p:nvSpPr>
        <p:spPr>
          <a:xfrm>
            <a:off x="9160802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4" name="object 994"/>
          <p:cNvSpPr/>
          <p:nvPr/>
        </p:nvSpPr>
        <p:spPr>
          <a:xfrm>
            <a:off x="9191286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5" name="object 995"/>
          <p:cNvSpPr/>
          <p:nvPr/>
        </p:nvSpPr>
        <p:spPr>
          <a:xfrm>
            <a:off x="9222069" y="5315710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6" name="object 996"/>
          <p:cNvSpPr/>
          <p:nvPr/>
        </p:nvSpPr>
        <p:spPr>
          <a:xfrm>
            <a:off x="9252336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7" name="object 997"/>
          <p:cNvSpPr/>
          <p:nvPr/>
        </p:nvSpPr>
        <p:spPr>
          <a:xfrm>
            <a:off x="9282819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801" y="-7100"/>
                </a:moveTo>
                <a:lnTo>
                  <a:pt x="1801" y="155136"/>
                </a:lnTo>
              </a:path>
            </a:pathLst>
          </a:custGeom>
          <a:ln w="17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8" name="object 998"/>
          <p:cNvSpPr/>
          <p:nvPr/>
        </p:nvSpPr>
        <p:spPr>
          <a:xfrm>
            <a:off x="9313432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9" name="object 999"/>
          <p:cNvSpPr/>
          <p:nvPr/>
        </p:nvSpPr>
        <p:spPr>
          <a:xfrm>
            <a:off x="9343914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0" name="object 1000"/>
          <p:cNvSpPr/>
          <p:nvPr/>
        </p:nvSpPr>
        <p:spPr>
          <a:xfrm>
            <a:off x="9371582" y="530856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1" name="object 1001"/>
          <p:cNvSpPr/>
          <p:nvPr/>
        </p:nvSpPr>
        <p:spPr>
          <a:xfrm>
            <a:off x="9404966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2" name="object 1002"/>
          <p:cNvSpPr/>
          <p:nvPr/>
        </p:nvSpPr>
        <p:spPr>
          <a:xfrm>
            <a:off x="9435449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3" name="object 1003"/>
          <p:cNvSpPr/>
          <p:nvPr/>
        </p:nvSpPr>
        <p:spPr>
          <a:xfrm>
            <a:off x="9465931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4" name="object 1004"/>
          <p:cNvSpPr/>
          <p:nvPr/>
        </p:nvSpPr>
        <p:spPr>
          <a:xfrm>
            <a:off x="9496500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5" name="object 1005"/>
          <p:cNvSpPr/>
          <p:nvPr/>
        </p:nvSpPr>
        <p:spPr>
          <a:xfrm>
            <a:off x="9527231" y="5315710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698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6" name="object 1006"/>
          <p:cNvSpPr/>
          <p:nvPr/>
        </p:nvSpPr>
        <p:spPr>
          <a:xfrm>
            <a:off x="9557466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7" name="object 1007"/>
          <p:cNvSpPr/>
          <p:nvPr/>
        </p:nvSpPr>
        <p:spPr>
          <a:xfrm>
            <a:off x="9588034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695" y="-7100"/>
                </a:moveTo>
                <a:lnTo>
                  <a:pt x="1695" y="155136"/>
                </a:lnTo>
              </a:path>
            </a:pathLst>
          </a:custGeom>
          <a:ln w="175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8" name="object 1008"/>
          <p:cNvSpPr/>
          <p:nvPr/>
        </p:nvSpPr>
        <p:spPr>
          <a:xfrm>
            <a:off x="9618517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9" name="object 1009"/>
          <p:cNvSpPr/>
          <p:nvPr/>
        </p:nvSpPr>
        <p:spPr>
          <a:xfrm>
            <a:off x="9649000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0" name="object 1010"/>
          <p:cNvSpPr/>
          <p:nvPr/>
        </p:nvSpPr>
        <p:spPr>
          <a:xfrm>
            <a:off x="9676742" y="530856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1" name="object 1011"/>
          <p:cNvSpPr/>
          <p:nvPr/>
        </p:nvSpPr>
        <p:spPr>
          <a:xfrm>
            <a:off x="9710052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2" name="object 1012"/>
          <p:cNvSpPr/>
          <p:nvPr/>
        </p:nvSpPr>
        <p:spPr>
          <a:xfrm>
            <a:off x="9740534" y="5315463"/>
            <a:ext cx="2310" cy="90105"/>
          </a:xfrm>
          <a:custGeom>
            <a:avLst/>
            <a:gdLst/>
            <a:ahLst/>
            <a:cxnLst/>
            <a:rect l="l" t="t" r="r" b="b"/>
            <a:pathLst>
              <a:path w="3809" h="148590">
                <a:moveTo>
                  <a:pt x="1766" y="-7100"/>
                </a:moveTo>
                <a:lnTo>
                  <a:pt x="1766" y="155136"/>
                </a:lnTo>
              </a:path>
            </a:pathLst>
          </a:custGeom>
          <a:ln w="17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3" name="object 1013"/>
          <p:cNvSpPr/>
          <p:nvPr/>
        </p:nvSpPr>
        <p:spPr>
          <a:xfrm>
            <a:off x="9771438" y="5315463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90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4" name="object 1014"/>
          <p:cNvSpPr/>
          <p:nvPr/>
        </p:nvSpPr>
        <p:spPr>
          <a:xfrm>
            <a:off x="9801576" y="5315463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90">
                <a:moveTo>
                  <a:pt x="1428" y="-7100"/>
                </a:moveTo>
                <a:lnTo>
                  <a:pt x="1428" y="155136"/>
                </a:lnTo>
              </a:path>
            </a:pathLst>
          </a:custGeom>
          <a:ln w="170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5" name="object 1015"/>
          <p:cNvSpPr/>
          <p:nvPr/>
        </p:nvSpPr>
        <p:spPr>
          <a:xfrm>
            <a:off x="9832565" y="5315710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6" name="object 1016"/>
          <p:cNvSpPr/>
          <p:nvPr/>
        </p:nvSpPr>
        <p:spPr>
          <a:xfrm>
            <a:off x="9862714" y="5315463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90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7" name="object 1017"/>
          <p:cNvSpPr/>
          <p:nvPr/>
        </p:nvSpPr>
        <p:spPr>
          <a:xfrm>
            <a:off x="9892863" y="5315463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90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8" name="object 1018"/>
          <p:cNvSpPr/>
          <p:nvPr/>
        </p:nvSpPr>
        <p:spPr>
          <a:xfrm>
            <a:off x="9923852" y="5315463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90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9" name="object 1019"/>
          <p:cNvSpPr/>
          <p:nvPr/>
        </p:nvSpPr>
        <p:spPr>
          <a:xfrm>
            <a:off x="9954000" y="5315463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90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0" name="object 1020"/>
          <p:cNvSpPr/>
          <p:nvPr/>
        </p:nvSpPr>
        <p:spPr>
          <a:xfrm>
            <a:off x="9982161" y="530856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1" name="object 1021"/>
          <p:cNvSpPr/>
          <p:nvPr/>
        </p:nvSpPr>
        <p:spPr>
          <a:xfrm>
            <a:off x="10015128" y="5315463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90">
                <a:moveTo>
                  <a:pt x="2121" y="-7100"/>
                </a:moveTo>
                <a:lnTo>
                  <a:pt x="2121" y="155136"/>
                </a:lnTo>
              </a:path>
            </a:pathLst>
          </a:custGeom>
          <a:ln w="184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2" name="object 1022"/>
          <p:cNvSpPr/>
          <p:nvPr/>
        </p:nvSpPr>
        <p:spPr>
          <a:xfrm>
            <a:off x="10045233" y="5315463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90">
                <a:moveTo>
                  <a:pt x="2147" y="-7100"/>
                </a:moveTo>
                <a:lnTo>
                  <a:pt x="2147" y="155136"/>
                </a:lnTo>
              </a:path>
            </a:pathLst>
          </a:custGeom>
          <a:ln w="18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3" name="object 1023"/>
          <p:cNvSpPr/>
          <p:nvPr/>
        </p:nvSpPr>
        <p:spPr>
          <a:xfrm>
            <a:off x="10076265" y="5315463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90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4" name="object 1024"/>
          <p:cNvSpPr/>
          <p:nvPr/>
        </p:nvSpPr>
        <p:spPr>
          <a:xfrm>
            <a:off x="10106414" y="5315463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90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5" name="object 1025"/>
          <p:cNvSpPr/>
          <p:nvPr/>
        </p:nvSpPr>
        <p:spPr>
          <a:xfrm>
            <a:off x="10137404" y="5315710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6" name="object 1026"/>
          <p:cNvSpPr/>
          <p:nvPr/>
        </p:nvSpPr>
        <p:spPr>
          <a:xfrm>
            <a:off x="10167541" y="5315463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90">
                <a:moveTo>
                  <a:pt x="2121" y="-7100"/>
                </a:moveTo>
                <a:lnTo>
                  <a:pt x="2121" y="155136"/>
                </a:lnTo>
              </a:path>
            </a:pathLst>
          </a:custGeom>
          <a:ln w="184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7" name="object 1027"/>
          <p:cNvSpPr/>
          <p:nvPr/>
        </p:nvSpPr>
        <p:spPr>
          <a:xfrm>
            <a:off x="10198529" y="5315463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90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8" name="object 1028"/>
          <p:cNvSpPr/>
          <p:nvPr/>
        </p:nvSpPr>
        <p:spPr>
          <a:xfrm>
            <a:off x="10228678" y="5315463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90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9" name="object 1029"/>
          <p:cNvSpPr/>
          <p:nvPr/>
        </p:nvSpPr>
        <p:spPr>
          <a:xfrm>
            <a:off x="10258828" y="5315463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90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0" name="object 1030"/>
          <p:cNvSpPr/>
          <p:nvPr/>
        </p:nvSpPr>
        <p:spPr>
          <a:xfrm>
            <a:off x="10286989" y="5308562"/>
            <a:ext cx="0" cy="286488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0"/>
                </a:moveTo>
                <a:lnTo>
                  <a:pt x="0" y="472117"/>
                </a:lnTo>
              </a:path>
            </a:pathLst>
          </a:custGeom>
          <a:ln w="227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1" name="object 1031"/>
          <p:cNvSpPr/>
          <p:nvPr/>
        </p:nvSpPr>
        <p:spPr>
          <a:xfrm>
            <a:off x="10319966" y="5315463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90">
                <a:moveTo>
                  <a:pt x="2112" y="-7100"/>
                </a:moveTo>
                <a:lnTo>
                  <a:pt x="2112" y="155136"/>
                </a:lnTo>
              </a:path>
            </a:pathLst>
          </a:custGeom>
          <a:ln w="184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2" name="object 1032"/>
          <p:cNvSpPr/>
          <p:nvPr/>
        </p:nvSpPr>
        <p:spPr>
          <a:xfrm>
            <a:off x="10350944" y="5315463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90">
                <a:moveTo>
                  <a:pt x="1428" y="-7100"/>
                </a:moveTo>
                <a:lnTo>
                  <a:pt x="1428" y="155136"/>
                </a:lnTo>
              </a:path>
            </a:pathLst>
          </a:custGeom>
          <a:ln w="170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3" name="object 1033"/>
          <p:cNvSpPr/>
          <p:nvPr/>
        </p:nvSpPr>
        <p:spPr>
          <a:xfrm>
            <a:off x="10381093" y="5315463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90">
                <a:moveTo>
                  <a:pt x="2121" y="-7100"/>
                </a:moveTo>
                <a:lnTo>
                  <a:pt x="2121" y="155136"/>
                </a:lnTo>
              </a:path>
            </a:pathLst>
          </a:custGeom>
          <a:ln w="184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4" name="object 1034"/>
          <p:cNvSpPr/>
          <p:nvPr/>
        </p:nvSpPr>
        <p:spPr>
          <a:xfrm>
            <a:off x="10412081" y="5315463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90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5" name="object 1035"/>
          <p:cNvSpPr/>
          <p:nvPr/>
        </p:nvSpPr>
        <p:spPr>
          <a:xfrm>
            <a:off x="10442230" y="5315710"/>
            <a:ext cx="1925" cy="130151"/>
          </a:xfrm>
          <a:custGeom>
            <a:avLst/>
            <a:gdLst/>
            <a:ahLst/>
            <a:cxnLst/>
            <a:rect l="l" t="t" r="r" b="b"/>
            <a:pathLst>
              <a:path w="3175" h="214629">
                <a:moveTo>
                  <a:pt x="2840" y="0"/>
                </a:moveTo>
                <a:lnTo>
                  <a:pt x="0" y="214190"/>
                </a:lnTo>
              </a:path>
            </a:pathLst>
          </a:custGeom>
          <a:ln w="15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6" name="object 1036"/>
          <p:cNvSpPr/>
          <p:nvPr/>
        </p:nvSpPr>
        <p:spPr>
          <a:xfrm>
            <a:off x="10473219" y="5315463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90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7" name="object 1037"/>
          <p:cNvSpPr/>
          <p:nvPr/>
        </p:nvSpPr>
        <p:spPr>
          <a:xfrm>
            <a:off x="10503368" y="5315463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90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8" name="object 1038"/>
          <p:cNvSpPr/>
          <p:nvPr/>
        </p:nvSpPr>
        <p:spPr>
          <a:xfrm>
            <a:off x="10533506" y="5315463"/>
            <a:ext cx="2695" cy="90105"/>
          </a:xfrm>
          <a:custGeom>
            <a:avLst/>
            <a:gdLst/>
            <a:ahLst/>
            <a:cxnLst/>
            <a:rect l="l" t="t" r="r" b="b"/>
            <a:pathLst>
              <a:path w="4444" h="148590">
                <a:moveTo>
                  <a:pt x="2121" y="-7100"/>
                </a:moveTo>
                <a:lnTo>
                  <a:pt x="2121" y="155136"/>
                </a:lnTo>
              </a:path>
            </a:pathLst>
          </a:custGeom>
          <a:ln w="184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9" name="object 1039"/>
          <p:cNvSpPr/>
          <p:nvPr/>
        </p:nvSpPr>
        <p:spPr>
          <a:xfrm>
            <a:off x="10564495" y="5315463"/>
            <a:ext cx="1925" cy="90105"/>
          </a:xfrm>
          <a:custGeom>
            <a:avLst/>
            <a:gdLst/>
            <a:ahLst/>
            <a:cxnLst/>
            <a:rect l="l" t="t" r="r" b="b"/>
            <a:pathLst>
              <a:path w="3175" h="148590">
                <a:moveTo>
                  <a:pt x="1420" y="-7100"/>
                </a:moveTo>
                <a:lnTo>
                  <a:pt x="1420" y="155136"/>
                </a:lnTo>
              </a:path>
            </a:pathLst>
          </a:custGeom>
          <a:ln w="17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0" name="object 1040"/>
          <p:cNvSpPr/>
          <p:nvPr/>
        </p:nvSpPr>
        <p:spPr>
          <a:xfrm>
            <a:off x="10590602" y="5308562"/>
            <a:ext cx="0" cy="286103"/>
          </a:xfrm>
          <a:custGeom>
            <a:avLst/>
            <a:gdLst/>
            <a:ahLst/>
            <a:cxnLst/>
            <a:rect l="l" t="t" r="r" b="b"/>
            <a:pathLst>
              <a:path h="471804">
                <a:moveTo>
                  <a:pt x="0" y="0"/>
                </a:moveTo>
                <a:lnTo>
                  <a:pt x="0" y="471611"/>
                </a:lnTo>
              </a:path>
            </a:pathLst>
          </a:custGeom>
          <a:ln w="18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1" name="object 1041"/>
          <p:cNvSpPr/>
          <p:nvPr/>
        </p:nvSpPr>
        <p:spPr>
          <a:xfrm>
            <a:off x="1462290" y="5489489"/>
            <a:ext cx="52096" cy="78155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2" name="object 1042"/>
          <p:cNvSpPr/>
          <p:nvPr/>
        </p:nvSpPr>
        <p:spPr>
          <a:xfrm>
            <a:off x="6649205" y="5490835"/>
            <a:ext cx="111339" cy="7534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3" name="object 1043"/>
          <p:cNvSpPr/>
          <p:nvPr/>
        </p:nvSpPr>
        <p:spPr>
          <a:xfrm>
            <a:off x="6954288" y="5489489"/>
            <a:ext cx="113193" cy="7815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4" name="object 1044"/>
          <p:cNvSpPr/>
          <p:nvPr/>
        </p:nvSpPr>
        <p:spPr>
          <a:xfrm>
            <a:off x="7259416" y="5489489"/>
            <a:ext cx="112949" cy="78155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5" name="object 1045"/>
          <p:cNvSpPr/>
          <p:nvPr/>
        </p:nvSpPr>
        <p:spPr>
          <a:xfrm>
            <a:off x="7560804" y="5489489"/>
            <a:ext cx="117092" cy="78155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6" name="object 1046"/>
          <p:cNvSpPr/>
          <p:nvPr/>
        </p:nvSpPr>
        <p:spPr>
          <a:xfrm>
            <a:off x="7865874" y="5489489"/>
            <a:ext cx="114406" cy="76692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7" name="object 1047"/>
          <p:cNvSpPr/>
          <p:nvPr/>
        </p:nvSpPr>
        <p:spPr>
          <a:xfrm>
            <a:off x="8170964" y="5489489"/>
            <a:ext cx="113650" cy="76692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8" name="object 1048"/>
          <p:cNvSpPr/>
          <p:nvPr/>
        </p:nvSpPr>
        <p:spPr>
          <a:xfrm>
            <a:off x="8476137" y="5489489"/>
            <a:ext cx="115619" cy="7815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9" name="object 1049"/>
          <p:cNvSpPr/>
          <p:nvPr/>
        </p:nvSpPr>
        <p:spPr>
          <a:xfrm>
            <a:off x="8781220" y="5489489"/>
            <a:ext cx="118140" cy="76692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0" name="object 1050"/>
          <p:cNvSpPr/>
          <p:nvPr/>
        </p:nvSpPr>
        <p:spPr>
          <a:xfrm>
            <a:off x="9086297" y="5489489"/>
            <a:ext cx="114952" cy="7815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1" name="object 1051"/>
          <p:cNvSpPr/>
          <p:nvPr/>
        </p:nvSpPr>
        <p:spPr>
          <a:xfrm>
            <a:off x="9391469" y="5489489"/>
            <a:ext cx="117473" cy="7815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2" name="object 1052"/>
          <p:cNvSpPr/>
          <p:nvPr/>
        </p:nvSpPr>
        <p:spPr>
          <a:xfrm>
            <a:off x="9696553" y="5489489"/>
            <a:ext cx="115117" cy="76692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3" name="object 1053"/>
          <p:cNvSpPr/>
          <p:nvPr/>
        </p:nvSpPr>
        <p:spPr>
          <a:xfrm>
            <a:off x="10001972" y="5489489"/>
            <a:ext cx="116247" cy="78155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4" name="object 1054"/>
          <p:cNvSpPr/>
          <p:nvPr/>
        </p:nvSpPr>
        <p:spPr>
          <a:xfrm>
            <a:off x="10306802" y="5489489"/>
            <a:ext cx="116231" cy="78155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5" name="object 1055"/>
          <p:cNvSpPr/>
          <p:nvPr/>
        </p:nvSpPr>
        <p:spPr>
          <a:xfrm>
            <a:off x="1650762" y="5136017"/>
            <a:ext cx="4807054" cy="458838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8013" y="1889001"/>
            <a:ext cx="10227315" cy="3839968"/>
          </a:xfrm>
          <a:prstGeom prst="rect">
            <a:avLst/>
          </a:prstGeom>
        </p:spPr>
        <p:txBody>
          <a:bodyPr vert="horz" wrap="square" lIns="0" tIns="72777" rIns="0" bIns="0" rtlCol="0">
            <a:spAutoFit/>
          </a:bodyPr>
          <a:lstStyle/>
          <a:p>
            <a:pPr marL="7701">
              <a:spcBef>
                <a:spcPts val="572"/>
              </a:spcBef>
            </a:pPr>
            <a:r>
              <a:rPr sz="2001" spc="215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16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3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9" dirty="0">
                <a:latin typeface="Calibri" panose="020F0502020204030204" pitchFamily="34" charset="0"/>
                <a:cs typeface="Calibri" panose="020F0502020204030204" pitchFamily="34" charset="0"/>
              </a:rPr>
              <a:t>ESTÁ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6" dirty="0">
                <a:latin typeface="Calibri" panose="020F0502020204030204" pitchFamily="34" charset="0"/>
                <a:cs typeface="Calibri" panose="020F0502020204030204" pitchFamily="34" charset="0"/>
              </a:rPr>
              <a:t>INCOMPLETA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2" dirty="0">
                <a:latin typeface="Calibri" panose="020F0502020204030204" pitchFamily="34" charset="0"/>
                <a:cs typeface="Calibri" panose="020F0502020204030204" pitchFamily="34" charset="0"/>
              </a:rPr>
              <a:t>SIN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30" dirty="0">
                <a:latin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6" dirty="0">
                <a:latin typeface="Calibri" panose="020F0502020204030204" pitchFamily="34" charset="0"/>
                <a:cs typeface="Calibri" panose="020F0502020204030204" pitchFamily="34" charset="0"/>
              </a:rPr>
              <a:t>NIVEL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7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3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2001" spc="-15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8" dirty="0">
                <a:latin typeface="Calibri" panose="020F0502020204030204" pitchFamily="34" charset="0"/>
                <a:cs typeface="Calibri" panose="020F0502020204030204" pitchFamily="34" charset="0"/>
              </a:rPr>
              <a:t>ASOCIADO.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134772">
              <a:lnSpc>
                <a:spcPts val="2049"/>
              </a:lnSpc>
              <a:spcBef>
                <a:spcPts val="561"/>
              </a:spcBef>
            </a:pPr>
            <a:r>
              <a:rPr sz="1728" spc="173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latin typeface="Calibri" panose="020F0502020204030204" pitchFamily="34" charset="0"/>
                <a:cs typeface="Calibri" panose="020F0502020204030204" pitchFamily="34" charset="0"/>
              </a:rPr>
              <a:t>posible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15" dirty="0">
                <a:latin typeface="Calibri" panose="020F0502020204030204" pitchFamily="34" charset="0"/>
                <a:cs typeface="Calibri" panose="020F0502020204030204" pitchFamily="34" charset="0"/>
              </a:rPr>
              <a:t>interpretar</a:t>
            </a:r>
            <a:r>
              <a:rPr sz="1728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3" dirty="0">
                <a:latin typeface="Calibri" panose="020F0502020204030204" pitchFamily="34" charset="0"/>
                <a:cs typeface="Calibri" panose="020F0502020204030204" pitchFamily="34" charset="0"/>
              </a:rPr>
              <a:t>adecuadamente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6" dirty="0">
                <a:latin typeface="Calibri" panose="020F0502020204030204" pitchFamily="34" charset="0"/>
                <a:cs typeface="Calibri" panose="020F0502020204030204" pitchFamily="34" charset="0"/>
              </a:rPr>
              <a:t>sin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3" dirty="0">
                <a:latin typeface="Calibri" panose="020F0502020204030204" pitchFamily="34" charset="0"/>
                <a:cs typeface="Calibri" panose="020F0502020204030204" pitchFamily="34" charset="0"/>
              </a:rPr>
              <a:t>conocer</a:t>
            </a:r>
            <a:r>
              <a:rPr sz="1728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42" dirty="0">
                <a:latin typeface="Calibri" panose="020F0502020204030204" pitchFamily="34" charset="0"/>
                <a:cs typeface="Calibri" panose="020F0502020204030204" pitchFamily="34" charset="0"/>
              </a:rPr>
              <a:t>(o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5" dirty="0">
                <a:latin typeface="Calibri" panose="020F0502020204030204" pitchFamily="34" charset="0"/>
                <a:cs typeface="Calibri" panose="020F0502020204030204" pitchFamily="34" charset="0"/>
              </a:rPr>
              <a:t>tácitamente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8" dirty="0">
                <a:latin typeface="Calibri" panose="020F0502020204030204" pitchFamily="34" charset="0"/>
                <a:cs typeface="Calibri" panose="020F0502020204030204" pitchFamily="34" charset="0"/>
              </a:rPr>
              <a:t>asumir)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2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2" dirty="0">
                <a:latin typeface="Calibri" panose="020F0502020204030204" pitchFamily="34" charset="0"/>
                <a:cs typeface="Calibri" panose="020F0502020204030204" pitchFamily="34" charset="0"/>
              </a:rPr>
              <a:t>nivel  </a:t>
            </a:r>
            <a:r>
              <a:rPr sz="1728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6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1728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3" dirty="0">
                <a:latin typeface="Calibri" panose="020F0502020204030204" pitchFamily="34" charset="0"/>
                <a:cs typeface="Calibri" panose="020F0502020204030204" pitchFamily="34" charset="0"/>
              </a:rPr>
              <a:t>asociado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24" dirty="0">
                <a:latin typeface="Calibri" panose="020F0502020204030204" pitchFamily="34" charset="0"/>
                <a:cs typeface="Calibri" panose="020F0502020204030204" pitchFamily="34" charset="0"/>
              </a:rPr>
              <a:t>esta.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5"/>
              </a:spcBef>
            </a:pPr>
            <a:endParaRPr sz="251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/>
            <a:r>
              <a:rPr sz="2001" spc="167" dirty="0">
                <a:latin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2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0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43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64" dirty="0">
                <a:latin typeface="Calibri" panose="020F0502020204030204" pitchFamily="34" charset="0"/>
                <a:cs typeface="Calibri" panose="020F0502020204030204" pitchFamily="34" charset="0"/>
              </a:rPr>
              <a:t>GRANDE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2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67" dirty="0">
                <a:latin typeface="Calibri" panose="020F0502020204030204" pitchFamily="34" charset="0"/>
                <a:cs typeface="Calibri" panose="020F0502020204030204" pitchFamily="34" charset="0"/>
              </a:rPr>
              <a:t>PEQUEÑO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76" dirty="0">
                <a:latin typeface="Calibri" panose="020F0502020204030204" pitchFamily="34" charset="0"/>
                <a:cs typeface="Calibri" panose="020F0502020204030204" pitchFamily="34" charset="0"/>
              </a:rPr>
              <a:t>DEPENDE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67" dirty="0"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03" dirty="0"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>
              <a:lnSpc>
                <a:spcPts val="2049"/>
              </a:lnSpc>
              <a:spcBef>
                <a:spcPts val="561"/>
              </a:spcBef>
            </a:pPr>
            <a:r>
              <a:rPr sz="1728" spc="58" dirty="0"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9" dirty="0">
                <a:latin typeface="Calibri" panose="020F0502020204030204" pitchFamily="34" charset="0"/>
                <a:cs typeface="Calibri" panose="020F0502020204030204" pitchFamily="34" charset="0"/>
              </a:rPr>
              <a:t>bien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general</a:t>
            </a:r>
            <a:r>
              <a:rPr sz="1728" spc="-12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2" dirty="0">
                <a:latin typeface="Calibri" panose="020F0502020204030204" pitchFamily="34" charset="0"/>
                <a:cs typeface="Calibri" panose="020F0502020204030204" pitchFamily="34" charset="0"/>
              </a:rPr>
              <a:t>nos</a:t>
            </a:r>
            <a:r>
              <a:rPr sz="1728" spc="-6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" dirty="0">
                <a:latin typeface="Calibri" panose="020F0502020204030204" pitchFamily="34" charset="0"/>
                <a:cs typeface="Calibri" panose="020F0502020204030204" pitchFamily="34" charset="0"/>
              </a:rPr>
              <a:t>interesa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2" dirty="0">
                <a:latin typeface="Calibri" panose="020F0502020204030204" pitchFamily="34" charset="0"/>
                <a:cs typeface="Calibri" panose="020F0502020204030204" pitchFamily="34" charset="0"/>
              </a:rPr>
              <a:t>nuestras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latin typeface="Calibri" panose="020F0502020204030204" pitchFamily="34" charset="0"/>
                <a:cs typeface="Calibri" panose="020F0502020204030204" pitchFamily="34" charset="0"/>
              </a:rPr>
              <a:t>mediciones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88" dirty="0">
                <a:latin typeface="Calibri" panose="020F0502020204030204" pitchFamily="34" charset="0"/>
                <a:cs typeface="Calibri" panose="020F0502020204030204" pitchFamily="34" charset="0"/>
              </a:rPr>
              <a:t>sean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9" dirty="0">
                <a:latin typeface="Calibri" panose="020F0502020204030204" pitchFamily="34" charset="0"/>
                <a:cs typeface="Calibri" panose="020F0502020204030204" pitchFamily="34" charset="0"/>
              </a:rPr>
              <a:t>lo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21" dirty="0">
                <a:latin typeface="Calibri" panose="020F0502020204030204" pitchFamily="34" charset="0"/>
                <a:cs typeface="Calibri" panose="020F0502020204030204" pitchFamily="34" charset="0"/>
              </a:rPr>
              <a:t>más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precisas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6" dirty="0">
                <a:latin typeface="Calibri" panose="020F0502020204030204" pitchFamily="34" charset="0"/>
                <a:cs typeface="Calibri" panose="020F0502020204030204" pitchFamily="34" charset="0"/>
              </a:rPr>
              <a:t>posibles,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2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que 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latin typeface="Calibri" panose="020F0502020204030204" pitchFamily="34" charset="0"/>
                <a:cs typeface="Calibri" panose="020F0502020204030204" pitchFamily="34" charset="0"/>
              </a:rPr>
              <a:t>le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9" dirty="0">
                <a:latin typeface="Calibri" panose="020F0502020204030204" pitchFamily="34" charset="0"/>
                <a:cs typeface="Calibri" panose="020F0502020204030204" pitchFamily="34" charset="0"/>
              </a:rPr>
              <a:t>pretende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6" dirty="0">
                <a:latin typeface="Calibri" panose="020F0502020204030204" pitchFamily="34" charset="0"/>
                <a:cs typeface="Calibri" panose="020F0502020204030204" pitchFamily="34" charset="0"/>
              </a:rPr>
              <a:t>dar</a:t>
            </a:r>
            <a:r>
              <a:rPr sz="1728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" dirty="0">
                <a:latin typeface="Calibri" panose="020F0502020204030204" pitchFamily="34" charset="0"/>
                <a:cs typeface="Calibri" panose="020F0502020204030204" pitchFamily="34" charset="0"/>
              </a:rPr>
              <a:t>informará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2" dirty="0">
                <a:latin typeface="Calibri" panose="020F0502020204030204" pitchFamily="34" charset="0"/>
                <a:cs typeface="Calibri" panose="020F0502020204030204" pitchFamily="34" charset="0"/>
              </a:rPr>
              <a:t>nuestras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latin typeface="Calibri" panose="020F0502020204030204" pitchFamily="34" charset="0"/>
                <a:cs typeface="Calibri" panose="020F0502020204030204" pitchFamily="34" charset="0"/>
              </a:rPr>
              <a:t>decisiones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2" dirty="0">
                <a:latin typeface="Calibri" panose="020F0502020204030204" pitchFamily="34" charset="0"/>
                <a:cs typeface="Calibri" panose="020F0502020204030204" pitchFamily="34" charset="0"/>
              </a:rPr>
              <a:t>respecto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9" dirty="0">
                <a:latin typeface="Calibri" panose="020F0502020204030204" pitchFamily="34" charset="0"/>
                <a:cs typeface="Calibri" panose="020F0502020204030204" pitchFamily="34" charset="0"/>
              </a:rPr>
              <a:t>lo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medición  </a:t>
            </a:r>
            <a:r>
              <a:rPr sz="1728" spc="9" dirty="0">
                <a:latin typeface="Calibri" panose="020F0502020204030204" pitchFamily="34" charset="0"/>
                <a:cs typeface="Calibri" panose="020F0502020204030204" pitchFamily="34" charset="0"/>
              </a:rPr>
              <a:t>“suﬁcientemente</a:t>
            </a:r>
            <a:r>
              <a:rPr sz="1728" spc="-7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-61" dirty="0">
                <a:latin typeface="Calibri" panose="020F0502020204030204" pitchFamily="34" charset="0"/>
                <a:cs typeface="Calibri" panose="020F0502020204030204" pitchFamily="34" charset="0"/>
              </a:rPr>
              <a:t>precisa”.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78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/>
            <a:r>
              <a:rPr sz="2001" spc="152" dirty="0">
                <a:latin typeface="Calibri" panose="020F0502020204030204" pitchFamily="34" charset="0"/>
                <a:cs typeface="Calibri" panose="020F0502020204030204" pitchFamily="34" charset="0"/>
              </a:rPr>
              <a:t>MAYORES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73" dirty="0">
                <a:latin typeface="Calibri" panose="020F0502020204030204" pitchFamily="34" charset="0"/>
                <a:cs typeface="Calibri" panose="020F0502020204030204" pitchFamily="34" charset="0"/>
              </a:rPr>
              <a:t>CONSECUENCIAS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12" dirty="0">
                <a:latin typeface="Calibri" panose="020F0502020204030204" pitchFamily="34" charset="0"/>
                <a:cs typeface="Calibri" panose="020F0502020204030204" pitchFamily="34" charset="0"/>
              </a:rPr>
              <a:t>DEMANDAN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9" dirty="0">
                <a:latin typeface="Calibri" panose="020F0502020204030204" pitchFamily="34" charset="0"/>
                <a:cs typeface="Calibri" panose="020F0502020204030204" pitchFamily="34" charset="0"/>
              </a:rPr>
              <a:t>MAYOR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PRECISIÓN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466">
              <a:lnSpc>
                <a:spcPts val="2049"/>
              </a:lnSpc>
              <a:spcBef>
                <a:spcPts val="557"/>
              </a:spcBef>
            </a:pPr>
            <a:r>
              <a:rPr sz="1728" spc="100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8" dirty="0">
                <a:latin typeface="Calibri" panose="020F0502020204030204" pitchFamily="34" charset="0"/>
                <a:cs typeface="Calibri" panose="020F0502020204030204" pitchFamily="34" charset="0"/>
              </a:rPr>
              <a:t>general,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razonable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7" dirty="0">
                <a:latin typeface="Calibri" panose="020F0502020204030204" pitchFamily="34" charset="0"/>
                <a:cs typeface="Calibri" panose="020F0502020204030204" pitchFamily="34" charset="0"/>
              </a:rPr>
              <a:t>mientras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mayores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88" dirty="0">
                <a:latin typeface="Calibri" panose="020F0502020204030204" pitchFamily="34" charset="0"/>
                <a:cs typeface="Calibri" panose="020F0502020204030204" pitchFamily="34" charset="0"/>
              </a:rPr>
              <a:t>sean</a:t>
            </a:r>
            <a:r>
              <a:rPr sz="1728" spc="-6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82" dirty="0">
                <a:latin typeface="Calibri" panose="020F0502020204030204" pitchFamily="34" charset="0"/>
                <a:cs typeface="Calibri" panose="020F0502020204030204" pitchFamily="34" charset="0"/>
              </a:rPr>
              <a:t>consecuencias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82" dirty="0">
                <a:latin typeface="Calibri" panose="020F0502020204030204" pitchFamily="34" charset="0"/>
                <a:cs typeface="Calibri" panose="020F0502020204030204" pitchFamily="34" charset="0"/>
              </a:rPr>
              <a:t>desprenden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8" dirty="0"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1728" spc="-12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uso  </a:t>
            </a:r>
            <a:r>
              <a:rPr sz="1728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4" dirty="0">
                <a:latin typeface="Calibri" panose="020F0502020204030204" pitchFamily="34" charset="0"/>
                <a:cs typeface="Calibri" panose="020F0502020204030204" pitchFamily="34" charset="0"/>
              </a:rPr>
              <a:t>le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latin typeface="Calibri" panose="020F0502020204030204" pitchFamily="34" charset="0"/>
                <a:cs typeface="Calibri" panose="020F0502020204030204" pitchFamily="34" charset="0"/>
              </a:rPr>
              <a:t>dará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21" dirty="0">
                <a:latin typeface="Calibri" panose="020F0502020204030204" pitchFamily="34" charset="0"/>
                <a:cs typeface="Calibri" panose="020F0502020204030204" pitchFamily="34" charset="0"/>
              </a:rPr>
              <a:t>medición,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1" dirty="0">
                <a:latin typeface="Calibri" panose="020F0502020204030204" pitchFamily="34" charset="0"/>
                <a:cs typeface="Calibri" panose="020F0502020204030204" pitchFamily="34" charset="0"/>
              </a:rPr>
              <a:t>mayor</a:t>
            </a:r>
            <a:r>
              <a:rPr sz="1728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18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3" dirty="0">
                <a:latin typeface="Calibri" panose="020F0502020204030204" pitchFamily="34" charset="0"/>
                <a:cs typeface="Calibri" panose="020F0502020204030204" pitchFamily="34" charset="0"/>
              </a:rPr>
              <a:t>necesidad</a:t>
            </a:r>
            <a:r>
              <a:rPr sz="1728" spc="-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dirty="0">
                <a:latin typeface="Calibri" panose="020F0502020204030204" pitchFamily="34" charset="0"/>
                <a:cs typeface="Calibri" panose="020F0502020204030204" pitchFamily="34" charset="0"/>
              </a:rPr>
              <a:t>precisión.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5667380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-106" dirty="0">
                <a:solidFill>
                  <a:srgbClr val="4E4F52"/>
                </a:solidFill>
                <a:latin typeface="Calibri" panose="020F0502020204030204" pitchFamily="34" charset="0"/>
              </a:rPr>
              <a:t>Error </a:t>
            </a:r>
            <a:r>
              <a:rPr sz="4487" spc="179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4487" spc="-494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73" dirty="0">
                <a:solidFill>
                  <a:srgbClr val="4E4F52"/>
                </a:solidFill>
                <a:latin typeface="Calibri" panose="020F0502020204030204" pitchFamily="34" charset="0"/>
              </a:rPr>
              <a:t>medición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Aspectos</a:t>
            </a:r>
            <a:r>
              <a:rPr sz="1728" spc="-94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24" dirty="0">
                <a:solidFill>
                  <a:srgbClr val="919191"/>
                </a:solidFill>
                <a:latin typeface="Calibri" panose="020F0502020204030204" pitchFamily="34" charset="0"/>
              </a:rPr>
              <a:t>importantes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respecto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8" dirty="0">
                <a:solidFill>
                  <a:srgbClr val="919191"/>
                </a:solidFill>
                <a:latin typeface="Calibri" panose="020F0502020204030204" pitchFamily="34" charset="0"/>
              </a:rPr>
              <a:t>del</a:t>
            </a:r>
            <a:r>
              <a:rPr sz="1728" spc="-14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-36" dirty="0">
                <a:solidFill>
                  <a:srgbClr val="919191"/>
                </a:solidFill>
                <a:latin typeface="Calibri" panose="020F0502020204030204" pitchFamily="34" charset="0"/>
              </a:rPr>
              <a:t>error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6" dirty="0">
                <a:solidFill>
                  <a:srgbClr val="919191"/>
                </a:solidFill>
                <a:latin typeface="Calibri" panose="020F0502020204030204" pitchFamily="34" charset="0"/>
              </a:rPr>
              <a:t>medición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73721" y="1713028"/>
            <a:ext cx="10556045" cy="4194303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222567">
              <a:lnSpc>
                <a:spcPct val="100499"/>
              </a:lnSpc>
              <a:spcBef>
                <a:spcPts val="58"/>
              </a:spcBef>
            </a:pPr>
            <a:r>
              <a:rPr sz="2486" i="1" spc="-152" dirty="0">
                <a:latin typeface="Calibri"/>
                <a:cs typeface="Calibri"/>
              </a:rPr>
              <a:t>Cuando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se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46" dirty="0">
                <a:latin typeface="Calibri"/>
                <a:cs typeface="Calibri"/>
              </a:rPr>
              <a:t>reporta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el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43" dirty="0">
                <a:latin typeface="Calibri"/>
                <a:cs typeface="Calibri"/>
              </a:rPr>
              <a:t>resultado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una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2" dirty="0">
                <a:latin typeface="Calibri"/>
                <a:cs typeface="Calibri"/>
              </a:rPr>
              <a:t>medición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una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36" dirty="0">
                <a:latin typeface="Calibri"/>
                <a:cs typeface="Calibri"/>
              </a:rPr>
              <a:t>cantidad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03" dirty="0">
                <a:latin typeface="Calibri"/>
                <a:cs typeface="Calibri"/>
              </a:rPr>
              <a:t>física,</a:t>
            </a:r>
            <a:r>
              <a:rPr sz="2486" i="1" spc="-240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es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obligatorio  </a:t>
            </a:r>
            <a:r>
              <a:rPr sz="2486" i="1" spc="-179" dirty="0">
                <a:latin typeface="Calibri"/>
                <a:cs typeface="Calibri"/>
              </a:rPr>
              <a:t>que </a:t>
            </a:r>
            <a:r>
              <a:rPr sz="2486" i="1" spc="-215" dirty="0">
                <a:latin typeface="Calibri"/>
                <a:cs typeface="Calibri"/>
              </a:rPr>
              <a:t>se </a:t>
            </a:r>
            <a:r>
              <a:rPr sz="2486" i="1" spc="-154" dirty="0">
                <a:latin typeface="Calibri"/>
                <a:cs typeface="Calibri"/>
              </a:rPr>
              <a:t>entregue </a:t>
            </a:r>
            <a:r>
              <a:rPr sz="2486" i="1" spc="-127" dirty="0">
                <a:latin typeface="Calibri"/>
                <a:cs typeface="Calibri"/>
              </a:rPr>
              <a:t>alguna </a:t>
            </a:r>
            <a:r>
              <a:rPr sz="2486" i="1" spc="-133" dirty="0">
                <a:latin typeface="Calibri"/>
                <a:cs typeface="Calibri"/>
              </a:rPr>
              <a:t>indicación </a:t>
            </a:r>
            <a:r>
              <a:rPr sz="2486" i="1" spc="-106" dirty="0">
                <a:latin typeface="Calibri"/>
                <a:cs typeface="Calibri"/>
              </a:rPr>
              <a:t>cuantitativa </a:t>
            </a:r>
            <a:r>
              <a:rPr sz="2486" i="1" spc="-215" dirty="0">
                <a:latin typeface="Calibri"/>
                <a:cs typeface="Calibri"/>
              </a:rPr>
              <a:t>de </a:t>
            </a:r>
            <a:r>
              <a:rPr sz="2486" i="1" spc="-97" dirty="0">
                <a:latin typeface="Calibri"/>
                <a:cs typeface="Calibri"/>
              </a:rPr>
              <a:t>la </a:t>
            </a:r>
            <a:r>
              <a:rPr sz="2486" i="1" spc="-136" dirty="0">
                <a:latin typeface="Calibri"/>
                <a:cs typeface="Calibri"/>
              </a:rPr>
              <a:t>calidad </a:t>
            </a:r>
            <a:r>
              <a:rPr sz="2486" i="1" spc="-149" dirty="0">
                <a:latin typeface="Calibri"/>
                <a:cs typeface="Calibri"/>
              </a:rPr>
              <a:t>del </a:t>
            </a:r>
            <a:r>
              <a:rPr sz="2486" i="1" spc="-143" dirty="0">
                <a:latin typeface="Calibri"/>
                <a:cs typeface="Calibri"/>
              </a:rPr>
              <a:t>resultado </a:t>
            </a:r>
            <a:r>
              <a:rPr sz="2486" i="1" spc="-152" dirty="0">
                <a:latin typeface="Calibri"/>
                <a:cs typeface="Calibri"/>
              </a:rPr>
              <a:t>para </a:t>
            </a:r>
            <a:r>
              <a:rPr sz="2486" i="1" spc="-179" dirty="0">
                <a:latin typeface="Calibri"/>
                <a:cs typeface="Calibri"/>
              </a:rPr>
              <a:t>que  </a:t>
            </a:r>
            <a:r>
              <a:rPr sz="2486" i="1" spc="-158" dirty="0">
                <a:latin typeface="Calibri"/>
                <a:cs typeface="Calibri"/>
              </a:rPr>
              <a:t>quienes </a:t>
            </a:r>
            <a:r>
              <a:rPr sz="2486" i="1" spc="-146" dirty="0">
                <a:latin typeface="Calibri"/>
                <a:cs typeface="Calibri"/>
              </a:rPr>
              <a:t>los </a:t>
            </a:r>
            <a:r>
              <a:rPr sz="2486" i="1" spc="-161" dirty="0">
                <a:latin typeface="Calibri"/>
                <a:cs typeface="Calibri"/>
              </a:rPr>
              <a:t>usen </a:t>
            </a:r>
            <a:r>
              <a:rPr sz="2486" i="1" spc="-170" dirty="0">
                <a:latin typeface="Calibri"/>
                <a:cs typeface="Calibri"/>
              </a:rPr>
              <a:t>puedan </a:t>
            </a:r>
            <a:r>
              <a:rPr sz="2486" i="1" spc="-130" dirty="0">
                <a:latin typeface="Calibri"/>
                <a:cs typeface="Calibri"/>
              </a:rPr>
              <a:t>determinar </a:t>
            </a:r>
            <a:r>
              <a:rPr sz="2486" i="1" spc="-139" dirty="0">
                <a:latin typeface="Calibri"/>
                <a:cs typeface="Calibri"/>
              </a:rPr>
              <a:t>su</a:t>
            </a:r>
            <a:r>
              <a:rPr sz="2486" i="1" spc="-421" dirty="0">
                <a:latin typeface="Calibri"/>
                <a:cs typeface="Calibri"/>
              </a:rPr>
              <a:t> </a:t>
            </a:r>
            <a:r>
              <a:rPr sz="2486" i="1" spc="-121" dirty="0">
                <a:latin typeface="Calibri"/>
                <a:cs typeface="Calibri"/>
              </a:rPr>
              <a:t>confiabilidad.</a:t>
            </a:r>
            <a:endParaRPr sz="2486" dirty="0">
              <a:latin typeface="Calibri"/>
              <a:cs typeface="Calibri"/>
            </a:endParaRPr>
          </a:p>
          <a:p>
            <a:pPr marL="7701" marR="364656">
              <a:lnSpc>
                <a:spcPct val="100499"/>
              </a:lnSpc>
              <a:spcBef>
                <a:spcPts val="1501"/>
              </a:spcBef>
            </a:pPr>
            <a:r>
              <a:rPr sz="2486" i="1" spc="-45" dirty="0">
                <a:latin typeface="Calibri"/>
                <a:cs typeface="Calibri"/>
              </a:rPr>
              <a:t>Sin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70" dirty="0">
                <a:latin typeface="Calibri"/>
                <a:cs typeface="Calibri"/>
              </a:rPr>
              <a:t>esta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indicación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46" dirty="0">
                <a:latin typeface="Calibri"/>
                <a:cs typeface="Calibri"/>
              </a:rPr>
              <a:t>los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46" dirty="0">
                <a:latin typeface="Calibri"/>
                <a:cs typeface="Calibri"/>
              </a:rPr>
              <a:t>resultados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2" dirty="0">
                <a:latin typeface="Calibri"/>
                <a:cs typeface="Calibri"/>
              </a:rPr>
              <a:t>medición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82" dirty="0">
                <a:latin typeface="Calibri"/>
                <a:cs typeface="Calibri"/>
              </a:rPr>
              <a:t>no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82" dirty="0">
                <a:latin typeface="Calibri"/>
                <a:cs typeface="Calibri"/>
              </a:rPr>
              <a:t>pueden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4" dirty="0">
                <a:latin typeface="Calibri"/>
                <a:cs typeface="Calibri"/>
              </a:rPr>
              <a:t>ser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85" dirty="0">
                <a:latin typeface="Calibri"/>
                <a:cs typeface="Calibri"/>
              </a:rPr>
              <a:t>comparados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39" dirty="0">
                <a:latin typeface="Calibri"/>
                <a:cs typeface="Calibri"/>
              </a:rPr>
              <a:t>entre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85" dirty="0">
                <a:latin typeface="Calibri"/>
                <a:cs typeface="Calibri"/>
              </a:rPr>
              <a:t>sí,</a:t>
            </a:r>
            <a:r>
              <a:rPr sz="2486" i="1" spc="-243" dirty="0">
                <a:latin typeface="Calibri"/>
                <a:cs typeface="Calibri"/>
              </a:rPr>
              <a:t> </a:t>
            </a:r>
            <a:r>
              <a:rPr sz="2486" i="1" spc="-69" dirty="0">
                <a:latin typeface="Calibri"/>
                <a:cs typeface="Calibri"/>
              </a:rPr>
              <a:t>ni  </a:t>
            </a:r>
            <a:r>
              <a:rPr sz="2486" i="1" spc="-188" dirty="0">
                <a:latin typeface="Calibri"/>
                <a:cs typeface="Calibri"/>
              </a:rPr>
              <a:t>con </a:t>
            </a:r>
            <a:r>
              <a:rPr sz="2486" i="1" spc="-152" dirty="0">
                <a:latin typeface="Calibri"/>
                <a:cs typeface="Calibri"/>
              </a:rPr>
              <a:t>valores </a:t>
            </a:r>
            <a:r>
              <a:rPr sz="2486" i="1" spc="-215" dirty="0">
                <a:latin typeface="Calibri"/>
                <a:cs typeface="Calibri"/>
              </a:rPr>
              <a:t>de </a:t>
            </a:r>
            <a:r>
              <a:rPr sz="2486" i="1" spc="-152" dirty="0">
                <a:latin typeface="Calibri"/>
                <a:cs typeface="Calibri"/>
              </a:rPr>
              <a:t>referencia </a:t>
            </a:r>
            <a:r>
              <a:rPr sz="2486" i="1" spc="-167" dirty="0">
                <a:latin typeface="Calibri"/>
                <a:cs typeface="Calibri"/>
              </a:rPr>
              <a:t>entregados </a:t>
            </a:r>
            <a:r>
              <a:rPr sz="2486" i="1" spc="-158" dirty="0">
                <a:latin typeface="Calibri"/>
                <a:cs typeface="Calibri"/>
              </a:rPr>
              <a:t>por </a:t>
            </a:r>
            <a:r>
              <a:rPr sz="2486" i="1" spc="-133" dirty="0">
                <a:latin typeface="Calibri"/>
                <a:cs typeface="Calibri"/>
              </a:rPr>
              <a:t>una </a:t>
            </a:r>
            <a:r>
              <a:rPr sz="2486" i="1" spc="-154" dirty="0">
                <a:latin typeface="Calibri"/>
                <a:cs typeface="Calibri"/>
              </a:rPr>
              <a:t>especificación </a:t>
            </a:r>
            <a:r>
              <a:rPr sz="2486" i="1" spc="-248" dirty="0">
                <a:latin typeface="Calibri"/>
                <a:cs typeface="Calibri"/>
              </a:rPr>
              <a:t>o</a:t>
            </a:r>
            <a:r>
              <a:rPr sz="2486" i="1" spc="-449" dirty="0">
                <a:latin typeface="Calibri"/>
                <a:cs typeface="Calibri"/>
              </a:rPr>
              <a:t> </a:t>
            </a:r>
            <a:r>
              <a:rPr sz="2486" i="1" spc="-161" dirty="0">
                <a:latin typeface="Calibri"/>
                <a:cs typeface="Calibri"/>
              </a:rPr>
              <a:t>estándar.</a:t>
            </a:r>
            <a:endParaRPr sz="2486" dirty="0">
              <a:latin typeface="Calibri"/>
              <a:cs typeface="Calibri"/>
            </a:endParaRPr>
          </a:p>
          <a:p>
            <a:pPr marL="7701" marR="74317">
              <a:lnSpc>
                <a:spcPct val="100499"/>
              </a:lnSpc>
              <a:spcBef>
                <a:spcPts val="1504"/>
              </a:spcBef>
            </a:pPr>
            <a:r>
              <a:rPr sz="2486" i="1" spc="-109" dirty="0">
                <a:latin typeface="Calibri"/>
                <a:cs typeface="Calibri"/>
              </a:rPr>
              <a:t>Es, </a:t>
            </a:r>
            <a:r>
              <a:rPr sz="2486" i="1" spc="-158" dirty="0">
                <a:latin typeface="Calibri"/>
                <a:cs typeface="Calibri"/>
              </a:rPr>
              <a:t>por </a:t>
            </a:r>
            <a:r>
              <a:rPr sz="2486" i="1" spc="-185" dirty="0">
                <a:latin typeface="Calibri"/>
                <a:cs typeface="Calibri"/>
              </a:rPr>
              <a:t>ende, </a:t>
            </a:r>
            <a:r>
              <a:rPr sz="2486" i="1" spc="-167" dirty="0">
                <a:latin typeface="Calibri"/>
                <a:cs typeface="Calibri"/>
              </a:rPr>
              <a:t>necesario </a:t>
            </a:r>
            <a:r>
              <a:rPr sz="2486" i="1" spc="-179" dirty="0">
                <a:latin typeface="Calibri"/>
                <a:cs typeface="Calibri"/>
              </a:rPr>
              <a:t>que </a:t>
            </a:r>
            <a:r>
              <a:rPr sz="2486" i="1" spc="-115" dirty="0">
                <a:latin typeface="Calibri"/>
                <a:cs typeface="Calibri"/>
              </a:rPr>
              <a:t>exista </a:t>
            </a:r>
            <a:r>
              <a:rPr sz="2486" i="1" spc="-106" dirty="0">
                <a:latin typeface="Calibri"/>
                <a:cs typeface="Calibri"/>
              </a:rPr>
              <a:t>un </a:t>
            </a:r>
            <a:r>
              <a:rPr sz="2486" i="1" spc="-158" dirty="0">
                <a:latin typeface="Calibri"/>
                <a:cs typeface="Calibri"/>
              </a:rPr>
              <a:t>procedimiento </a:t>
            </a:r>
            <a:r>
              <a:rPr sz="2486" i="1" spc="-139" dirty="0">
                <a:latin typeface="Calibri"/>
                <a:cs typeface="Calibri"/>
              </a:rPr>
              <a:t>fácilmente </a:t>
            </a:r>
            <a:r>
              <a:rPr sz="2486" i="1" spc="-143" dirty="0">
                <a:latin typeface="Calibri"/>
                <a:cs typeface="Calibri"/>
              </a:rPr>
              <a:t>implementable,  </a:t>
            </a:r>
            <a:r>
              <a:rPr sz="2486" i="1" spc="-158" dirty="0">
                <a:latin typeface="Calibri"/>
                <a:cs typeface="Calibri"/>
              </a:rPr>
              <a:t>comprensible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y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49" dirty="0">
                <a:latin typeface="Calibri"/>
                <a:cs typeface="Calibri"/>
              </a:rPr>
              <a:t>ampliamente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88" dirty="0">
                <a:latin typeface="Calibri"/>
                <a:cs typeface="Calibri"/>
              </a:rPr>
              <a:t>aceptado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2" dirty="0">
                <a:latin typeface="Calibri"/>
                <a:cs typeface="Calibri"/>
              </a:rPr>
              <a:t>para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15" dirty="0">
                <a:latin typeface="Calibri"/>
                <a:cs typeface="Calibri"/>
              </a:rPr>
              <a:t>caracterizar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la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36" dirty="0">
                <a:latin typeface="Calibri"/>
                <a:cs typeface="Calibri"/>
              </a:rPr>
              <a:t>calidad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06" dirty="0">
                <a:latin typeface="Calibri"/>
                <a:cs typeface="Calibri"/>
              </a:rPr>
              <a:t>un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43" dirty="0">
                <a:latin typeface="Calibri"/>
                <a:cs typeface="Calibri"/>
              </a:rPr>
              <a:t>resultado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  </a:t>
            </a:r>
            <a:r>
              <a:rPr sz="2486" i="1" spc="-143" dirty="0">
                <a:latin typeface="Calibri"/>
                <a:cs typeface="Calibri"/>
              </a:rPr>
              <a:t>medición,</a:t>
            </a:r>
            <a:r>
              <a:rPr sz="2486" i="1" spc="-246" dirty="0">
                <a:latin typeface="Calibri"/>
                <a:cs typeface="Calibri"/>
              </a:rPr>
              <a:t> </a:t>
            </a:r>
            <a:r>
              <a:rPr sz="2486" i="1" spc="-185" dirty="0">
                <a:latin typeface="Calibri"/>
                <a:cs typeface="Calibri"/>
              </a:rPr>
              <a:t>esto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73" dirty="0">
                <a:latin typeface="Calibri"/>
                <a:cs typeface="Calibri"/>
              </a:rPr>
              <a:t>es,</a:t>
            </a:r>
            <a:r>
              <a:rPr sz="2486" i="1" spc="-246" dirty="0">
                <a:latin typeface="Calibri"/>
                <a:cs typeface="Calibri"/>
              </a:rPr>
              <a:t> </a:t>
            </a:r>
            <a:r>
              <a:rPr sz="2486" i="1" spc="-152" dirty="0">
                <a:latin typeface="Calibri"/>
                <a:cs typeface="Calibri"/>
              </a:rPr>
              <a:t>para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30" dirty="0">
                <a:latin typeface="Calibri"/>
                <a:cs typeface="Calibri"/>
              </a:rPr>
              <a:t>evaluar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y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39" dirty="0">
                <a:latin typeface="Calibri"/>
                <a:cs typeface="Calibri"/>
              </a:rPr>
              <a:t>expresar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39" dirty="0">
                <a:latin typeface="Calibri"/>
                <a:cs typeface="Calibri"/>
              </a:rPr>
              <a:t>su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b="1" i="1" spc="-154" dirty="0">
                <a:latin typeface="Palatino Linotype"/>
                <a:cs typeface="Palatino Linotype"/>
              </a:rPr>
              <a:t>incertidumbre</a:t>
            </a:r>
            <a:r>
              <a:rPr sz="2486" i="1" spc="-154" dirty="0">
                <a:latin typeface="Calibri"/>
                <a:cs typeface="Calibri"/>
              </a:rPr>
              <a:t>.</a:t>
            </a:r>
            <a:endParaRPr sz="2486" dirty="0">
              <a:latin typeface="Calibri"/>
              <a:cs typeface="Calibri"/>
            </a:endParaRPr>
          </a:p>
          <a:p>
            <a:pPr>
              <a:spcBef>
                <a:spcPts val="6"/>
              </a:spcBef>
            </a:pPr>
            <a:endParaRPr sz="2820" dirty="0">
              <a:latin typeface="Calibri"/>
              <a:cs typeface="Calibri"/>
            </a:endParaRPr>
          </a:p>
          <a:p>
            <a:pPr marL="2657712">
              <a:spcBef>
                <a:spcPts val="3"/>
              </a:spcBef>
            </a:pPr>
            <a:r>
              <a:rPr sz="2001" spc="-39" dirty="0">
                <a:latin typeface="Calibri"/>
                <a:cs typeface="Calibri"/>
              </a:rPr>
              <a:t>Guía</a:t>
            </a:r>
            <a:r>
              <a:rPr sz="2001" spc="-124" dirty="0">
                <a:latin typeface="Calibri"/>
                <a:cs typeface="Calibri"/>
              </a:rPr>
              <a:t> </a:t>
            </a:r>
            <a:r>
              <a:rPr sz="2001" spc="-45" dirty="0">
                <a:latin typeface="Calibri"/>
                <a:cs typeface="Calibri"/>
              </a:rPr>
              <a:t>para</a:t>
            </a:r>
            <a:r>
              <a:rPr sz="2001" spc="-121" dirty="0">
                <a:latin typeface="Calibri"/>
                <a:cs typeface="Calibri"/>
              </a:rPr>
              <a:t> </a:t>
            </a:r>
            <a:r>
              <a:rPr sz="2001" dirty="0">
                <a:latin typeface="Calibri"/>
                <a:cs typeface="Calibri"/>
              </a:rPr>
              <a:t>la</a:t>
            </a:r>
            <a:r>
              <a:rPr sz="2001" spc="-121" dirty="0">
                <a:latin typeface="Calibri"/>
                <a:cs typeface="Calibri"/>
              </a:rPr>
              <a:t> </a:t>
            </a:r>
            <a:r>
              <a:rPr sz="2001" spc="-49" dirty="0">
                <a:latin typeface="Calibri"/>
                <a:cs typeface="Calibri"/>
              </a:rPr>
              <a:t>expresión</a:t>
            </a:r>
            <a:r>
              <a:rPr sz="2001" spc="-121" dirty="0">
                <a:latin typeface="Calibri"/>
                <a:cs typeface="Calibri"/>
              </a:rPr>
              <a:t> </a:t>
            </a:r>
            <a:r>
              <a:rPr sz="2001" spc="-58" dirty="0">
                <a:latin typeface="Calibri"/>
                <a:cs typeface="Calibri"/>
              </a:rPr>
              <a:t>de</a:t>
            </a:r>
            <a:r>
              <a:rPr sz="2001" spc="-124" dirty="0">
                <a:latin typeface="Calibri"/>
                <a:cs typeface="Calibri"/>
              </a:rPr>
              <a:t> </a:t>
            </a:r>
            <a:r>
              <a:rPr sz="2001" dirty="0">
                <a:latin typeface="Calibri"/>
                <a:cs typeface="Calibri"/>
              </a:rPr>
              <a:t>la</a:t>
            </a:r>
            <a:r>
              <a:rPr sz="2001" spc="-121" dirty="0">
                <a:latin typeface="Calibri"/>
                <a:cs typeface="Calibri"/>
              </a:rPr>
              <a:t> </a:t>
            </a:r>
            <a:r>
              <a:rPr sz="2001" spc="-39" dirty="0">
                <a:latin typeface="Calibri"/>
                <a:cs typeface="Calibri"/>
              </a:rPr>
              <a:t>incertidumbre</a:t>
            </a:r>
            <a:r>
              <a:rPr sz="2001" spc="-121" dirty="0">
                <a:latin typeface="Calibri"/>
                <a:cs typeface="Calibri"/>
              </a:rPr>
              <a:t> </a:t>
            </a:r>
            <a:r>
              <a:rPr sz="2001" spc="-58" dirty="0">
                <a:latin typeface="Calibri"/>
                <a:cs typeface="Calibri"/>
              </a:rPr>
              <a:t>en</a:t>
            </a:r>
            <a:r>
              <a:rPr sz="2001" spc="-121" dirty="0">
                <a:latin typeface="Calibri"/>
                <a:cs typeface="Calibri"/>
              </a:rPr>
              <a:t> </a:t>
            </a:r>
            <a:r>
              <a:rPr sz="2001" spc="-33" dirty="0">
                <a:latin typeface="Calibri"/>
                <a:cs typeface="Calibri"/>
              </a:rPr>
              <a:t>medición</a:t>
            </a:r>
            <a:r>
              <a:rPr sz="2001" spc="-124" dirty="0">
                <a:latin typeface="Calibri"/>
                <a:cs typeface="Calibri"/>
              </a:rPr>
              <a:t> </a:t>
            </a:r>
            <a:r>
              <a:rPr sz="1940" spc="55" dirty="0">
                <a:latin typeface="Calibri"/>
                <a:cs typeface="Calibri"/>
              </a:rPr>
              <a:t>—</a:t>
            </a:r>
            <a:r>
              <a:rPr sz="1940" spc="-106" dirty="0">
                <a:latin typeface="Calibri"/>
                <a:cs typeface="Calibri"/>
              </a:rPr>
              <a:t> </a:t>
            </a:r>
            <a:r>
              <a:rPr sz="1728" spc="-45" dirty="0">
                <a:latin typeface="Calibri"/>
                <a:cs typeface="Calibri"/>
              </a:rPr>
              <a:t>JCGM</a:t>
            </a:r>
            <a:r>
              <a:rPr sz="1728" spc="-100" dirty="0">
                <a:latin typeface="Calibri"/>
                <a:cs typeface="Calibri"/>
              </a:rPr>
              <a:t> </a:t>
            </a:r>
            <a:r>
              <a:rPr sz="1728" spc="-12" dirty="0">
                <a:latin typeface="Calibri"/>
                <a:cs typeface="Calibri"/>
              </a:rPr>
              <a:t>(2008)</a:t>
            </a:r>
            <a:endParaRPr sz="1728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9061725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-106" dirty="0">
                <a:solidFill>
                  <a:srgbClr val="4E4F52"/>
                </a:solidFill>
                <a:latin typeface="Calibri" panose="020F0502020204030204" pitchFamily="34" charset="0"/>
              </a:rPr>
              <a:t>Error </a:t>
            </a:r>
            <a:r>
              <a:rPr sz="4487" spc="179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4487" spc="-967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73" dirty="0">
                <a:solidFill>
                  <a:srgbClr val="4E4F52"/>
                </a:solidFill>
                <a:latin typeface="Calibri" panose="020F0502020204030204" pitchFamily="34" charset="0"/>
              </a:rPr>
              <a:t>medición </a:t>
            </a:r>
            <a:r>
              <a:rPr sz="4487" spc="-91" dirty="0">
                <a:solidFill>
                  <a:srgbClr val="4E4F52"/>
                </a:solidFill>
                <a:latin typeface="Calibri" panose="020F0502020204030204" pitchFamily="34" charset="0"/>
              </a:rPr>
              <a:t>(en </a:t>
            </a:r>
            <a:r>
              <a:rPr sz="4487" spc="39" dirty="0">
                <a:solidFill>
                  <a:srgbClr val="4E4F52"/>
                </a:solidFill>
                <a:latin typeface="Calibri" panose="020F0502020204030204" pitchFamily="34" charset="0"/>
              </a:rPr>
              <a:t>metrología)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18" dirty="0">
                <a:solidFill>
                  <a:srgbClr val="919191"/>
                </a:solidFill>
                <a:latin typeface="Calibri" panose="020F0502020204030204" pitchFamily="34" charset="0"/>
              </a:rPr>
              <a:t>Toda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6" dirty="0">
                <a:solidFill>
                  <a:srgbClr val="919191"/>
                </a:solidFill>
                <a:latin typeface="Calibri" panose="020F0502020204030204" pitchFamily="34" charset="0"/>
              </a:rPr>
              <a:t>medición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-3" dirty="0">
                <a:solidFill>
                  <a:srgbClr val="919191"/>
                </a:solidFill>
                <a:latin typeface="Calibri" panose="020F0502020204030204" pitchFamily="34" charset="0"/>
              </a:rPr>
              <a:t>tiene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un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6" dirty="0">
                <a:solidFill>
                  <a:srgbClr val="919191"/>
                </a:solidFill>
                <a:latin typeface="Calibri" panose="020F0502020204030204" pitchFamily="34" charset="0"/>
              </a:rPr>
              <a:t>grado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9" dirty="0">
                <a:solidFill>
                  <a:srgbClr val="919191"/>
                </a:solidFill>
                <a:latin typeface="Calibri" panose="020F0502020204030204" pitchFamily="34" charset="0"/>
              </a:rPr>
              <a:t>incertidumbre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asociada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50976" y="2278137"/>
            <a:ext cx="10378693" cy="2884073"/>
          </a:xfrm>
          <a:prstGeom prst="rect">
            <a:avLst/>
          </a:prstGeom>
        </p:spPr>
        <p:txBody>
          <a:bodyPr vert="horz" wrap="square" lIns="0" tIns="199849" rIns="0" bIns="0" rtlCol="0">
            <a:spAutoFit/>
          </a:bodyPr>
          <a:lstStyle/>
          <a:p>
            <a:pPr marL="7701">
              <a:spcBef>
                <a:spcPts val="1574"/>
              </a:spcBef>
            </a:pPr>
            <a:r>
              <a:rPr sz="2486" i="1" spc="-39" dirty="0">
                <a:latin typeface="Calibri"/>
                <a:cs typeface="Calibri"/>
              </a:rPr>
              <a:t>El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27" dirty="0">
                <a:latin typeface="Calibri"/>
                <a:cs typeface="Calibri"/>
              </a:rPr>
              <a:t>error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52" dirty="0">
                <a:latin typeface="Calibri"/>
                <a:cs typeface="Calibri"/>
              </a:rPr>
              <a:t>medición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76" dirty="0">
                <a:latin typeface="Calibri"/>
                <a:cs typeface="Calibri"/>
              </a:rPr>
              <a:t>reduce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la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91" dirty="0">
                <a:latin typeface="Calibri"/>
                <a:cs typeface="Calibri"/>
              </a:rPr>
              <a:t>utilidad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46" dirty="0">
                <a:latin typeface="Calibri"/>
                <a:cs typeface="Calibri"/>
              </a:rPr>
              <a:t>los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36" dirty="0">
                <a:latin typeface="Calibri"/>
                <a:cs typeface="Calibri"/>
              </a:rPr>
              <a:t>puntajes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2" dirty="0">
                <a:latin typeface="Calibri"/>
                <a:cs typeface="Calibri"/>
              </a:rPr>
              <a:t>pruebas.</a:t>
            </a:r>
            <a:endParaRPr sz="2486" dirty="0">
              <a:latin typeface="Calibri"/>
              <a:cs typeface="Calibri"/>
            </a:endParaRPr>
          </a:p>
          <a:p>
            <a:pPr marL="7701" marR="460922">
              <a:lnSpc>
                <a:spcPct val="100499"/>
              </a:lnSpc>
              <a:spcBef>
                <a:spcPts val="1501"/>
              </a:spcBef>
            </a:pPr>
            <a:r>
              <a:rPr sz="2486" i="1" spc="-88" dirty="0">
                <a:latin typeface="Calibri"/>
                <a:cs typeface="Calibri"/>
              </a:rPr>
              <a:t>Limita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79" dirty="0">
                <a:latin typeface="Calibri"/>
                <a:cs typeface="Calibri"/>
              </a:rPr>
              <a:t>qué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tanto</a:t>
            </a:r>
            <a:r>
              <a:rPr sz="2486" i="1" spc="-194" dirty="0">
                <a:latin typeface="Calibri"/>
                <a:cs typeface="Calibri"/>
              </a:rPr>
              <a:t> puede </a:t>
            </a:r>
            <a:r>
              <a:rPr sz="2486" i="1" spc="-130" dirty="0">
                <a:latin typeface="Calibri"/>
                <a:cs typeface="Calibri"/>
              </a:rPr>
              <a:t>generalizarse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06" dirty="0">
                <a:latin typeface="Calibri"/>
                <a:cs typeface="Calibri"/>
              </a:rPr>
              <a:t>un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43" dirty="0">
                <a:latin typeface="Calibri"/>
                <a:cs typeface="Calibri"/>
              </a:rPr>
              <a:t>resultado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79" dirty="0">
                <a:latin typeface="Calibri"/>
                <a:cs typeface="Calibri"/>
              </a:rPr>
              <a:t>mas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allá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24" dirty="0">
                <a:latin typeface="Calibri"/>
                <a:cs typeface="Calibri"/>
              </a:rPr>
              <a:t>las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características  </a:t>
            </a:r>
            <a:r>
              <a:rPr sz="2486" i="1" spc="-121" dirty="0">
                <a:latin typeface="Calibri"/>
                <a:cs typeface="Calibri"/>
              </a:rPr>
              <a:t>particulares </a:t>
            </a:r>
            <a:r>
              <a:rPr sz="2486" i="1" spc="-215" dirty="0">
                <a:latin typeface="Calibri"/>
                <a:cs typeface="Calibri"/>
              </a:rPr>
              <a:t>de </a:t>
            </a:r>
            <a:r>
              <a:rPr sz="2486" i="1" spc="-133" dirty="0">
                <a:latin typeface="Calibri"/>
                <a:cs typeface="Calibri"/>
              </a:rPr>
              <a:t>una </a:t>
            </a:r>
            <a:r>
              <a:rPr sz="2486" i="1" spc="-139" dirty="0">
                <a:latin typeface="Calibri"/>
                <a:cs typeface="Calibri"/>
              </a:rPr>
              <a:t>aplicación </a:t>
            </a:r>
            <a:r>
              <a:rPr sz="2486" i="1" spc="-158" dirty="0">
                <a:latin typeface="Calibri"/>
                <a:cs typeface="Calibri"/>
              </a:rPr>
              <a:t>específica </a:t>
            </a:r>
            <a:r>
              <a:rPr sz="2486" i="1" spc="-215" dirty="0">
                <a:latin typeface="Calibri"/>
                <a:cs typeface="Calibri"/>
              </a:rPr>
              <a:t>de </a:t>
            </a:r>
            <a:r>
              <a:rPr sz="2486" i="1" spc="-133" dirty="0">
                <a:latin typeface="Calibri"/>
                <a:cs typeface="Calibri"/>
              </a:rPr>
              <a:t>una</a:t>
            </a:r>
            <a:r>
              <a:rPr sz="2486" i="1" spc="-394" dirty="0">
                <a:latin typeface="Calibri"/>
                <a:cs typeface="Calibri"/>
              </a:rPr>
              <a:t> </a:t>
            </a:r>
            <a:r>
              <a:rPr sz="2486" i="1" spc="-143" dirty="0">
                <a:latin typeface="Calibri"/>
                <a:cs typeface="Calibri"/>
              </a:rPr>
              <a:t>prueba.</a:t>
            </a:r>
            <a:endParaRPr sz="2486" dirty="0">
              <a:latin typeface="Calibri"/>
              <a:cs typeface="Calibri"/>
            </a:endParaRPr>
          </a:p>
          <a:p>
            <a:pPr marL="7701" marR="167888">
              <a:lnSpc>
                <a:spcPct val="100499"/>
              </a:lnSpc>
              <a:spcBef>
                <a:spcPts val="1501"/>
              </a:spcBef>
            </a:pPr>
            <a:r>
              <a:rPr sz="2486" i="1" spc="-185" dirty="0">
                <a:latin typeface="Calibri"/>
                <a:cs typeface="Calibri"/>
              </a:rPr>
              <a:t>Reduce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la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24" dirty="0">
                <a:latin typeface="Calibri"/>
                <a:cs typeface="Calibri"/>
              </a:rPr>
              <a:t>confianza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79" dirty="0">
                <a:latin typeface="Calibri"/>
                <a:cs typeface="Calibri"/>
              </a:rPr>
              <a:t>que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se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94" dirty="0">
                <a:latin typeface="Calibri"/>
                <a:cs typeface="Calibri"/>
              </a:rPr>
              <a:t>puede </a:t>
            </a:r>
            <a:r>
              <a:rPr sz="2486" i="1" spc="-143" dirty="0">
                <a:latin typeface="Calibri"/>
                <a:cs typeface="Calibri"/>
              </a:rPr>
              <a:t>tener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82" dirty="0">
                <a:latin typeface="Calibri"/>
                <a:cs typeface="Calibri"/>
              </a:rPr>
              <a:t>en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46" dirty="0">
                <a:latin typeface="Calibri"/>
                <a:cs typeface="Calibri"/>
              </a:rPr>
              <a:t>los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46" dirty="0">
                <a:latin typeface="Calibri"/>
                <a:cs typeface="Calibri"/>
              </a:rPr>
              <a:t>resultados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una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2" dirty="0">
                <a:latin typeface="Calibri"/>
                <a:cs typeface="Calibri"/>
              </a:rPr>
              <a:t>medición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y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8" dirty="0">
                <a:latin typeface="Calibri"/>
                <a:cs typeface="Calibri"/>
              </a:rPr>
              <a:t>por</a:t>
            </a:r>
            <a:r>
              <a:rPr sz="2486" i="1" spc="-197" dirty="0">
                <a:latin typeface="Calibri"/>
                <a:cs typeface="Calibri"/>
              </a:rPr>
              <a:t> </a:t>
            </a:r>
            <a:r>
              <a:rPr sz="2486" i="1" spc="-200" dirty="0">
                <a:latin typeface="Calibri"/>
                <a:cs typeface="Calibri"/>
              </a:rPr>
              <a:t>ende  </a:t>
            </a:r>
            <a:r>
              <a:rPr sz="2486" i="1" spc="-182" dirty="0">
                <a:latin typeface="Calibri"/>
                <a:cs typeface="Calibri"/>
              </a:rPr>
              <a:t>en </a:t>
            </a:r>
            <a:r>
              <a:rPr sz="2486" i="1" spc="-97" dirty="0">
                <a:latin typeface="Calibri"/>
                <a:cs typeface="Calibri"/>
              </a:rPr>
              <a:t>la </a:t>
            </a:r>
            <a:r>
              <a:rPr sz="2486" b="1" i="1" spc="-206" dirty="0">
                <a:latin typeface="Palatino Linotype"/>
                <a:cs typeface="Palatino Linotype"/>
              </a:rPr>
              <a:t>confiabilidad/precisión </a:t>
            </a:r>
            <a:r>
              <a:rPr sz="2486" i="1" spc="-215" dirty="0">
                <a:latin typeface="Calibri"/>
                <a:cs typeface="Calibri"/>
              </a:rPr>
              <a:t>de </a:t>
            </a:r>
            <a:r>
              <a:rPr sz="2486" i="1" spc="-146" dirty="0">
                <a:latin typeface="Calibri"/>
                <a:cs typeface="Calibri"/>
              </a:rPr>
              <a:t>los</a:t>
            </a:r>
            <a:r>
              <a:rPr sz="2486" i="1" spc="-346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puntajes.</a:t>
            </a:r>
            <a:endParaRPr sz="2486" dirty="0">
              <a:latin typeface="Calibri"/>
              <a:cs typeface="Calibri"/>
            </a:endParaRPr>
          </a:p>
          <a:p>
            <a:pPr marR="3081" algn="r">
              <a:spcBef>
                <a:spcPts val="552"/>
              </a:spcBef>
            </a:pPr>
            <a:r>
              <a:rPr sz="2001" spc="-9" dirty="0">
                <a:latin typeface="Calibri"/>
                <a:cs typeface="Calibri"/>
              </a:rPr>
              <a:t>AERA,</a:t>
            </a:r>
            <a:r>
              <a:rPr sz="2001" spc="-173" dirty="0">
                <a:latin typeface="Calibri"/>
                <a:cs typeface="Calibri"/>
              </a:rPr>
              <a:t> </a:t>
            </a:r>
            <a:r>
              <a:rPr sz="2001" spc="-33" dirty="0">
                <a:latin typeface="Calibri"/>
                <a:cs typeface="Calibri"/>
              </a:rPr>
              <a:t>APA</a:t>
            </a:r>
            <a:r>
              <a:rPr sz="2001" spc="-130" dirty="0">
                <a:latin typeface="Calibri"/>
                <a:cs typeface="Calibri"/>
              </a:rPr>
              <a:t> </a:t>
            </a:r>
            <a:r>
              <a:rPr sz="2001" spc="39" dirty="0">
                <a:latin typeface="Calibri"/>
                <a:cs typeface="Calibri"/>
              </a:rPr>
              <a:t>y</a:t>
            </a:r>
            <a:r>
              <a:rPr sz="2001" spc="-133" dirty="0">
                <a:latin typeface="Calibri"/>
                <a:cs typeface="Calibri"/>
              </a:rPr>
              <a:t> </a:t>
            </a:r>
            <a:r>
              <a:rPr sz="2001" spc="-27" dirty="0">
                <a:latin typeface="Calibri"/>
                <a:cs typeface="Calibri"/>
              </a:rPr>
              <a:t>NCME</a:t>
            </a:r>
            <a:r>
              <a:rPr sz="2001" spc="-18" dirty="0">
                <a:latin typeface="Calibri"/>
                <a:cs typeface="Calibri"/>
              </a:rPr>
              <a:t> </a:t>
            </a:r>
            <a:r>
              <a:rPr sz="1728" spc="-45" dirty="0">
                <a:latin typeface="Calibri" panose="020F0502020204030204" pitchFamily="34" charset="0"/>
                <a:cs typeface="Calibri" panose="020F0502020204030204" pitchFamily="34" charset="0"/>
              </a:rPr>
              <a:t>(2014)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8635843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94" dirty="0">
                <a:solidFill>
                  <a:srgbClr val="4E4F52"/>
                </a:solidFill>
                <a:latin typeface="Calibri" panose="020F0502020204030204" pitchFamily="34" charset="0"/>
              </a:rPr>
              <a:t>El </a:t>
            </a:r>
            <a:r>
              <a:rPr sz="4487" spc="-112" dirty="0">
                <a:solidFill>
                  <a:srgbClr val="4E4F52"/>
                </a:solidFill>
                <a:latin typeface="Calibri" panose="020F0502020204030204" pitchFamily="34" charset="0"/>
              </a:rPr>
              <a:t>error </a:t>
            </a:r>
            <a:r>
              <a:rPr sz="4487" spc="179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4487" spc="-961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73" dirty="0">
                <a:solidFill>
                  <a:srgbClr val="4E4F52"/>
                </a:solidFill>
                <a:latin typeface="Calibri" panose="020F0502020204030204" pitchFamily="34" charset="0"/>
              </a:rPr>
              <a:t>medición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acuerdo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los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Estándares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para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721" y="356914"/>
            <a:ext cx="10342064" cy="575140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sz="3669" spc="203" dirty="0">
                <a:solidFill>
                  <a:srgbClr val="4E4F52"/>
                </a:solidFill>
                <a:latin typeface="Calibri" panose="020F0502020204030204" pitchFamily="34" charset="0"/>
              </a:rPr>
              <a:t>Segundo </a:t>
            </a:r>
            <a:r>
              <a:rPr sz="3669" spc="21" dirty="0">
                <a:solidFill>
                  <a:srgbClr val="4E4F52"/>
                </a:solidFill>
                <a:latin typeface="Calibri" panose="020F0502020204030204" pitchFamily="34" charset="0"/>
              </a:rPr>
              <a:t>fundamento:</a:t>
            </a:r>
            <a:r>
              <a:rPr sz="3669" spc="-564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69" spc="82" dirty="0">
                <a:solidFill>
                  <a:srgbClr val="4E4F52"/>
                </a:solidFill>
                <a:latin typeface="Calibri" panose="020F0502020204030204" pitchFamily="34" charset="0"/>
              </a:rPr>
              <a:t>Conﬁabilidad/Precisión</a:t>
            </a:r>
            <a:endParaRPr sz="3669" dirty="0">
              <a:latin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013" y="2182895"/>
            <a:ext cx="10126042" cy="3316146"/>
          </a:xfrm>
          <a:prstGeom prst="rect">
            <a:avLst/>
          </a:prstGeom>
        </p:spPr>
        <p:txBody>
          <a:bodyPr vert="horz" wrap="square" lIns="0" tIns="22334" rIns="0" bIns="0" rtlCol="0">
            <a:spAutoFit/>
          </a:bodyPr>
          <a:lstStyle/>
          <a:p>
            <a:pPr marL="7701" marR="3081">
              <a:lnSpc>
                <a:spcPts val="2352"/>
              </a:lnSpc>
              <a:spcBef>
                <a:spcPts val="176"/>
              </a:spcBef>
            </a:pPr>
            <a:r>
              <a:rPr sz="2001" spc="14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estándares,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sz="2001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incertidumbre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considerado 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términos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conﬁabilidad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9" dirty="0">
                <a:latin typeface="Calibri" panose="020F0502020204030204" pitchFamily="34" charset="0"/>
                <a:cs typeface="Calibri" panose="020F0502020204030204" pitchFamily="34" charset="0"/>
              </a:rPr>
              <a:t>instrumento.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>
              <a:spcBef>
                <a:spcPts val="1840"/>
              </a:spcBef>
            </a:pPr>
            <a:r>
              <a:rPr sz="2486" spc="158" dirty="0">
                <a:latin typeface="Calibri" panose="020F0502020204030204" pitchFamily="34" charset="0"/>
                <a:cs typeface="Calibri" panose="020F0502020204030204" pitchFamily="34" charset="0"/>
              </a:rPr>
              <a:t>CONFIABILIDAD </a:t>
            </a:r>
            <a:r>
              <a:rPr sz="2486" spc="258" dirty="0"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2486" spc="-3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73" dirty="0">
                <a:latin typeface="Calibri" panose="020F0502020204030204" pitchFamily="34" charset="0"/>
                <a:cs typeface="Calibri" panose="020F0502020204030204" pitchFamily="34" charset="0"/>
              </a:rPr>
              <a:t>FUNDAMENTO:</a:t>
            </a:r>
            <a:endParaRPr sz="248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044" marR="518296">
              <a:lnSpc>
                <a:spcPts val="2947"/>
              </a:lnSpc>
              <a:spcBef>
                <a:spcPts val="594"/>
              </a:spcBef>
            </a:pPr>
            <a:r>
              <a:rPr sz="2486" spc="127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486" spc="58" dirty="0">
                <a:latin typeface="Calibri" panose="020F0502020204030204" pitchFamily="34" charset="0"/>
                <a:cs typeface="Calibri" panose="020F0502020204030204" pitchFamily="34" charset="0"/>
              </a:rPr>
              <a:t>consistencia </a:t>
            </a:r>
            <a:r>
              <a:rPr sz="2486" spc="139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486" spc="103" dirty="0"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486" spc="30" dirty="0">
                <a:latin typeface="Calibri" panose="020F0502020204030204" pitchFamily="34" charset="0"/>
                <a:cs typeface="Calibri" panose="020F0502020204030204" pitchFamily="34" charset="0"/>
              </a:rPr>
              <a:t>puntajes </a:t>
            </a:r>
            <a:r>
              <a:rPr sz="2486" dirty="0">
                <a:latin typeface="Calibri" panose="020F0502020204030204" pitchFamily="34" charset="0"/>
                <a:cs typeface="Calibri" panose="020F0502020204030204" pitchFamily="34" charset="0"/>
              </a:rPr>
              <a:t>entre </a:t>
            </a:r>
            <a:r>
              <a:rPr sz="2486" spc="33" dirty="0">
                <a:latin typeface="Calibri" panose="020F0502020204030204" pitchFamily="34" charset="0"/>
                <a:cs typeface="Calibri" panose="020F0502020204030204" pitchFamily="34" charset="0"/>
              </a:rPr>
              <a:t>realizaciones </a:t>
            </a:r>
            <a:r>
              <a:rPr sz="2486" spc="139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486" spc="112" dirty="0">
                <a:latin typeface="Calibri" panose="020F0502020204030204" pitchFamily="34" charset="0"/>
                <a:cs typeface="Calibri" panose="020F0502020204030204" pitchFamily="34" charset="0"/>
              </a:rPr>
              <a:t>un  </a:t>
            </a:r>
            <a:r>
              <a:rPr sz="2486" spc="49" dirty="0">
                <a:latin typeface="Calibri" panose="020F0502020204030204" pitchFamily="34" charset="0"/>
                <a:cs typeface="Calibri" panose="020F0502020204030204" pitchFamily="34" charset="0"/>
              </a:rPr>
              <a:t>procedimiento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39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24" dirty="0">
                <a:latin typeface="Calibri" panose="020F0502020204030204" pitchFamily="34" charset="0"/>
                <a:cs typeface="Calibri" panose="020F0502020204030204" pitchFamily="34" charset="0"/>
              </a:rPr>
              <a:t>medición,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58" dirty="0">
                <a:latin typeface="Calibri" panose="020F0502020204030204" pitchFamily="34" charset="0"/>
                <a:cs typeface="Calibri" panose="020F0502020204030204" pitchFamily="34" charset="0"/>
              </a:rPr>
              <a:t>independientemente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39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64" dirty="0">
                <a:latin typeface="Calibri" panose="020F0502020204030204" pitchFamily="34" charset="0"/>
                <a:cs typeface="Calibri" panose="020F0502020204030204" pitchFamily="34" charset="0"/>
              </a:rPr>
              <a:t>cómo</a:t>
            </a:r>
            <a:r>
              <a:rPr sz="2486" spc="-1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55" dirty="0">
                <a:latin typeface="Calibri" panose="020F0502020204030204" pitchFamily="34" charset="0"/>
                <a:cs typeface="Calibri" panose="020F0502020204030204" pitchFamily="34" charset="0"/>
              </a:rPr>
              <a:t>esta  </a:t>
            </a:r>
            <a:r>
              <a:rPr sz="2486" spc="58" dirty="0">
                <a:latin typeface="Calibri" panose="020F0502020204030204" pitchFamily="34" charset="0"/>
                <a:cs typeface="Calibri" panose="020F0502020204030204" pitchFamily="34" charset="0"/>
              </a:rPr>
              <a:t>consistencia</a:t>
            </a:r>
            <a:r>
              <a:rPr sz="2486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24" dirty="0">
                <a:latin typeface="Calibri" panose="020F0502020204030204" pitchFamily="34" charset="0"/>
                <a:cs typeface="Calibri" panose="020F0502020204030204" pitchFamily="34" charset="0"/>
              </a:rPr>
              <a:t>sea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69" dirty="0">
                <a:latin typeface="Calibri" panose="020F0502020204030204" pitchFamily="34" charset="0"/>
                <a:cs typeface="Calibri" panose="020F0502020204030204" pitchFamily="34" charset="0"/>
              </a:rPr>
              <a:t>calculada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52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-15" dirty="0">
                <a:latin typeface="Calibri" panose="020F0502020204030204" pitchFamily="34" charset="0"/>
                <a:cs typeface="Calibri" panose="020F0502020204030204" pitchFamily="34" charset="0"/>
              </a:rPr>
              <a:t>reportada.</a:t>
            </a:r>
            <a:endParaRPr sz="248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1048144">
              <a:lnSpc>
                <a:spcPts val="2352"/>
              </a:lnSpc>
              <a:spcBef>
                <a:spcPts val="2034"/>
              </a:spcBef>
            </a:pP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fundamento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9" dirty="0">
                <a:latin typeface="Calibri" panose="020F0502020204030204" pitchFamily="34" charset="0"/>
                <a:cs typeface="Calibri" panose="020F0502020204030204" pitchFamily="34" charset="0"/>
              </a:rPr>
              <a:t>apunta,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otras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palabras,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variación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observaría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si  repitiéramos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múltiples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ocaciones.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4518" y="1084422"/>
            <a:ext cx="8585015" cy="27640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4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10297397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267" dirty="0">
                <a:solidFill>
                  <a:srgbClr val="4E4F52"/>
                </a:solidFill>
                <a:latin typeface="Calibri" panose="020F0502020204030204" pitchFamily="34" charset="0"/>
              </a:rPr>
              <a:t>Dos</a:t>
            </a:r>
            <a:r>
              <a:rPr sz="4487" spc="-24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212" dirty="0">
                <a:solidFill>
                  <a:srgbClr val="4E4F52"/>
                </a:solidFill>
                <a:latin typeface="Calibri" panose="020F0502020204030204" pitchFamily="34" charset="0"/>
              </a:rPr>
              <a:t>usos</a:t>
            </a:r>
            <a:r>
              <a:rPr sz="4487" spc="-240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27" dirty="0">
                <a:solidFill>
                  <a:srgbClr val="4E4F52"/>
                </a:solidFill>
                <a:latin typeface="Calibri" panose="020F0502020204030204" pitchFamily="34" charset="0"/>
              </a:rPr>
              <a:t>del</a:t>
            </a:r>
            <a:r>
              <a:rPr sz="4487" spc="-382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06" dirty="0">
                <a:solidFill>
                  <a:srgbClr val="4E4F52"/>
                </a:solidFill>
                <a:latin typeface="Calibri" panose="020F0502020204030204" pitchFamily="34" charset="0"/>
              </a:rPr>
              <a:t>concepto</a:t>
            </a:r>
            <a:r>
              <a:rPr sz="4487" spc="-240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-79" dirty="0">
                <a:solidFill>
                  <a:srgbClr val="4E4F52"/>
                </a:solidFill>
                <a:latin typeface="Calibri" panose="020F0502020204030204" pitchFamily="34" charset="0"/>
              </a:rPr>
              <a:t>“Conﬁabilidad”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acuerdo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los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Estándares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para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972322"/>
          </a:xfrm>
          <a:prstGeom prst="rect">
            <a:avLst/>
          </a:prstGeom>
        </p:spPr>
        <p:txBody>
          <a:bodyPr vert="horz" wrap="square" lIns="0" tIns="428705" rIns="0" bIns="0" rtlCol="0">
            <a:spAutoFit/>
          </a:bodyPr>
          <a:lstStyle/>
          <a:p>
            <a:pPr marL="48518" marR="669241">
              <a:lnSpc>
                <a:spcPts val="2352"/>
              </a:lnSpc>
              <a:spcBef>
                <a:spcPts val="176"/>
              </a:spcBef>
            </a:pPr>
            <a:r>
              <a:rPr sz="2001" spc="127" dirty="0">
                <a:latin typeface="Calibri" panose="020F0502020204030204" pitchFamily="34" charset="0"/>
              </a:rPr>
              <a:t>Los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</a:rPr>
              <a:t>estándares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</a:rPr>
              <a:t>distinguen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entre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33" dirty="0">
                <a:latin typeface="Calibri" panose="020F0502020204030204" pitchFamily="34" charset="0"/>
              </a:rPr>
              <a:t>dos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33" dirty="0">
                <a:latin typeface="Calibri" panose="020F0502020204030204" pitchFamily="34" charset="0"/>
              </a:rPr>
              <a:t>usos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</a:rPr>
              <a:t>palabra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</a:rPr>
              <a:t>conﬁabilidad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en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</a:rPr>
              <a:t>ciencias  </a:t>
            </a:r>
            <a:r>
              <a:rPr sz="2001" spc="12" dirty="0">
                <a:latin typeface="Calibri" panose="020F0502020204030204" pitchFamily="34" charset="0"/>
              </a:rPr>
              <a:t>sociales:</a:t>
            </a:r>
            <a:endParaRPr sz="2001" dirty="0">
              <a:latin typeface="Calibri" panose="020F0502020204030204" pitchFamily="34" charset="0"/>
            </a:endParaRPr>
          </a:p>
          <a:p>
            <a:pPr marL="505589" marR="761272">
              <a:lnSpc>
                <a:spcPts val="2352"/>
              </a:lnSpc>
              <a:spcBef>
                <a:spcPts val="1995"/>
              </a:spcBef>
            </a:pPr>
            <a:r>
              <a:rPr sz="2001" spc="49" dirty="0">
                <a:latin typeface="Calibri" panose="020F0502020204030204" pitchFamily="34" charset="0"/>
              </a:rPr>
              <a:t>El</a:t>
            </a:r>
            <a:r>
              <a:rPr sz="2001" spc="-158" dirty="0">
                <a:latin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</a:rPr>
              <a:t>primer</a:t>
            </a:r>
            <a:r>
              <a:rPr sz="2001" spc="-139" dirty="0">
                <a:latin typeface="Calibri" panose="020F0502020204030204" pitchFamily="34" charset="0"/>
              </a:rPr>
              <a:t> </a:t>
            </a:r>
            <a:r>
              <a:rPr sz="2001" dirty="0">
                <a:latin typeface="Calibri" panose="020F0502020204030204" pitchFamily="34" charset="0"/>
              </a:rPr>
              <a:t>sentido,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</a:rPr>
              <a:t>que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</a:rPr>
              <a:t>recién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</a:rPr>
              <a:t>revisamos,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</a:rPr>
              <a:t>está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69" dirty="0">
                <a:latin typeface="Calibri" panose="020F0502020204030204" pitchFamily="34" charset="0"/>
              </a:rPr>
              <a:t>asociado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</a:rPr>
              <a:t>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</a:rPr>
              <a:t>consistencia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 err="1">
                <a:latin typeface="Calibri" panose="020F0502020204030204" pitchFamily="34" charset="0"/>
              </a:rPr>
              <a:t>los</a:t>
            </a:r>
            <a:r>
              <a:rPr sz="2001" spc="76" dirty="0">
                <a:latin typeface="Calibri" panose="020F0502020204030204" pitchFamily="34" charset="0"/>
              </a:rPr>
              <a:t> </a:t>
            </a:r>
            <a:r>
              <a:rPr sz="2001" spc="18" dirty="0" err="1">
                <a:latin typeface="Calibri" panose="020F0502020204030204" pitchFamily="34" charset="0"/>
              </a:rPr>
              <a:t>puntajes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</a:rPr>
              <a:t>mediciones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</a:rPr>
              <a:t>repetidas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</a:rPr>
              <a:t>es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58" dirty="0">
                <a:latin typeface="Calibri" panose="020F0502020204030204" pitchFamily="34" charset="0"/>
              </a:rPr>
              <a:t>llamado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“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conﬁabilidad/precisión</a:t>
            </a:r>
            <a:r>
              <a:rPr sz="2001" spc="-6" dirty="0">
                <a:latin typeface="Calibri" panose="020F0502020204030204" pitchFamily="34" charset="0"/>
              </a:rPr>
              <a:t>”.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05589" marR="3081">
              <a:lnSpc>
                <a:spcPts val="2352"/>
              </a:lnSpc>
              <a:spcBef>
                <a:spcPts val="1995"/>
              </a:spcBef>
            </a:pPr>
            <a:r>
              <a:rPr sz="2001" spc="49" dirty="0">
                <a:latin typeface="Calibri" panose="020F0502020204030204" pitchFamily="34" charset="0"/>
              </a:rPr>
              <a:t>El </a:t>
            </a:r>
            <a:r>
              <a:rPr sz="2001" spc="124" dirty="0">
                <a:latin typeface="Calibri" panose="020F0502020204030204" pitchFamily="34" charset="0"/>
              </a:rPr>
              <a:t>segundo </a:t>
            </a:r>
            <a:r>
              <a:rPr sz="2001" spc="39" dirty="0">
                <a:latin typeface="Calibri" panose="020F0502020204030204" pitchFamily="34" charset="0"/>
              </a:rPr>
              <a:t>sentido </a:t>
            </a:r>
            <a:r>
              <a:rPr sz="2001" spc="103" dirty="0">
                <a:latin typeface="Calibri" panose="020F0502020204030204" pitchFamily="34" charset="0"/>
              </a:rPr>
              <a:t>de </a:t>
            </a:r>
            <a:r>
              <a:rPr sz="2001" spc="21" dirty="0">
                <a:latin typeface="Calibri" panose="020F0502020204030204" pitchFamily="34" charset="0"/>
              </a:rPr>
              <a:t>conﬁabilidad </a:t>
            </a:r>
            <a:r>
              <a:rPr sz="2001" spc="121" dirty="0">
                <a:latin typeface="Calibri" panose="020F0502020204030204" pitchFamily="34" charset="0"/>
              </a:rPr>
              <a:t>se </a:t>
            </a:r>
            <a:r>
              <a:rPr sz="2001" spc="-30" dirty="0">
                <a:latin typeface="Calibri" panose="020F0502020204030204" pitchFamily="34" charset="0"/>
              </a:rPr>
              <a:t>reﬁere </a:t>
            </a:r>
            <a:r>
              <a:rPr sz="2001" spc="36" dirty="0">
                <a:latin typeface="Calibri" panose="020F0502020204030204" pitchFamily="34" charset="0"/>
              </a:rPr>
              <a:t>a </a:t>
            </a:r>
            <a:r>
              <a:rPr sz="2001" spc="67" dirty="0">
                <a:latin typeface="Calibri" panose="020F0502020204030204" pitchFamily="34" charset="0"/>
              </a:rPr>
              <a:t>una </a:t>
            </a:r>
            <a:r>
              <a:rPr sz="2001" spc="24" dirty="0">
                <a:latin typeface="Calibri" panose="020F0502020204030204" pitchFamily="34" charset="0"/>
              </a:rPr>
              <a:t>forma </a:t>
            </a:r>
            <a:r>
              <a:rPr sz="2001" spc="-6" dirty="0">
                <a:latin typeface="Calibri" panose="020F0502020204030204" pitchFamily="34" charset="0"/>
              </a:rPr>
              <a:t>particular </a:t>
            </a:r>
            <a:r>
              <a:rPr sz="2001" spc="103" dirty="0">
                <a:latin typeface="Calibri" panose="020F0502020204030204" pitchFamily="34" charset="0"/>
              </a:rPr>
              <a:t>de </a:t>
            </a:r>
            <a:r>
              <a:rPr sz="2001" spc="-6" dirty="0">
                <a:latin typeface="Calibri" panose="020F0502020204030204" pitchFamily="34" charset="0"/>
              </a:rPr>
              <a:t>cuantiﬁcar  </a:t>
            </a:r>
            <a:r>
              <a:rPr sz="2001" spc="39" dirty="0">
                <a:latin typeface="Calibri" panose="020F0502020204030204" pitchFamily="34" charset="0"/>
              </a:rPr>
              <a:t>esta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</a:rPr>
              <a:t>consistencia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los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15" dirty="0">
                <a:latin typeface="Calibri" panose="020F0502020204030204" pitchFamily="34" charset="0"/>
              </a:rPr>
              <a:t>puntajes,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</a:rPr>
              <a:t>es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45" dirty="0">
                <a:latin typeface="Calibri" panose="020F0502020204030204" pitchFamily="34" charset="0"/>
              </a:rPr>
              <a:t>decir,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al</a:t>
            </a:r>
            <a:r>
              <a:rPr sz="2001" spc="-154" dirty="0">
                <a:latin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</a:rPr>
              <a:t>coeﬁciente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</a:rPr>
              <a:t>conﬁabilidad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en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-21" dirty="0">
                <a:latin typeface="Calibri" panose="020F0502020204030204" pitchFamily="34" charset="0"/>
              </a:rPr>
              <a:t>teoría  </a:t>
            </a:r>
            <a:r>
              <a:rPr sz="2001" spc="103" dirty="0">
                <a:latin typeface="Calibri" panose="020F0502020204030204" pitchFamily="34" charset="0"/>
              </a:rPr>
              <a:t>de </a:t>
            </a:r>
            <a:r>
              <a:rPr sz="2001" spc="-3" dirty="0">
                <a:latin typeface="Calibri" panose="020F0502020204030204" pitchFamily="34" charset="0"/>
              </a:rPr>
              <a:t>puntaje</a:t>
            </a:r>
            <a:r>
              <a:rPr sz="2001" spc="-349" dirty="0">
                <a:latin typeface="Calibri" panose="020F0502020204030204" pitchFamily="34" charset="0"/>
              </a:rPr>
              <a:t> </a:t>
            </a:r>
            <a:r>
              <a:rPr sz="2001" dirty="0">
                <a:latin typeface="Calibri" panose="020F0502020204030204" pitchFamily="34" charset="0"/>
              </a:rPr>
              <a:t>verdadero.</a:t>
            </a:r>
          </a:p>
          <a:p>
            <a:pPr marL="48518" marR="432042">
              <a:lnSpc>
                <a:spcPts val="2352"/>
              </a:lnSpc>
              <a:spcBef>
                <a:spcPts val="1988"/>
              </a:spcBef>
            </a:pPr>
            <a:r>
              <a:rPr sz="2001" spc="149" dirty="0">
                <a:latin typeface="Calibri" panose="020F0502020204030204" pitchFamily="34" charset="0"/>
              </a:rPr>
              <a:t>Es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</a:rPr>
              <a:t>importante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</a:rPr>
              <a:t>recordar</a:t>
            </a:r>
            <a:r>
              <a:rPr sz="2001" spc="-143" dirty="0">
                <a:latin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</a:rPr>
              <a:t>lo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</a:rPr>
              <a:t>fundamental</a:t>
            </a:r>
            <a:r>
              <a:rPr sz="2001" spc="-158" dirty="0">
                <a:latin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</a:rPr>
              <a:t>es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</a:rPr>
              <a:t>el</a:t>
            </a:r>
            <a:r>
              <a:rPr sz="2001" spc="-158" dirty="0">
                <a:latin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</a:rPr>
              <a:t>primero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73" dirty="0">
                <a:latin typeface="Calibri" panose="020F0502020204030204" pitchFamily="34" charset="0"/>
              </a:rPr>
              <a:t>estos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</a:rPr>
              <a:t>sentidos,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21" dirty="0" err="1">
                <a:latin typeface="Calibri" panose="020F0502020204030204" pitchFamily="34" charset="0"/>
              </a:rPr>
              <a:t>mientras</a:t>
            </a:r>
            <a:r>
              <a:rPr sz="2001" spc="21" dirty="0">
                <a:latin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</a:rPr>
              <a:t>que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</a:rPr>
              <a:t>los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</a:rPr>
              <a:t>coeﬁcientes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</a:rPr>
              <a:t>conﬁabilidad</a:t>
            </a:r>
            <a:r>
              <a:rPr sz="2001" spc="-91" dirty="0">
                <a:latin typeface="Calibri" panose="020F0502020204030204" pitchFamily="34" charset="0"/>
              </a:rPr>
              <a:t> </a:t>
            </a:r>
            <a:r>
              <a:rPr sz="2001" spc="115" dirty="0">
                <a:latin typeface="Calibri" panose="020F0502020204030204" pitchFamily="34" charset="0"/>
              </a:rPr>
              <a:t>son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</a:rPr>
              <a:t>formas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</a:rPr>
              <a:t>estimar</a:t>
            </a:r>
            <a:r>
              <a:rPr sz="2001" spc="-139" dirty="0">
                <a:latin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</a:rPr>
              <a:t>este</a:t>
            </a:r>
            <a:r>
              <a:rPr sz="2001" spc="-94" dirty="0">
                <a:latin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</a:rPr>
              <a:t>fundamento.</a:t>
            </a:r>
            <a:endParaRPr sz="200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721" y="356914"/>
            <a:ext cx="10342064" cy="575140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82"/>
              </a:spcBef>
            </a:pPr>
            <a:r>
              <a:rPr sz="3669" spc="203" dirty="0">
                <a:solidFill>
                  <a:srgbClr val="4E4F52"/>
                </a:solidFill>
                <a:latin typeface="Calibri" panose="020F0502020204030204" pitchFamily="34" charset="0"/>
              </a:rPr>
              <a:t>Segundo </a:t>
            </a:r>
            <a:r>
              <a:rPr sz="3669" spc="21" dirty="0">
                <a:solidFill>
                  <a:srgbClr val="4E4F52"/>
                </a:solidFill>
                <a:latin typeface="Calibri" panose="020F0502020204030204" pitchFamily="34" charset="0"/>
              </a:rPr>
              <a:t>fundamento:</a:t>
            </a:r>
            <a:r>
              <a:rPr sz="3669" spc="-564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3669" spc="82" dirty="0">
                <a:solidFill>
                  <a:srgbClr val="4E4F52"/>
                </a:solidFill>
                <a:latin typeface="Calibri" panose="020F0502020204030204" pitchFamily="34" charset="0"/>
              </a:rPr>
              <a:t>Conﬁabilidad/Precisión</a:t>
            </a:r>
            <a:endParaRPr sz="3669" dirty="0">
              <a:latin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4518" y="1084422"/>
            <a:ext cx="10394048" cy="4787191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94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acuerdo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4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9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42" dirty="0"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0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1728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0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728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latin typeface="Calibri" panose="020F0502020204030204" pitchFamily="34" charset="0"/>
                <a:cs typeface="Calibri" panose="020F0502020204030204" pitchFamily="34" charset="0"/>
              </a:rPr>
              <a:t>uso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79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1728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55" dirty="0">
                <a:latin typeface="Calibri" panose="020F0502020204030204" pitchFamily="34" charset="0"/>
                <a:cs typeface="Calibri" panose="020F0502020204030204" pitchFamily="34" charset="0"/>
              </a:rPr>
              <a:t>educacionales</a:t>
            </a:r>
            <a:r>
              <a:rPr sz="1728" spc="-13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33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1728" spc="-13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28" spc="67" dirty="0">
                <a:latin typeface="Calibri" panose="020F0502020204030204" pitchFamily="34" charset="0"/>
                <a:cs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sz="2062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0851" marR="750875">
              <a:lnSpc>
                <a:spcPts val="2947"/>
              </a:lnSpc>
              <a:spcBef>
                <a:spcPts val="1701"/>
              </a:spcBef>
            </a:pPr>
            <a:r>
              <a:rPr sz="2486" spc="79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486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36" dirty="0">
                <a:latin typeface="Calibri" panose="020F0502020204030204" pitchFamily="34" charset="0"/>
                <a:cs typeface="Calibri" panose="020F0502020204030204" pitchFamily="34" charset="0"/>
              </a:rPr>
              <a:t>principal</a:t>
            </a:r>
            <a:r>
              <a:rPr sz="2486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79" dirty="0">
                <a:latin typeface="Calibri" panose="020F0502020204030204" pitchFamily="34" charset="0"/>
                <a:cs typeface="Calibri" panose="020F0502020204030204" pitchFamily="34" charset="0"/>
              </a:rPr>
              <a:t>tema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18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486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52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486" spc="-1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91" dirty="0">
                <a:latin typeface="Calibri" panose="020F0502020204030204" pitchFamily="34" charset="0"/>
                <a:cs typeface="Calibri" panose="020F0502020204030204" pitchFamily="34" charset="0"/>
              </a:rPr>
              <a:t>cálculo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52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486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27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67" dirty="0">
                <a:latin typeface="Calibri" panose="020F0502020204030204" pitchFamily="34" charset="0"/>
                <a:cs typeface="Calibri" panose="020F0502020204030204" pitchFamily="34" charset="0"/>
              </a:rPr>
              <a:t>conﬁabilidad/precisión</a:t>
            </a:r>
            <a:r>
              <a:rPr sz="2486"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73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486" spc="-11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27" dirty="0">
                <a:latin typeface="Calibri" panose="020F0502020204030204" pitchFamily="34" charset="0"/>
                <a:cs typeface="Calibri" panose="020F0502020204030204" pitchFamily="34" charset="0"/>
              </a:rPr>
              <a:t>la  </a:t>
            </a:r>
            <a:r>
              <a:rPr sz="2486" spc="39" dirty="0">
                <a:latin typeface="Calibri" panose="020F0502020204030204" pitchFamily="34" charset="0"/>
                <a:cs typeface="Calibri" panose="020F0502020204030204" pitchFamily="34" charset="0"/>
              </a:rPr>
              <a:t>diﬁcultad</a:t>
            </a:r>
            <a:r>
              <a:rPr sz="2486" spc="-1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52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486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79" dirty="0">
                <a:latin typeface="Calibri" panose="020F0502020204030204" pitchFamily="34" charset="0"/>
                <a:cs typeface="Calibri" panose="020F0502020204030204" pitchFamily="34" charset="0"/>
              </a:rPr>
              <a:t>hacer</a:t>
            </a:r>
            <a:r>
              <a:rPr sz="2486" spc="-1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06" dirty="0">
                <a:latin typeface="Calibri" panose="020F0502020204030204" pitchFamily="34" charset="0"/>
                <a:cs typeface="Calibri" panose="020F0502020204030204" pitchFamily="34" charset="0"/>
              </a:rPr>
              <a:t>mediciones</a:t>
            </a:r>
            <a:r>
              <a:rPr sz="2486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61" dirty="0">
                <a:latin typeface="Calibri" panose="020F0502020204030204" pitchFamily="34" charset="0"/>
                <a:cs typeface="Calibri" panose="020F0502020204030204" pitchFamily="34" charset="0"/>
              </a:rPr>
              <a:t>repetidas</a:t>
            </a:r>
            <a:r>
              <a:rPr sz="2486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118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486" spc="-1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73" dirty="0">
                <a:latin typeface="Calibri" panose="020F0502020204030204" pitchFamily="34" charset="0"/>
                <a:cs typeface="Calibri" panose="020F0502020204030204" pitchFamily="34" charset="0"/>
              </a:rPr>
              <a:t>ciencias</a:t>
            </a:r>
            <a:r>
              <a:rPr sz="2486" spc="-1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86" spc="45" dirty="0">
                <a:latin typeface="Calibri" panose="020F0502020204030204" pitchFamily="34" charset="0"/>
                <a:cs typeface="Calibri" panose="020F0502020204030204" pitchFamily="34" charset="0"/>
              </a:rPr>
              <a:t>sociales.</a:t>
            </a:r>
            <a:endParaRPr sz="248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0851" marR="125146">
              <a:lnSpc>
                <a:spcPts val="2352"/>
              </a:lnSpc>
              <a:spcBef>
                <a:spcPts val="1982"/>
              </a:spcBef>
            </a:pPr>
            <a:r>
              <a:rPr sz="2001" spc="127" dirty="0">
                <a:latin typeface="Calibri" panose="020F0502020204030204" pitchFamily="34" charset="0"/>
                <a:cs typeface="Calibri" panose="020F0502020204030204" pitchFamily="34" charset="0"/>
              </a:rPr>
              <a:t>Después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5" dirty="0">
                <a:latin typeface="Calibri" panose="020F0502020204030204" pitchFamily="34" charset="0"/>
                <a:cs typeface="Calibri" panose="020F0502020204030204" pitchFamily="34" charset="0"/>
              </a:rPr>
              <a:t>todo,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razonable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esperar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persona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responda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misma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prueba 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múltiples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veces,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cada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aplicación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sea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independiente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0" dirty="0">
                <a:latin typeface="Calibri" panose="020F0502020204030204" pitchFamily="34" charset="0"/>
                <a:cs typeface="Calibri" panose="020F0502020204030204" pitchFamily="34" charset="0"/>
              </a:rPr>
              <a:t>anteriores.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0851" marR="31190">
              <a:lnSpc>
                <a:spcPts val="2352"/>
              </a:lnSpc>
              <a:spcBef>
                <a:spcPts val="1992"/>
              </a:spcBef>
            </a:pP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001" spc="-12" dirty="0">
                <a:latin typeface="Calibri" panose="020F0502020204030204" pitchFamily="34" charset="0"/>
                <a:cs typeface="Calibri" panose="020F0502020204030204" pitchFamily="34" charset="0"/>
              </a:rPr>
              <a:t>“conﬁabilidad/precisión” </a:t>
            </a:r>
            <a:r>
              <a:rPr sz="2001" spc="100" dirty="0">
                <a:latin typeface="Calibri" panose="020F0502020204030204" pitchFamily="34" charset="0"/>
                <a:cs typeface="Calibri" panose="020F0502020204030204" pitchFamily="34" charset="0"/>
              </a:rPr>
              <a:t>puede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ser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estimada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106" dirty="0">
                <a:latin typeface="Calibri" panose="020F0502020204030204" pitchFamily="34" charset="0"/>
                <a:cs typeface="Calibri" panose="020F0502020204030204" pitchFamily="34" charset="0"/>
              </a:rPr>
              <a:t>muchas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formas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distintas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 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medición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ciencias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sociales </a:t>
            </a:r>
            <a:r>
              <a:rPr sz="2001" spc="79" dirty="0">
                <a:latin typeface="Calibri" panose="020F0502020204030204" pitchFamily="34" charset="0"/>
                <a:cs typeface="Calibri" panose="020F0502020204030204" pitchFamily="34" charset="0"/>
              </a:rPr>
              <a:t>dependiendo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entre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otras </a:t>
            </a: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cosas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-121" dirty="0">
                <a:latin typeface="Calibri" panose="020F0502020204030204" pitchFamily="34" charset="0"/>
                <a:cs typeface="Calibri" panose="020F0502020204030204" pitchFamily="34" charset="0"/>
              </a:rPr>
              <a:t>(a)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sz="2001" spc="69" dirty="0">
                <a:latin typeface="Calibri" panose="020F0502020204030204" pitchFamily="34" charset="0"/>
                <a:cs typeface="Calibri" panose="020F0502020204030204" pitchFamily="34" charset="0"/>
              </a:rPr>
              <a:t>diseño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recolección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respuestas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09" dirty="0">
                <a:latin typeface="Calibri" panose="020F0502020204030204" pitchFamily="34" charset="0"/>
                <a:cs typeface="Calibri" panose="020F0502020204030204" pitchFamily="34" charset="0"/>
              </a:rPr>
              <a:t>(b)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modelo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análisis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estadístico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esté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utilizando 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analizar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3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respuestas.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0851" marR="3081">
              <a:lnSpc>
                <a:spcPts val="2352"/>
              </a:lnSpc>
              <a:spcBef>
                <a:spcPts val="1988"/>
              </a:spcBef>
            </a:pP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Distintos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8" dirty="0">
                <a:latin typeface="Calibri" panose="020F0502020204030204" pitchFamily="34" charset="0"/>
                <a:cs typeface="Calibri" panose="020F0502020204030204" pitchFamily="34" charset="0"/>
              </a:rPr>
              <a:t>métodos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diseños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recolección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datos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2" dirty="0">
                <a:latin typeface="Calibri" panose="020F0502020204030204" pitchFamily="34" charset="0"/>
                <a:cs typeface="Calibri" panose="020F0502020204030204" pitchFamily="34" charset="0"/>
              </a:rPr>
              <a:t>intentan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solucionar</a:t>
            </a:r>
            <a:r>
              <a:rPr sz="2001" spc="-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8" dirty="0">
                <a:latin typeface="Calibri" panose="020F0502020204030204" pitchFamily="34" charset="0"/>
                <a:cs typeface="Calibri" panose="020F0502020204030204" pitchFamily="34" charset="0"/>
              </a:rPr>
              <a:t>problema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9" dirty="0">
                <a:latin typeface="Calibri" panose="020F0502020204030204" pitchFamily="34" charset="0"/>
                <a:cs typeface="Calibri" panose="020F0502020204030204" pitchFamily="34" charset="0"/>
              </a:rPr>
              <a:t>falta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múltiples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mediciones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repetidas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5" dirty="0">
                <a:latin typeface="Calibri" panose="020F0502020204030204" pitchFamily="34" charset="0"/>
                <a:cs typeface="Calibri" panose="020F0502020204030204" pitchFamily="34" charset="0"/>
              </a:rPr>
              <a:t>independientes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diferentes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2" dirty="0">
                <a:latin typeface="Calibri" panose="020F0502020204030204" pitchFamily="34" charset="0"/>
                <a:cs typeface="Calibri" panose="020F0502020204030204" pitchFamily="34" charset="0"/>
              </a:rPr>
              <a:t>formas.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040" y="1863383"/>
            <a:ext cx="11073686" cy="2877945"/>
          </a:xfrm>
          <a:prstGeom prst="rect">
            <a:avLst/>
          </a:prstGeom>
        </p:spPr>
        <p:txBody>
          <a:bodyPr vert="horz" wrap="square" lIns="0" tIns="1478512" rIns="0" bIns="0" rtlCol="0" anchor="ctr">
            <a:spAutoFit/>
          </a:bodyPr>
          <a:lstStyle/>
          <a:p>
            <a:pPr marL="712788" marR="3081" algn="ctr">
              <a:lnSpc>
                <a:spcPts val="5397"/>
              </a:lnSpc>
              <a:spcBef>
                <a:spcPts val="343"/>
              </a:spcBef>
            </a:pPr>
            <a:r>
              <a:rPr lang="es-ES" sz="4578" b="0" spc="334" dirty="0">
                <a:solidFill>
                  <a:srgbClr val="000000"/>
                </a:solidFill>
                <a:latin typeface="Calibri" panose="020F0502020204030204" pitchFamily="34" charset="0"/>
              </a:rPr>
              <a:t>Tercer</a:t>
            </a:r>
            <a:r>
              <a:rPr lang="es-ES" sz="4578" spc="334" dirty="0">
                <a:solidFill>
                  <a:srgbClr val="000000"/>
                </a:solidFill>
              </a:rPr>
              <a:t> </a:t>
            </a:r>
            <a:r>
              <a:rPr sz="4578" b="0" spc="49" dirty="0" err="1">
                <a:solidFill>
                  <a:srgbClr val="000000"/>
                </a:solidFill>
                <a:latin typeface="Calibri" panose="020F0502020204030204" pitchFamily="34" charset="0"/>
              </a:rPr>
              <a:t>fundamento</a:t>
            </a:r>
            <a:r>
              <a:rPr sz="4578" b="0" spc="49" dirty="0">
                <a:solidFill>
                  <a:srgbClr val="000000"/>
                </a:solidFill>
                <a:latin typeface="Calibri" panose="020F0502020204030204" pitchFamily="34" charset="0"/>
              </a:rPr>
              <a:t>:</a:t>
            </a:r>
            <a:br>
              <a:rPr lang="es-ES" sz="4578" b="0" spc="49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s-MX" sz="4578" b="0" spc="73" dirty="0">
                <a:solidFill>
                  <a:srgbClr val="000000"/>
                </a:solidFill>
                <a:latin typeface="Calibri" panose="020F0502020204030204" pitchFamily="34" charset="0"/>
              </a:rPr>
              <a:t>imparcialidad</a:t>
            </a:r>
            <a:endParaRPr sz="4578" b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01743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9146824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-115" dirty="0">
                <a:solidFill>
                  <a:srgbClr val="4E4F52"/>
                </a:solidFill>
                <a:latin typeface="Calibri" panose="020F0502020204030204" pitchFamily="34" charset="0"/>
              </a:rPr>
              <a:t>Tercer </a:t>
            </a:r>
            <a:r>
              <a:rPr sz="4487" spc="21" dirty="0">
                <a:solidFill>
                  <a:srgbClr val="4E4F52"/>
                </a:solidFill>
                <a:latin typeface="Calibri" panose="020F0502020204030204" pitchFamily="34" charset="0"/>
              </a:rPr>
              <a:t>fundamento:</a:t>
            </a:r>
            <a:r>
              <a:rPr sz="4487" spc="-488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64" dirty="0">
                <a:solidFill>
                  <a:srgbClr val="4E4F52"/>
                </a:solidFill>
                <a:latin typeface="Calibri" panose="020F0502020204030204" pitchFamily="34" charset="0"/>
              </a:rPr>
              <a:t>Imparcialidad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acuerdo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los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Estándares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para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3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7063" y="1890815"/>
            <a:ext cx="10312414" cy="3603917"/>
          </a:xfrm>
          <a:prstGeom prst="rect">
            <a:avLst/>
          </a:prstGeom>
        </p:spPr>
        <p:txBody>
          <a:bodyPr vert="horz" wrap="square" lIns="0" tIns="22334" rIns="0" bIns="0" rtlCol="0">
            <a:spAutoFit/>
          </a:bodyPr>
          <a:lstStyle/>
          <a:p>
            <a:pPr marL="7701" marR="3081">
              <a:lnSpc>
                <a:spcPts val="2352"/>
              </a:lnSpc>
              <a:spcBef>
                <a:spcPts val="176"/>
              </a:spcBef>
            </a:pP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dirty="0">
                <a:latin typeface="Calibri" panose="020F0502020204030204" pitchFamily="34" charset="0"/>
                <a:cs typeface="Calibri" panose="020F0502020204030204" pitchFamily="34" charset="0"/>
              </a:rPr>
              <a:t>última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versión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(publicada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9" dirty="0">
                <a:latin typeface="Calibri" panose="020F0502020204030204" pitchFamily="34" charset="0"/>
                <a:cs typeface="Calibri" panose="020F0502020204030204" pitchFamily="34" charset="0"/>
              </a:rPr>
              <a:t>2014)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incluyó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8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imparcialidad</a:t>
            </a:r>
            <a:r>
              <a:rPr sz="200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4" dirty="0">
                <a:latin typeface="Calibri" panose="020F0502020204030204" pitchFamily="34" charset="0"/>
                <a:cs typeface="Calibri" panose="020F0502020204030204" pitchFamily="34" charset="0"/>
              </a:rPr>
              <a:t>como 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tercer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fundamento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medición,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además de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fundamentos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tradicionales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validez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3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9" dirty="0">
                <a:latin typeface="Calibri" panose="020F0502020204030204" pitchFamily="34" charset="0"/>
                <a:cs typeface="Calibri" panose="020F0502020204030204" pitchFamily="34" charset="0"/>
              </a:rPr>
              <a:t>conﬁabilidad.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"/>
              </a:spcBef>
            </a:pPr>
            <a:endParaRPr sz="242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80490" marR="378133">
              <a:lnSpc>
                <a:spcPct val="100499"/>
              </a:lnSpc>
            </a:pPr>
            <a:r>
              <a:rPr sz="2486" i="1" spc="-152" dirty="0">
                <a:latin typeface="Calibri"/>
                <a:cs typeface="Calibri"/>
              </a:rPr>
              <a:t>Una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58" dirty="0">
                <a:latin typeface="Calibri"/>
                <a:cs typeface="Calibri"/>
              </a:rPr>
              <a:t>prueba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79" dirty="0">
                <a:latin typeface="Calibri"/>
                <a:cs typeface="Calibri"/>
              </a:rPr>
              <a:t>que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es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18" dirty="0">
                <a:latin typeface="Calibri"/>
                <a:cs typeface="Calibri"/>
              </a:rPr>
              <a:t>imparcial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76" dirty="0">
                <a:latin typeface="Calibri"/>
                <a:cs typeface="Calibri"/>
              </a:rPr>
              <a:t>acuerdo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82" dirty="0">
                <a:latin typeface="Calibri"/>
                <a:cs typeface="Calibri"/>
              </a:rPr>
              <a:t>a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97" dirty="0">
                <a:latin typeface="Calibri"/>
                <a:cs typeface="Calibri"/>
              </a:rPr>
              <a:t>la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24" dirty="0">
                <a:latin typeface="Calibri"/>
                <a:cs typeface="Calibri"/>
              </a:rPr>
              <a:t>definición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46" dirty="0">
                <a:latin typeface="Calibri"/>
                <a:cs typeface="Calibri"/>
              </a:rPr>
              <a:t>los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64" dirty="0">
                <a:latin typeface="Calibri"/>
                <a:cs typeface="Calibri"/>
              </a:rPr>
              <a:t>estándares</a:t>
            </a:r>
            <a:r>
              <a:rPr sz="2486" i="1" spc="-194" dirty="0">
                <a:latin typeface="Calibri"/>
                <a:cs typeface="Calibri"/>
              </a:rPr>
              <a:t> </a:t>
            </a:r>
            <a:r>
              <a:rPr sz="2486" i="1" spc="-112" dirty="0">
                <a:latin typeface="Calibri"/>
                <a:cs typeface="Calibri"/>
              </a:rPr>
              <a:t>re</a:t>
            </a:r>
            <a:r>
              <a:rPr sz="2486" i="1" spc="-112" dirty="0">
                <a:latin typeface="Adobe Hebrew"/>
                <a:cs typeface="Adobe Hebrew"/>
              </a:rPr>
              <a:t>f</a:t>
            </a:r>
            <a:r>
              <a:rPr sz="2486" i="1" spc="-112" dirty="0">
                <a:latin typeface="Calibri"/>
                <a:cs typeface="Calibri"/>
              </a:rPr>
              <a:t>leja</a:t>
            </a:r>
            <a:r>
              <a:rPr sz="2486" i="1" spc="-191" dirty="0">
                <a:latin typeface="Calibri"/>
                <a:cs typeface="Calibri"/>
              </a:rPr>
              <a:t> </a:t>
            </a:r>
            <a:r>
              <a:rPr sz="2486" i="1" spc="-133" dirty="0">
                <a:latin typeface="Calibri"/>
                <a:cs typeface="Calibri"/>
              </a:rPr>
              <a:t>el  </a:t>
            </a:r>
            <a:r>
              <a:rPr sz="2486" i="1" spc="-161" dirty="0">
                <a:latin typeface="Calibri"/>
                <a:cs typeface="Calibri"/>
              </a:rPr>
              <a:t>mismo </a:t>
            </a:r>
            <a:r>
              <a:rPr sz="2486" i="1" spc="-143" dirty="0">
                <a:latin typeface="Calibri"/>
                <a:cs typeface="Calibri"/>
              </a:rPr>
              <a:t>constructo </a:t>
            </a:r>
            <a:r>
              <a:rPr sz="2486" i="1" spc="-248" dirty="0">
                <a:latin typeface="Calibri"/>
                <a:cs typeface="Calibri"/>
              </a:rPr>
              <a:t>o </a:t>
            </a:r>
            <a:r>
              <a:rPr sz="2486" i="1" spc="-146" dirty="0">
                <a:latin typeface="Calibri"/>
                <a:cs typeface="Calibri"/>
              </a:rPr>
              <a:t>constructos </a:t>
            </a:r>
            <a:r>
              <a:rPr sz="2486" i="1" spc="-152" dirty="0">
                <a:latin typeface="Calibri"/>
                <a:cs typeface="Calibri"/>
              </a:rPr>
              <a:t>para </a:t>
            </a:r>
            <a:r>
              <a:rPr sz="2486" i="1" spc="-170" dirty="0">
                <a:latin typeface="Calibri"/>
                <a:cs typeface="Calibri"/>
              </a:rPr>
              <a:t>todas </a:t>
            </a:r>
            <a:r>
              <a:rPr sz="2486" i="1" spc="-158" dirty="0">
                <a:latin typeface="Calibri"/>
                <a:cs typeface="Calibri"/>
              </a:rPr>
              <a:t>quienes </a:t>
            </a:r>
            <a:r>
              <a:rPr sz="2486" i="1" spc="-176" dirty="0">
                <a:latin typeface="Calibri"/>
                <a:cs typeface="Calibri"/>
              </a:rPr>
              <a:t>responden </a:t>
            </a:r>
            <a:r>
              <a:rPr sz="2486" i="1" spc="-97" dirty="0">
                <a:latin typeface="Calibri"/>
                <a:cs typeface="Calibri"/>
              </a:rPr>
              <a:t>la </a:t>
            </a:r>
            <a:r>
              <a:rPr sz="2486" i="1" spc="-139" dirty="0">
                <a:latin typeface="Calibri"/>
                <a:cs typeface="Calibri"/>
              </a:rPr>
              <a:t>prueba, </a:t>
            </a:r>
            <a:r>
              <a:rPr sz="2486" i="1" spc="-97" dirty="0">
                <a:latin typeface="Calibri"/>
                <a:cs typeface="Calibri"/>
              </a:rPr>
              <a:t>y </a:t>
            </a:r>
            <a:r>
              <a:rPr sz="2486" i="1" spc="-152" dirty="0">
                <a:latin typeface="Calibri"/>
                <a:cs typeface="Calibri"/>
              </a:rPr>
              <a:t>sus  </a:t>
            </a:r>
            <a:r>
              <a:rPr sz="2486" i="1" spc="-136" dirty="0">
                <a:latin typeface="Calibri"/>
                <a:cs typeface="Calibri"/>
              </a:rPr>
              <a:t>puntajes </a:t>
            </a:r>
            <a:r>
              <a:rPr sz="2486" i="1" spc="-130" dirty="0">
                <a:latin typeface="Calibri"/>
                <a:cs typeface="Calibri"/>
              </a:rPr>
              <a:t>tienen </a:t>
            </a:r>
            <a:r>
              <a:rPr sz="2486" i="1" spc="-133" dirty="0">
                <a:latin typeface="Calibri"/>
                <a:cs typeface="Calibri"/>
              </a:rPr>
              <a:t>el </a:t>
            </a:r>
            <a:r>
              <a:rPr sz="2486" i="1" spc="-161" dirty="0">
                <a:latin typeface="Calibri"/>
                <a:cs typeface="Calibri"/>
              </a:rPr>
              <a:t>mismo </a:t>
            </a:r>
            <a:r>
              <a:rPr sz="2486" i="1" spc="-130" dirty="0">
                <a:latin typeface="Calibri"/>
                <a:cs typeface="Calibri"/>
              </a:rPr>
              <a:t>significado </a:t>
            </a:r>
            <a:r>
              <a:rPr sz="2486" i="1" spc="-152" dirty="0">
                <a:latin typeface="Calibri"/>
                <a:cs typeface="Calibri"/>
              </a:rPr>
              <a:t>para </a:t>
            </a:r>
            <a:r>
              <a:rPr sz="2486" i="1" spc="-185" dirty="0">
                <a:latin typeface="Calibri"/>
                <a:cs typeface="Calibri"/>
              </a:rPr>
              <a:t>todos </a:t>
            </a:r>
            <a:r>
              <a:rPr sz="2486" i="1" spc="-146" dirty="0">
                <a:latin typeface="Calibri"/>
                <a:cs typeface="Calibri"/>
              </a:rPr>
              <a:t>los </a:t>
            </a:r>
            <a:r>
              <a:rPr sz="2486" i="1" spc="-118" dirty="0">
                <a:latin typeface="Calibri"/>
                <a:cs typeface="Calibri"/>
              </a:rPr>
              <a:t>individuos </a:t>
            </a:r>
            <a:r>
              <a:rPr sz="2486" i="1" spc="-215" dirty="0">
                <a:latin typeface="Calibri"/>
                <a:cs typeface="Calibri"/>
              </a:rPr>
              <a:t>de </a:t>
            </a:r>
            <a:r>
              <a:rPr sz="2486" i="1" spc="-97" dirty="0">
                <a:latin typeface="Calibri"/>
                <a:cs typeface="Calibri"/>
              </a:rPr>
              <a:t>la </a:t>
            </a:r>
            <a:r>
              <a:rPr sz="2486" i="1" spc="-154" dirty="0">
                <a:latin typeface="Calibri"/>
                <a:cs typeface="Calibri"/>
              </a:rPr>
              <a:t>población </a:t>
            </a:r>
            <a:r>
              <a:rPr sz="2486" i="1" spc="-215" dirty="0">
                <a:latin typeface="Calibri"/>
                <a:cs typeface="Calibri"/>
              </a:rPr>
              <a:t>de  </a:t>
            </a:r>
            <a:r>
              <a:rPr sz="2486" i="1" spc="-130" dirty="0">
                <a:latin typeface="Calibri"/>
                <a:cs typeface="Calibri"/>
              </a:rPr>
              <a:t>interés; </a:t>
            </a:r>
            <a:r>
              <a:rPr sz="2486" i="1" spc="-133" dirty="0">
                <a:latin typeface="Calibri"/>
                <a:cs typeface="Calibri"/>
              </a:rPr>
              <a:t>una </a:t>
            </a:r>
            <a:r>
              <a:rPr sz="2486" i="1" spc="-158" dirty="0">
                <a:latin typeface="Calibri"/>
                <a:cs typeface="Calibri"/>
              </a:rPr>
              <a:t>prueba </a:t>
            </a:r>
            <a:r>
              <a:rPr sz="2486" i="1" spc="-164" dirty="0">
                <a:latin typeface="Calibri"/>
                <a:cs typeface="Calibri"/>
              </a:rPr>
              <a:t>ecuánime </a:t>
            </a:r>
            <a:r>
              <a:rPr sz="2486" i="1" spc="-182" dirty="0">
                <a:latin typeface="Calibri"/>
                <a:cs typeface="Calibri"/>
              </a:rPr>
              <a:t>no </a:t>
            </a:r>
            <a:r>
              <a:rPr sz="2486" i="1" spc="-179" dirty="0">
                <a:latin typeface="Calibri"/>
                <a:cs typeface="Calibri"/>
              </a:rPr>
              <a:t>da </a:t>
            </a:r>
            <a:r>
              <a:rPr sz="2486" i="1" spc="-139" dirty="0">
                <a:latin typeface="Calibri"/>
                <a:cs typeface="Calibri"/>
              </a:rPr>
              <a:t>ventajas </a:t>
            </a:r>
            <a:r>
              <a:rPr sz="2486" i="1" spc="-248" dirty="0">
                <a:latin typeface="Calibri"/>
                <a:cs typeface="Calibri"/>
              </a:rPr>
              <a:t>o </a:t>
            </a:r>
            <a:r>
              <a:rPr sz="2486" i="1" spc="-158" dirty="0">
                <a:latin typeface="Calibri"/>
                <a:cs typeface="Calibri"/>
              </a:rPr>
              <a:t>desventajas </a:t>
            </a:r>
            <a:r>
              <a:rPr sz="2486" i="1" spc="-182" dirty="0">
                <a:latin typeface="Calibri"/>
                <a:cs typeface="Calibri"/>
              </a:rPr>
              <a:t>a </a:t>
            </a:r>
            <a:r>
              <a:rPr sz="2486" i="1" spc="-146" dirty="0">
                <a:latin typeface="Calibri"/>
                <a:cs typeface="Calibri"/>
              </a:rPr>
              <a:t>algunos </a:t>
            </a:r>
            <a:r>
              <a:rPr sz="2486" i="1" spc="-118" dirty="0">
                <a:latin typeface="Calibri"/>
                <a:cs typeface="Calibri"/>
              </a:rPr>
              <a:t>individuos  </a:t>
            </a:r>
            <a:r>
              <a:rPr sz="2486" i="1" spc="-176" dirty="0">
                <a:latin typeface="Calibri"/>
                <a:cs typeface="Calibri"/>
              </a:rPr>
              <a:t>debido </a:t>
            </a:r>
            <a:r>
              <a:rPr sz="2486" i="1" spc="-182" dirty="0">
                <a:latin typeface="Calibri"/>
                <a:cs typeface="Calibri"/>
              </a:rPr>
              <a:t>a </a:t>
            </a:r>
            <a:r>
              <a:rPr sz="2486" i="1" spc="-133" dirty="0">
                <a:latin typeface="Calibri"/>
                <a:cs typeface="Calibri"/>
              </a:rPr>
              <a:t>características </a:t>
            </a:r>
            <a:r>
              <a:rPr sz="2486" i="1" spc="-130" dirty="0">
                <a:latin typeface="Calibri"/>
                <a:cs typeface="Calibri"/>
              </a:rPr>
              <a:t>irrelevantes </a:t>
            </a:r>
            <a:r>
              <a:rPr sz="2486" i="1" spc="-97" dirty="0">
                <a:latin typeface="Calibri"/>
                <a:cs typeface="Calibri"/>
              </a:rPr>
              <a:t>al </a:t>
            </a:r>
            <a:r>
              <a:rPr sz="2486" i="1" spc="-143" dirty="0">
                <a:latin typeface="Calibri"/>
                <a:cs typeface="Calibri"/>
              </a:rPr>
              <a:t>constructo</a:t>
            </a:r>
            <a:r>
              <a:rPr sz="2486" i="1" spc="-443" dirty="0">
                <a:latin typeface="Calibri"/>
                <a:cs typeface="Calibri"/>
              </a:rPr>
              <a:t> </a:t>
            </a:r>
            <a:r>
              <a:rPr sz="2486" i="1" spc="-215" dirty="0">
                <a:latin typeface="Calibri"/>
                <a:cs typeface="Calibri"/>
              </a:rPr>
              <a:t>de </a:t>
            </a:r>
            <a:r>
              <a:rPr sz="2486" i="1" spc="-130" dirty="0">
                <a:latin typeface="Calibri"/>
                <a:cs typeface="Calibri"/>
              </a:rPr>
              <a:t>interés.</a:t>
            </a:r>
            <a:endParaRPr sz="2486" dirty="0">
              <a:latin typeface="Calibri"/>
              <a:cs typeface="Calibri"/>
            </a:endParaRPr>
          </a:p>
          <a:p>
            <a:pPr marR="246441" algn="r">
              <a:spcBef>
                <a:spcPts val="542"/>
              </a:spcBef>
            </a:pPr>
            <a:r>
              <a:rPr sz="2001" spc="-9" dirty="0">
                <a:latin typeface="Calibri"/>
                <a:cs typeface="Calibri"/>
              </a:rPr>
              <a:t>AERA,</a:t>
            </a:r>
            <a:r>
              <a:rPr sz="2001" spc="-173" dirty="0">
                <a:latin typeface="Calibri"/>
                <a:cs typeface="Calibri"/>
              </a:rPr>
              <a:t> </a:t>
            </a:r>
            <a:r>
              <a:rPr sz="2001" spc="-33" dirty="0">
                <a:latin typeface="Calibri"/>
                <a:cs typeface="Calibri"/>
              </a:rPr>
              <a:t>APA</a:t>
            </a:r>
            <a:r>
              <a:rPr sz="2001" spc="-133" dirty="0">
                <a:latin typeface="Calibri"/>
                <a:cs typeface="Calibri"/>
              </a:rPr>
              <a:t> </a:t>
            </a:r>
            <a:r>
              <a:rPr sz="2001" spc="39" dirty="0">
                <a:latin typeface="Calibri"/>
                <a:cs typeface="Calibri"/>
              </a:rPr>
              <a:t>y</a:t>
            </a:r>
            <a:r>
              <a:rPr sz="2001" spc="-133" dirty="0">
                <a:latin typeface="Calibri"/>
                <a:cs typeface="Calibri"/>
              </a:rPr>
              <a:t> </a:t>
            </a:r>
            <a:r>
              <a:rPr sz="2001" spc="-27" dirty="0">
                <a:latin typeface="Calibri"/>
                <a:cs typeface="Calibri"/>
              </a:rPr>
              <a:t>NCME</a:t>
            </a:r>
            <a:r>
              <a:rPr sz="2001" spc="-173" dirty="0">
                <a:latin typeface="Calibri"/>
                <a:cs typeface="Calibri"/>
              </a:rPr>
              <a:t> </a:t>
            </a:r>
            <a:r>
              <a:rPr sz="1728" spc="-64" dirty="0">
                <a:latin typeface="Calibri"/>
                <a:cs typeface="Calibri"/>
              </a:rPr>
              <a:t>(2014)</a:t>
            </a:r>
            <a:endParaRPr sz="1728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7062" y="1820336"/>
            <a:ext cx="10460664" cy="4004609"/>
          </a:xfrm>
          <a:prstGeom prst="rect">
            <a:avLst/>
          </a:prstGeom>
        </p:spPr>
        <p:txBody>
          <a:bodyPr vert="horz" wrap="square" lIns="0" tIns="28880" rIns="0" bIns="0" rtlCol="0">
            <a:spAutoFit/>
          </a:bodyPr>
          <a:lstStyle/>
          <a:p>
            <a:pPr marL="7701" marR="3081">
              <a:lnSpc>
                <a:spcPts val="2547"/>
              </a:lnSpc>
              <a:spcBef>
                <a:spcPts val="227"/>
              </a:spcBef>
              <a:tabLst>
                <a:tab pos="455146" algn="l"/>
                <a:tab pos="1441295" algn="l"/>
                <a:tab pos="2490979" algn="l"/>
                <a:tab pos="3677361" algn="l"/>
                <a:tab pos="4368936" algn="l"/>
                <a:tab pos="5505645" algn="l"/>
                <a:tab pos="6836811" algn="l"/>
                <a:tab pos="7213019" algn="l"/>
                <a:tab pos="8628899" algn="l"/>
                <a:tab pos="8990859" algn="l"/>
                <a:tab pos="10113706" algn="l"/>
              </a:tabLst>
            </a:pPr>
            <a:r>
              <a:rPr sz="2183" spc="64" dirty="0">
                <a:latin typeface="Calibri" panose="020F0502020204030204" pitchFamily="34" charset="0"/>
                <a:cs typeface="Calibri" panose="020F0502020204030204" pitchFamily="34" charset="0"/>
              </a:rPr>
              <a:t>El	</a:t>
            </a:r>
            <a:r>
              <a:rPr sz="2183" spc="176" dirty="0">
                <a:latin typeface="Calibri" panose="020F0502020204030204" pitchFamily="34" charset="0"/>
                <a:cs typeface="Calibri" panose="020F0502020204030204" pitchFamily="34" charset="0"/>
              </a:rPr>
              <a:t>sesgo	</a:t>
            </a:r>
            <a:r>
              <a:rPr sz="2183" spc="49" dirty="0">
                <a:latin typeface="Calibri" panose="020F0502020204030204" pitchFamily="34" charset="0"/>
                <a:cs typeface="Calibri" panose="020F0502020204030204" pitchFamily="34" charset="0"/>
              </a:rPr>
              <a:t>ocur</a:t>
            </a:r>
            <a:r>
              <a:rPr sz="2183" spc="-2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2183" spc="103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112" dirty="0">
                <a:latin typeface="Calibri" panose="020F0502020204030204" pitchFamily="34" charset="0"/>
                <a:cs typeface="Calibri" panose="020F0502020204030204" pitchFamily="34" charset="0"/>
              </a:rPr>
              <a:t>cuando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88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79" dirty="0">
                <a:latin typeface="Calibri" panose="020F0502020204030204" pitchFamily="34" charset="0"/>
                <a:cs typeface="Calibri" panose="020F0502020204030204" pitchFamily="34" charset="0"/>
              </a:rPr>
              <a:t>prueba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-100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sz="2183" spc="2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183" spc="6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sz="2183" spc="36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183" spc="-3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2183" spc="121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2183" spc="97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2183" spc="103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139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18" dirty="0">
                <a:latin typeface="Calibri" panose="020F0502020204030204" pitchFamily="34" charset="0"/>
                <a:cs typeface="Calibri" panose="020F0502020204030204" pitchFamily="34" charset="0"/>
              </a:rPr>
              <a:t>perjudica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5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130" dirty="0">
                <a:latin typeface="Calibri" panose="020F0502020204030204" pitchFamily="34" charset="0"/>
                <a:cs typeface="Calibri" panose="020F0502020204030204" pitchFamily="34" charset="0"/>
              </a:rPr>
              <a:t>grupos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100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183" spc="39" dirty="0">
                <a:latin typeface="Calibri" panose="020F0502020204030204" pitchFamily="34" charset="0"/>
                <a:cs typeface="Calibri" panose="020F0502020204030204" pitchFamily="34" charset="0"/>
              </a:rPr>
              <a:t>examinados.</a:t>
            </a:r>
            <a:r>
              <a:rPr sz="2183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64" dirty="0"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sz="2183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-6" dirty="0">
                <a:latin typeface="Calibri" panose="020F0502020204030204" pitchFamily="34" charset="0"/>
                <a:cs typeface="Calibri" panose="020F0502020204030204" pitchFamily="34" charset="0"/>
              </a:rPr>
              <a:t>ejemplo:</a:t>
            </a:r>
            <a:r>
              <a:rPr sz="2183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-27" dirty="0">
                <a:latin typeface="Calibri" panose="020F0502020204030204" pitchFamily="34" charset="0"/>
                <a:cs typeface="Calibri" panose="020F0502020204030204" pitchFamily="34" charset="0"/>
              </a:rPr>
              <a:t>género,</a:t>
            </a:r>
            <a:r>
              <a:rPr sz="2183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-33" dirty="0">
                <a:latin typeface="Calibri" panose="020F0502020204030204" pitchFamily="34" charset="0"/>
                <a:cs typeface="Calibri" panose="020F0502020204030204" pitchFamily="34" charset="0"/>
              </a:rPr>
              <a:t>idioma,</a:t>
            </a:r>
            <a:r>
              <a:rPr sz="2183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-3" dirty="0">
                <a:latin typeface="Calibri" panose="020F0502020204030204" pitchFamily="34" charset="0"/>
                <a:cs typeface="Calibri" panose="020F0502020204030204" pitchFamily="34" charset="0"/>
              </a:rPr>
              <a:t>origen</a:t>
            </a:r>
            <a:r>
              <a:rPr sz="2183" spc="-10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-67" dirty="0">
                <a:latin typeface="Calibri" panose="020F0502020204030204" pitchFamily="34" charset="0"/>
                <a:cs typeface="Calibri" panose="020F0502020204030204" pitchFamily="34" charset="0"/>
              </a:rPr>
              <a:t>étnico,</a:t>
            </a:r>
            <a:r>
              <a:rPr sz="2183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91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2183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9" dirty="0">
                <a:latin typeface="Calibri" panose="020F0502020204030204" pitchFamily="34" charset="0"/>
                <a:cs typeface="Calibri" panose="020F0502020204030204" pitchFamily="34" charset="0"/>
              </a:rPr>
              <a:t>estatus</a:t>
            </a:r>
            <a:r>
              <a:rPr sz="2183" spc="-10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27" dirty="0">
                <a:latin typeface="Calibri" panose="020F0502020204030204" pitchFamily="34" charset="0"/>
                <a:cs typeface="Calibri" panose="020F0502020204030204" pitchFamily="34" charset="0"/>
              </a:rPr>
              <a:t>socioeconómico.</a:t>
            </a: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>
              <a:lnSpc>
                <a:spcPts val="2547"/>
              </a:lnSpc>
              <a:spcBef>
                <a:spcPts val="1455"/>
              </a:spcBef>
            </a:pPr>
            <a:r>
              <a:rPr sz="2183" spc="152" dirty="0"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183" spc="42" dirty="0">
                <a:latin typeface="Calibri" panose="020F0502020204030204" pitchFamily="34" charset="0"/>
                <a:cs typeface="Calibri" panose="020F0502020204030204" pitchFamily="34" charset="0"/>
              </a:rPr>
              <a:t>Estándares </a:t>
            </a:r>
            <a:r>
              <a:rPr sz="2183" spc="55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183" spc="-58" dirty="0"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sz="2183" spc="91" dirty="0">
                <a:latin typeface="Calibri" panose="020F0502020204030204" pitchFamily="34" charset="0"/>
                <a:cs typeface="Calibri" panose="020F0502020204030204" pitchFamily="34" charset="0"/>
              </a:rPr>
              <a:t>uso </a:t>
            </a:r>
            <a:r>
              <a:rPr sz="2183" spc="52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183" spc="55" dirty="0">
                <a:latin typeface="Calibri" panose="020F0502020204030204" pitchFamily="34" charset="0"/>
                <a:cs typeface="Calibri" panose="020F0502020204030204" pitchFamily="34" charset="0"/>
              </a:rPr>
              <a:t>pruebas educacionales 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sz="2183" spc="30" dirty="0">
                <a:latin typeface="Calibri" panose="020F0502020204030204" pitchFamily="34" charset="0"/>
                <a:cs typeface="Calibri" panose="020F0502020204030204" pitchFamily="34" charset="0"/>
              </a:rPr>
              <a:t>psicológicas, </a:t>
            </a:r>
            <a:r>
              <a:rPr sz="2183" spc="64" dirty="0">
                <a:latin typeface="Calibri" panose="020F0502020204030204" pitchFamily="34" charset="0"/>
                <a:cs typeface="Calibri" panose="020F0502020204030204" pitchFamily="34" charset="0"/>
              </a:rPr>
              <a:t>hablan </a:t>
            </a:r>
            <a:r>
              <a:rPr sz="2183" spc="127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183" spc="176" dirty="0">
                <a:latin typeface="Calibri" panose="020F0502020204030204" pitchFamily="34" charset="0"/>
                <a:cs typeface="Calibri" panose="020F0502020204030204" pitchFamily="34" charset="0"/>
              </a:rPr>
              <a:t>sesgo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152" dirty="0"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88" dirty="0"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88" dirty="0">
                <a:latin typeface="Calibri" panose="020F0502020204030204" pitchFamily="34" charset="0"/>
                <a:cs typeface="Calibri" panose="020F0502020204030204" pitchFamily="34" charset="0"/>
              </a:rPr>
              <a:t>amenaza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55" dirty="0">
                <a:latin typeface="Calibri" panose="020F0502020204030204" pitchFamily="34" charset="0"/>
                <a:cs typeface="Calibri" panose="020F0502020204030204" pitchFamily="34" charset="0"/>
              </a:rPr>
              <a:t>fundamental</a:t>
            </a:r>
            <a:r>
              <a:rPr sz="2183" spc="-16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39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3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27" dirty="0">
                <a:latin typeface="Calibri" panose="020F0502020204030204" pitchFamily="34" charset="0"/>
                <a:cs typeface="Calibri" panose="020F0502020204030204" pitchFamily="34" charset="0"/>
              </a:rPr>
              <a:t>imparcialidad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97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183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67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36" dirty="0">
                <a:latin typeface="Calibri" panose="020F0502020204030204" pitchFamily="34" charset="0"/>
                <a:cs typeface="Calibri" panose="020F0502020204030204" pitchFamily="34" charset="0"/>
              </a:rPr>
              <a:t>pruebas.</a:t>
            </a: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>
              <a:lnSpc>
                <a:spcPts val="2547"/>
              </a:lnSpc>
              <a:spcBef>
                <a:spcPts val="1507"/>
              </a:spcBef>
              <a:tabLst>
                <a:tab pos="1189462" algn="l"/>
                <a:tab pos="1841376" algn="l"/>
                <a:tab pos="3379322" algn="l"/>
                <a:tab pos="5109414" algn="l"/>
                <a:tab pos="5787897" algn="l"/>
                <a:tab pos="6441736" algn="l"/>
                <a:tab pos="7585376" algn="l"/>
                <a:tab pos="8087884" algn="l"/>
                <a:tab pos="8491816" algn="l"/>
                <a:tab pos="9878432" algn="l"/>
              </a:tabLst>
            </a:pPr>
            <a:r>
              <a:rPr sz="2183" spc="115" dirty="0">
                <a:latin typeface="Calibri" panose="020F0502020204030204" pitchFamily="34" charset="0"/>
                <a:cs typeface="Calibri" panose="020F0502020204030204" pitchFamily="34" charset="0"/>
              </a:rPr>
              <a:t>Añaden	</a:t>
            </a:r>
            <a:r>
              <a:rPr sz="2183" spc="161" dirty="0">
                <a:latin typeface="Calibri" panose="020F0502020204030204" pitchFamily="34" charset="0"/>
                <a:cs typeface="Calibri" panose="020F0502020204030204" pitchFamily="34" charset="0"/>
              </a:rPr>
              <a:t>dos	</a:t>
            </a:r>
            <a:r>
              <a:rPr sz="2183" spc="115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2183" spc="124" dirty="0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sz="2183" spc="1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2183" spc="121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2183" spc="106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z="2183" spc="-158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2183" spc="164" dirty="0">
                <a:latin typeface="Calibri" panose="020F0502020204030204" pitchFamily="34" charset="0"/>
                <a:cs typeface="Calibri" panose="020F0502020204030204" pitchFamily="34" charset="0"/>
              </a:rPr>
              <a:t>os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36" dirty="0">
                <a:latin typeface="Calibri" panose="020F0502020204030204" pitchFamily="34" charset="0"/>
                <a:cs typeface="Calibri" panose="020F0502020204030204" pitchFamily="34" charset="0"/>
              </a:rPr>
              <a:t>importa</a:t>
            </a:r>
            <a:r>
              <a:rPr sz="2183" spc="27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2183" spc="-158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2183" spc="146" dirty="0">
                <a:latin typeface="Calibri" panose="020F0502020204030204" pitchFamily="34" charset="0"/>
                <a:cs typeface="Calibri" panose="020F0502020204030204" pitchFamily="34" charset="0"/>
              </a:rPr>
              <a:t>es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121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79" dirty="0">
                <a:latin typeface="Calibri" panose="020F0502020204030204" pitchFamily="34" charset="0"/>
                <a:cs typeface="Calibri" panose="020F0502020204030204" pitchFamily="34" charset="0"/>
              </a:rPr>
              <a:t>han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82" dirty="0">
                <a:latin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sz="2183" spc="9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2183" spc="103" dirty="0">
                <a:latin typeface="Calibri" panose="020F0502020204030204" pitchFamily="34" charset="0"/>
                <a:cs typeface="Calibri" panose="020F0502020204030204" pitchFamily="34" charset="0"/>
              </a:rPr>
              <a:t>gido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97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3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-94" dirty="0">
                <a:latin typeface="Calibri" panose="020F0502020204030204" pitchFamily="34" charset="0"/>
                <a:cs typeface="Calibri" panose="020F0502020204030204" pitchFamily="34" charset="0"/>
              </a:rPr>
              <a:t>li</a:t>
            </a:r>
            <a:r>
              <a:rPr sz="2183" spc="-158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2183" spc="15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2183" spc="-9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2183" spc="4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183" spc="-30" dirty="0">
                <a:latin typeface="Calibri" panose="020F0502020204030204" pitchFamily="34" charset="0"/>
                <a:cs typeface="Calibri" panose="020F0502020204030204" pitchFamily="34" charset="0"/>
              </a:rPr>
              <a:t>tu</a:t>
            </a:r>
            <a:r>
              <a:rPr sz="2183" spc="-45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2183" spc="-127" dirty="0">
                <a:latin typeface="Calibri" panose="020F0502020204030204" pitchFamily="34" charset="0"/>
                <a:cs typeface="Calibri" panose="020F0502020204030204" pitchFamily="34" charset="0"/>
              </a:rPr>
              <a:t>a,</a:t>
            </a:r>
            <a:r>
              <a:rPr sz="2183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2183" spc="45" dirty="0">
                <a:latin typeface="Calibri" panose="020F0502020204030204" pitchFamily="34" charset="0"/>
                <a:cs typeface="Calibri" panose="020F0502020204030204" pitchFamily="34" charset="0"/>
              </a:rPr>
              <a:t>pa</a:t>
            </a:r>
            <a:r>
              <a:rPr sz="2183" spc="12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2183" spc="36" dirty="0">
                <a:latin typeface="Calibri" panose="020F0502020204030204" pitchFamily="34" charset="0"/>
                <a:cs typeface="Calibri" panose="020F0502020204030204" pitchFamily="34" charset="0"/>
              </a:rPr>
              <a:t>a  </a:t>
            </a:r>
            <a:r>
              <a:rPr sz="2183" spc="12" dirty="0">
                <a:latin typeface="Calibri" panose="020F0502020204030204" pitchFamily="34" charset="0"/>
                <a:cs typeface="Calibri" panose="020F0502020204030204" pitchFamily="34" charset="0"/>
              </a:rPr>
              <a:t>minimizar </a:t>
            </a:r>
            <a:r>
              <a:rPr sz="2183" spc="27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183" spc="-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82" dirty="0">
                <a:latin typeface="Calibri" panose="020F0502020204030204" pitchFamily="34" charset="0"/>
                <a:cs typeface="Calibri" panose="020F0502020204030204" pitchFamily="34" charset="0"/>
              </a:rPr>
              <a:t>sesgo.</a:t>
            </a: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04247" marR="3466" indent="-273395" algn="just">
              <a:lnSpc>
                <a:spcPts val="2547"/>
              </a:lnSpc>
              <a:spcBef>
                <a:spcPts val="1455"/>
              </a:spcBef>
              <a:buClr>
                <a:srgbClr val="4B77B6"/>
              </a:buClr>
              <a:buFont typeface="Microsoft Sans Serif"/>
              <a:buChar char="◉"/>
              <a:tabLst>
                <a:tab pos="1004631" algn="l"/>
              </a:tabLst>
            </a:pPr>
            <a:r>
              <a:rPr sz="2183" spc="52" dirty="0">
                <a:latin typeface="Calibri" panose="020F0502020204030204" pitchFamily="34" charset="0"/>
                <a:cs typeface="Calibri" panose="020F0502020204030204" pitchFamily="34" charset="0"/>
              </a:rPr>
              <a:t>Accesibilidad: </a:t>
            </a:r>
            <a:r>
              <a:rPr sz="2183" spc="112" dirty="0">
                <a:latin typeface="Calibri" panose="020F0502020204030204" pitchFamily="34" charset="0"/>
                <a:cs typeface="Calibri" panose="020F0502020204030204" pitchFamily="34" charset="0"/>
              </a:rPr>
              <a:t>Todos quienes </a:t>
            </a:r>
            <a:r>
              <a:rPr sz="2183" spc="91" dirty="0">
                <a:latin typeface="Calibri" panose="020F0502020204030204" pitchFamily="34" charset="0"/>
                <a:cs typeface="Calibri" panose="020F0502020204030204" pitchFamily="34" charset="0"/>
              </a:rPr>
              <a:t>toman </a:t>
            </a:r>
            <a:r>
              <a:rPr sz="2183" spc="18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183" spc="106" dirty="0">
                <a:latin typeface="Calibri" panose="020F0502020204030204" pitchFamily="34" charset="0"/>
                <a:cs typeface="Calibri" panose="020F0502020204030204" pitchFamily="34" charset="0"/>
              </a:rPr>
              <a:t>prueba </a:t>
            </a:r>
            <a:r>
              <a:rPr sz="2183" spc="143" dirty="0">
                <a:latin typeface="Calibri" panose="020F0502020204030204" pitchFamily="34" charset="0"/>
                <a:cs typeface="Calibri" panose="020F0502020204030204" pitchFamily="34" charset="0"/>
              </a:rPr>
              <a:t>deben </a:t>
            </a:r>
            <a:r>
              <a:rPr sz="2183" spc="36" dirty="0">
                <a:latin typeface="Calibri" panose="020F0502020204030204" pitchFamily="34" charset="0"/>
                <a:cs typeface="Calibri" panose="020F0502020204030204" pitchFamily="34" charset="0"/>
              </a:rPr>
              <a:t>tener </a:t>
            </a:r>
            <a:r>
              <a:rPr sz="2183" spc="-1140" dirty="0">
                <a:latin typeface="Calibri" panose="020F0502020204030204" pitchFamily="34" charset="0"/>
                <a:cs typeface="Calibri" panose="020F0502020204030204" pitchFamily="34" charset="0"/>
              </a:rPr>
              <a:t>una </a:t>
            </a:r>
            <a:r>
              <a:rPr sz="2183" spc="-53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58" dirty="0">
                <a:latin typeface="Calibri" panose="020F0502020204030204" pitchFamily="34" charset="0"/>
                <a:cs typeface="Calibri" panose="020F0502020204030204" pitchFamily="34" charset="0"/>
              </a:rPr>
              <a:t>oportunidad </a:t>
            </a:r>
            <a:r>
              <a:rPr sz="2183" spc="45" dirty="0">
                <a:latin typeface="Calibri" panose="020F0502020204030204" pitchFamily="34" charset="0"/>
                <a:cs typeface="Calibri" panose="020F0502020204030204" pitchFamily="34" charset="0"/>
              </a:rPr>
              <a:t>sin </a:t>
            </a:r>
            <a:r>
              <a:rPr sz="2183" spc="91" dirty="0">
                <a:latin typeface="Calibri" panose="020F0502020204030204" pitchFamily="34" charset="0"/>
                <a:cs typeface="Calibri" panose="020F0502020204030204" pitchFamily="34" charset="0"/>
              </a:rPr>
              <a:t>obstáculos </a:t>
            </a:r>
            <a:r>
              <a:rPr sz="2183" spc="127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183" spc="61" dirty="0">
                <a:latin typeface="Calibri" panose="020F0502020204030204" pitchFamily="34" charset="0"/>
                <a:cs typeface="Calibri" panose="020F0502020204030204" pitchFamily="34" charset="0"/>
              </a:rPr>
              <a:t>demostrar </a:t>
            </a:r>
            <a:r>
              <a:rPr sz="2183" spc="152" dirty="0">
                <a:latin typeface="Calibri" panose="020F0502020204030204" pitchFamily="34" charset="0"/>
                <a:cs typeface="Calibri" panose="020F0502020204030204" pitchFamily="34" charset="0"/>
              </a:rPr>
              <a:t>su </a:t>
            </a:r>
            <a:r>
              <a:rPr sz="2183" spc="36" dirty="0">
                <a:latin typeface="Calibri" panose="020F0502020204030204" pitchFamily="34" charset="0"/>
                <a:cs typeface="Calibri" panose="020F0502020204030204" pitchFamily="34" charset="0"/>
              </a:rPr>
              <a:t>habilidad </a:t>
            </a:r>
            <a:r>
              <a:rPr sz="2183" spc="97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2183" spc="27" dirty="0"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sz="2183" spc="55" dirty="0">
                <a:latin typeface="Calibri" panose="020F0502020204030204" pitchFamily="34" charset="0"/>
                <a:cs typeface="Calibri" panose="020F0502020204030204" pitchFamily="34" charset="0"/>
              </a:rPr>
              <a:t>constructo  </a:t>
            </a:r>
            <a:r>
              <a:rPr sz="2183" spc="121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183" spc="146" dirty="0"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183" spc="-4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58" dirty="0">
                <a:latin typeface="Calibri" panose="020F0502020204030204" pitchFamily="34" charset="0"/>
                <a:cs typeface="Calibri" panose="020F0502020204030204" pitchFamily="34" charset="0"/>
              </a:rPr>
              <a:t>esté </a:t>
            </a:r>
            <a:r>
              <a:rPr sz="2183" spc="21" dirty="0">
                <a:latin typeface="Calibri" panose="020F0502020204030204" pitchFamily="34" charset="0"/>
                <a:cs typeface="Calibri" panose="020F0502020204030204" pitchFamily="34" charset="0"/>
              </a:rPr>
              <a:t>midiendo.</a:t>
            </a: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04247" marR="3851" indent="-273395" algn="just">
              <a:lnSpc>
                <a:spcPts val="2547"/>
              </a:lnSpc>
              <a:spcBef>
                <a:spcPts val="1507"/>
              </a:spcBef>
              <a:buClr>
                <a:srgbClr val="4B77B6"/>
              </a:buClr>
              <a:buFont typeface="Microsoft Sans Serif"/>
              <a:buChar char="◉"/>
              <a:tabLst>
                <a:tab pos="1004631" algn="l"/>
              </a:tabLst>
            </a:pPr>
            <a:r>
              <a:rPr sz="2183" spc="103" dirty="0">
                <a:latin typeface="Calibri" panose="020F0502020204030204" pitchFamily="34" charset="0"/>
                <a:cs typeface="Calibri" panose="020F0502020204030204" pitchFamily="34" charset="0"/>
              </a:rPr>
              <a:t>Diseño </a:t>
            </a:r>
            <a:r>
              <a:rPr sz="2183" spc="-3" dirty="0">
                <a:latin typeface="Calibri" panose="020F0502020204030204" pitchFamily="34" charset="0"/>
                <a:cs typeface="Calibri" panose="020F0502020204030204" pitchFamily="34" charset="0"/>
              </a:rPr>
              <a:t>universal: </a:t>
            </a:r>
            <a:r>
              <a:rPr sz="2183" spc="173" dirty="0">
                <a:latin typeface="Calibri" panose="020F0502020204030204" pitchFamily="34" charset="0"/>
                <a:cs typeface="Calibri" panose="020F0502020204030204" pitchFamily="34" charset="0"/>
              </a:rPr>
              <a:t>Es </a:t>
            </a:r>
            <a:r>
              <a:rPr sz="2183" spc="103" dirty="0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2183" spc="79" dirty="0">
                <a:latin typeface="Calibri" panose="020F0502020204030204" pitchFamily="34" charset="0"/>
                <a:cs typeface="Calibri" panose="020F0502020204030204" pitchFamily="34" charset="0"/>
              </a:rPr>
              <a:t>enfoque </a:t>
            </a:r>
            <a:r>
              <a:rPr sz="2183" spc="39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183" spc="27" dirty="0"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sz="2183" spc="88" dirty="0">
                <a:latin typeface="Calibri" panose="020F0502020204030204" pitchFamily="34" charset="0"/>
                <a:cs typeface="Calibri" panose="020F0502020204030204" pitchFamily="34" charset="0"/>
              </a:rPr>
              <a:t>diseño </a:t>
            </a:r>
            <a:r>
              <a:rPr sz="2183" spc="127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183" spc="97" dirty="0">
                <a:latin typeface="Calibri" panose="020F0502020204030204" pitchFamily="34" charset="0"/>
                <a:cs typeface="Calibri" panose="020F0502020204030204" pitchFamily="34" charset="0"/>
              </a:rPr>
              <a:t>pruebas </a:t>
            </a:r>
            <a:r>
              <a:rPr sz="2183" spc="121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183" spc="-655" dirty="0">
                <a:latin typeface="Calibri" panose="020F0502020204030204" pitchFamily="34" charset="0"/>
                <a:cs typeface="Calibri" panose="020F0502020204030204" pitchFamily="34" charset="0"/>
              </a:rPr>
              <a:t>busca  </a:t>
            </a:r>
            <a:r>
              <a:rPr sz="2183" spc="27" dirty="0">
                <a:latin typeface="Calibri" panose="020F0502020204030204" pitchFamily="34" charset="0"/>
                <a:cs typeface="Calibri" panose="020F0502020204030204" pitchFamily="34" charset="0"/>
              </a:rPr>
              <a:t>maximizar</a:t>
            </a:r>
            <a:r>
              <a:rPr sz="2183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3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45" dirty="0">
                <a:latin typeface="Calibri" panose="020F0502020204030204" pitchFamily="34" charset="0"/>
                <a:cs typeface="Calibri" panose="020F0502020204030204" pitchFamily="34" charset="0"/>
              </a:rPr>
              <a:t>accesibilidad</a:t>
            </a:r>
            <a:r>
              <a:rPr sz="2183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39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91" dirty="0">
                <a:latin typeface="Calibri" panose="020F0502020204030204" pitchFamily="34" charset="0"/>
                <a:cs typeface="Calibri" panose="020F0502020204030204" pitchFamily="34" charset="0"/>
              </a:rPr>
              <a:t>todos</a:t>
            </a:r>
            <a:r>
              <a:rPr sz="2183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94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183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82" dirty="0">
                <a:latin typeface="Calibri" panose="020F0502020204030204" pitchFamily="34" charset="0"/>
                <a:cs typeface="Calibri" panose="020F0502020204030204" pitchFamily="34" charset="0"/>
              </a:rPr>
              <a:t>examinados</a:t>
            </a:r>
            <a:r>
              <a:rPr sz="2183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183" spc="36" dirty="0">
                <a:latin typeface="Calibri" panose="020F0502020204030204" pitchFamily="34" charset="0"/>
                <a:cs typeface="Calibri" panose="020F0502020204030204" pitchFamily="34" charset="0"/>
              </a:rPr>
              <a:t>destinados.</a:t>
            </a:r>
            <a:endParaRPr sz="218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92770" y="-415"/>
            <a:ext cx="10444491" cy="1371276"/>
          </a:xfrm>
          <a:prstGeom prst="rect">
            <a:avLst/>
          </a:prstGeom>
        </p:spPr>
        <p:txBody>
          <a:bodyPr vert="horz" wrap="square" lIns="0" tIns="301120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371"/>
              </a:spcBef>
            </a:pPr>
            <a:r>
              <a:rPr sz="4457" spc="58" dirty="0">
                <a:solidFill>
                  <a:srgbClr val="4E4F52"/>
                </a:solidFill>
                <a:latin typeface="Calibri" panose="020F0502020204030204" pitchFamily="34" charset="0"/>
              </a:rPr>
              <a:t>Imparcialidad</a:t>
            </a:r>
            <a:r>
              <a:rPr sz="4457" spc="-246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57" spc="200" dirty="0">
                <a:solidFill>
                  <a:srgbClr val="4E4F52"/>
                </a:solidFill>
                <a:latin typeface="Calibri" panose="020F0502020204030204" pitchFamily="34" charset="0"/>
              </a:rPr>
              <a:t>como</a:t>
            </a:r>
            <a:r>
              <a:rPr sz="4457" spc="-246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57" spc="88" dirty="0">
                <a:solidFill>
                  <a:srgbClr val="4E4F52"/>
                </a:solidFill>
                <a:latin typeface="Calibri" panose="020F0502020204030204" pitchFamily="34" charset="0"/>
              </a:rPr>
              <a:t>ausencia</a:t>
            </a:r>
            <a:r>
              <a:rPr sz="4457" spc="-24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57" spc="167" dirty="0">
                <a:solidFill>
                  <a:srgbClr val="4E4F52"/>
                </a:solidFill>
                <a:latin typeface="Calibri" panose="020F0502020204030204" pitchFamily="34" charset="0"/>
              </a:rPr>
              <a:t>de</a:t>
            </a:r>
            <a:r>
              <a:rPr sz="4457" spc="-246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57" spc="276" dirty="0">
                <a:solidFill>
                  <a:srgbClr val="4E4F52"/>
                </a:solidFill>
                <a:latin typeface="Calibri" panose="020F0502020204030204" pitchFamily="34" charset="0"/>
              </a:rPr>
              <a:t>sesgo</a:t>
            </a:r>
            <a:endParaRPr sz="4457" dirty="0">
              <a:latin typeface="Calibri" panose="020F0502020204030204" pitchFamily="34" charset="0"/>
            </a:endParaRPr>
          </a:p>
          <a:p>
            <a:pPr marL="39276">
              <a:lnSpc>
                <a:spcPct val="100000"/>
              </a:lnSpc>
              <a:spcBef>
                <a:spcPts val="931"/>
              </a:spcBef>
            </a:pPr>
            <a:r>
              <a:rPr sz="1728" spc="94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acuerdo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4" dirty="0">
                <a:solidFill>
                  <a:srgbClr val="919191"/>
                </a:solidFill>
                <a:latin typeface="Calibri" panose="020F0502020204030204" pitchFamily="34" charset="0"/>
              </a:rPr>
              <a:t>a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9" dirty="0">
                <a:solidFill>
                  <a:srgbClr val="919191"/>
                </a:solidFill>
                <a:latin typeface="Calibri" panose="020F0502020204030204" pitchFamily="34" charset="0"/>
              </a:rPr>
              <a:t>los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42" dirty="0">
                <a:solidFill>
                  <a:srgbClr val="919191"/>
                </a:solidFill>
                <a:latin typeface="Calibri" panose="020F0502020204030204" pitchFamily="34" charset="0"/>
              </a:rPr>
              <a:t>Estándares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para</a:t>
            </a:r>
            <a:r>
              <a:rPr sz="1728" spc="-88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0" dirty="0">
                <a:solidFill>
                  <a:srgbClr val="919191"/>
                </a:solidFill>
                <a:latin typeface="Calibri" panose="020F0502020204030204" pitchFamily="34" charset="0"/>
              </a:rPr>
              <a:t>el</a:t>
            </a:r>
            <a:r>
              <a:rPr sz="1728" spc="-14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uso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79" dirty="0">
                <a:solidFill>
                  <a:srgbClr val="919191"/>
                </a:solidFill>
                <a:latin typeface="Calibri" panose="020F0502020204030204" pitchFamily="34" charset="0"/>
              </a:rPr>
              <a:t>de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pruebas</a:t>
            </a:r>
            <a:r>
              <a:rPr sz="1728" spc="-91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55" dirty="0">
                <a:solidFill>
                  <a:srgbClr val="919191"/>
                </a:solidFill>
                <a:latin typeface="Calibri" panose="020F0502020204030204" pitchFamily="34" charset="0"/>
              </a:rPr>
              <a:t>educacionales</a:t>
            </a:r>
            <a:r>
              <a:rPr sz="1728" spc="-139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136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67" dirty="0">
                <a:solidFill>
                  <a:srgbClr val="919191"/>
                </a:solidFill>
                <a:latin typeface="Calibri" panose="020F0502020204030204" pitchFamily="34" charset="0"/>
              </a:rPr>
              <a:t>psicológicas</a:t>
            </a:r>
            <a:endParaRPr sz="1728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721" y="9161"/>
            <a:ext cx="5777124" cy="1361506"/>
          </a:xfrm>
          <a:prstGeom prst="rect">
            <a:avLst/>
          </a:prstGeom>
        </p:spPr>
        <p:txBody>
          <a:bodyPr vert="horz" wrap="square" lIns="0" tIns="286873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259"/>
              </a:spcBef>
            </a:pPr>
            <a:r>
              <a:rPr sz="4487" spc="161" dirty="0">
                <a:solidFill>
                  <a:srgbClr val="4E4F52"/>
                </a:solidFill>
                <a:latin typeface="Calibri" panose="020F0502020204030204" pitchFamily="34" charset="0"/>
              </a:rPr>
              <a:t>Impa</a:t>
            </a:r>
            <a:r>
              <a:rPr sz="4487" spc="-355" dirty="0">
                <a:solidFill>
                  <a:srgbClr val="4E4F52"/>
                </a:solidFill>
                <a:latin typeface="Calibri" panose="020F0502020204030204" pitchFamily="34" charset="0"/>
              </a:rPr>
              <a:t>r</a:t>
            </a:r>
            <a:r>
              <a:rPr sz="4487" spc="243" dirty="0">
                <a:solidFill>
                  <a:srgbClr val="4E4F52"/>
                </a:solidFill>
                <a:latin typeface="Calibri" panose="020F0502020204030204" pitchFamily="34" charset="0"/>
              </a:rPr>
              <a:t>cialidad/Sesgo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873"/>
              </a:spcBef>
            </a:pPr>
            <a:r>
              <a:rPr sz="1728" spc="15" dirty="0">
                <a:solidFill>
                  <a:srgbClr val="919191"/>
                </a:solidFill>
                <a:latin typeface="Calibri" panose="020F0502020204030204" pitchFamily="34" charset="0"/>
              </a:rPr>
              <a:t>Enfatizando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7063" y="2138448"/>
            <a:ext cx="9878061" cy="945882"/>
          </a:xfrm>
          <a:prstGeom prst="rect">
            <a:avLst/>
          </a:prstGeom>
        </p:spPr>
        <p:txBody>
          <a:bodyPr vert="horz" wrap="square" lIns="0" tIns="22334" rIns="0" bIns="0" rtlCol="0">
            <a:spAutoFit/>
          </a:bodyPr>
          <a:lstStyle/>
          <a:p>
            <a:pPr marL="7701" marR="3081" algn="just">
              <a:lnSpc>
                <a:spcPts val="2352"/>
              </a:lnSpc>
              <a:spcBef>
                <a:spcPts val="176"/>
              </a:spcBef>
            </a:pPr>
            <a:r>
              <a:rPr sz="2001" spc="-9" dirty="0">
                <a:latin typeface="Calibri" panose="020F0502020204030204" pitchFamily="34" charset="0"/>
                <a:cs typeface="Calibri" panose="020F0502020204030204" pitchFamily="34" charset="0"/>
              </a:rPr>
              <a:t>Imparcialidad: </a:t>
            </a:r>
            <a:r>
              <a:rPr sz="2001" spc="106" dirty="0">
                <a:latin typeface="Calibri" panose="020F0502020204030204" pitchFamily="34" charset="0"/>
                <a:cs typeface="Calibri" panose="020F0502020204030204" pitchFamily="34" charset="0"/>
              </a:rPr>
              <a:t>Una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evaluación </a:t>
            </a: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prueba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ecuánime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mide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todos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001" spc="106" dirty="0">
                <a:latin typeface="Calibri" panose="020F0502020204030204" pitchFamily="34" charset="0"/>
                <a:cs typeface="Calibri" panose="020F0502020204030204" pitchFamily="34" charset="0"/>
              </a:rPr>
              <a:t>grupos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001" spc="69" dirty="0">
                <a:latin typeface="Calibri" panose="020F0502020204030204" pitchFamily="34" charset="0"/>
                <a:cs typeface="Calibri" panose="020F0502020204030204" pitchFamily="34" charset="0"/>
              </a:rPr>
              <a:t>evaluados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atributo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2001" spc="-39" dirty="0">
                <a:latin typeface="Calibri" panose="020F0502020204030204" pitchFamily="34" charset="0"/>
                <a:cs typeface="Calibri" panose="020F0502020204030204" pitchFamily="34" charset="0"/>
              </a:rPr>
              <a:t>interés,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permitiendo </a:t>
            </a:r>
            <a:r>
              <a:rPr sz="2001" spc="-30" dirty="0">
                <a:latin typeface="Calibri" panose="020F0502020204030204" pitchFamily="34" charset="0"/>
                <a:cs typeface="Calibri" panose="020F0502020204030204" pitchFamily="34" charset="0"/>
              </a:rPr>
              <a:t>interpretar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resultados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con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igual 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validez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73" dirty="0">
                <a:latin typeface="Calibri" panose="020F0502020204030204" pitchFamily="34" charset="0"/>
                <a:cs typeface="Calibri" panose="020F0502020204030204" pitchFamily="34" charset="0"/>
              </a:rPr>
              <a:t>todos</a:t>
            </a:r>
            <a:r>
              <a:rPr sz="2001" spc="-32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5" dirty="0">
                <a:latin typeface="Calibri" panose="020F0502020204030204" pitchFamily="34" charset="0"/>
                <a:cs typeface="Calibri" panose="020F0502020204030204" pitchFamily="34" charset="0"/>
              </a:rPr>
              <a:t>ellos.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7063" y="3840129"/>
            <a:ext cx="9869974" cy="945882"/>
          </a:xfrm>
          <a:prstGeom prst="rect">
            <a:avLst/>
          </a:prstGeom>
        </p:spPr>
        <p:txBody>
          <a:bodyPr vert="horz" wrap="square" lIns="0" tIns="22334" rIns="0" bIns="0" rtlCol="0">
            <a:spAutoFit/>
          </a:bodyPr>
          <a:lstStyle/>
          <a:p>
            <a:pPr marL="7701" marR="3081" algn="just">
              <a:lnSpc>
                <a:spcPts val="2352"/>
              </a:lnSpc>
              <a:spcBef>
                <a:spcPts val="176"/>
              </a:spcBef>
            </a:pPr>
            <a:r>
              <a:rPr sz="2001" spc="79" dirty="0">
                <a:latin typeface="Calibri" panose="020F0502020204030204" pitchFamily="34" charset="0"/>
                <a:cs typeface="Calibri" panose="020F0502020204030204" pitchFamily="34" charset="0"/>
              </a:rPr>
              <a:t>Sesgo: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7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6" dirty="0">
                <a:latin typeface="Calibri" panose="020F0502020204030204" pitchFamily="34" charset="0"/>
                <a:cs typeface="Calibri" panose="020F0502020204030204" pitchFamily="34" charset="0"/>
              </a:rPr>
              <a:t>grupos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9" dirty="0">
                <a:latin typeface="Calibri" panose="020F0502020204030204" pitchFamily="34" charset="0"/>
                <a:cs typeface="Calibri" panose="020F0502020204030204" pitchFamily="34" charset="0"/>
              </a:rPr>
              <a:t>diﬁeren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cuanto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al</a:t>
            </a:r>
            <a:r>
              <a:rPr sz="2001" spc="-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7" dirty="0">
                <a:latin typeface="Calibri" panose="020F0502020204030204" pitchFamily="34" charset="0"/>
                <a:cs typeface="Calibri" panose="020F0502020204030204" pitchFamily="34" charset="0"/>
              </a:rPr>
              <a:t>estado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15" dirty="0">
                <a:latin typeface="Calibri" panose="020F0502020204030204" pitchFamily="34" charset="0"/>
                <a:cs typeface="Calibri" panose="020F0502020204030204" pitchFamily="34" charset="0"/>
              </a:rPr>
              <a:t>real</a:t>
            </a:r>
            <a:r>
              <a:rPr sz="2001" spc="-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2001" spc="-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55" dirty="0">
                <a:latin typeface="Calibri" panose="020F0502020204030204" pitchFamily="34" charset="0"/>
                <a:cs typeface="Calibri" panose="020F0502020204030204" pitchFamily="34" charset="0"/>
              </a:rPr>
              <a:t>atributo.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Sin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2" dirty="0">
                <a:latin typeface="Calibri" panose="020F0502020204030204" pitchFamily="34" charset="0"/>
                <a:cs typeface="Calibri" panose="020F0502020204030204" pitchFamily="34" charset="0"/>
              </a:rPr>
              <a:t>embargo,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prueba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sugiere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sí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lo </a:t>
            </a:r>
            <a:r>
              <a:rPr sz="2001" dirty="0">
                <a:latin typeface="Calibri" panose="020F0502020204030204" pitchFamily="34" charset="0"/>
                <a:cs typeface="Calibri" panose="020F0502020204030204" pitchFamily="34" charset="0"/>
              </a:rPr>
              <a:t>hacen.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sz="2001" spc="15" dirty="0">
                <a:latin typeface="Calibri" panose="020F0502020204030204" pitchFamily="34" charset="0"/>
                <a:cs typeface="Calibri" panose="020F0502020204030204" pitchFamily="34" charset="0"/>
              </a:rPr>
              <a:t>otras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palabras, </a:t>
            </a:r>
            <a:r>
              <a:rPr sz="2001" dirty="0">
                <a:latin typeface="Calibri" panose="020F0502020204030204" pitchFamily="34" charset="0"/>
                <a:cs typeface="Calibri" panose="020F0502020204030204" pitchFamily="34" charset="0"/>
              </a:rPr>
              <a:t>existe </a:t>
            </a:r>
            <a:r>
              <a:rPr sz="2001" spc="149" dirty="0">
                <a:latin typeface="Calibri" panose="020F0502020204030204" pitchFamily="34" charset="0"/>
                <a:cs typeface="Calibri" panose="020F0502020204030204" pitchFamily="34" charset="0"/>
              </a:rPr>
              <a:t>sesgo </a:t>
            </a:r>
            <a:r>
              <a:rPr sz="2001" spc="91" dirty="0">
                <a:latin typeface="Calibri" panose="020F0502020204030204" pitchFamily="34" charset="0"/>
                <a:cs typeface="Calibri" panose="020F0502020204030204" pitchFamily="34" charset="0"/>
              </a:rPr>
              <a:t>cuando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mismo </a:t>
            </a:r>
            <a:r>
              <a:rPr sz="2001" spc="3" dirty="0">
                <a:latin typeface="Calibri" panose="020F0502020204030204" pitchFamily="34" charset="0"/>
                <a:cs typeface="Calibri" panose="020F0502020204030204" pitchFamily="34" charset="0"/>
              </a:rPr>
              <a:t>nivel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del </a:t>
            </a:r>
            <a:r>
              <a:rPr sz="2001" spc="-18" dirty="0">
                <a:latin typeface="Calibri" panose="020F0502020204030204" pitchFamily="34" charset="0"/>
                <a:cs typeface="Calibri" panose="020F0502020204030204" pitchFamily="34" charset="0"/>
              </a:rPr>
              <a:t>atributo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sz="2001" spc="121" dirty="0">
                <a:latin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está </a:t>
            </a:r>
            <a:r>
              <a:rPr sz="2001" spc="55" dirty="0">
                <a:latin typeface="Calibri" panose="020F0502020204030204" pitchFamily="34" charset="0"/>
                <a:cs typeface="Calibri" panose="020F0502020204030204" pitchFamily="34" charset="0"/>
              </a:rPr>
              <a:t>midiendo </a:t>
            </a:r>
            <a:r>
              <a:rPr sz="2001" spc="133" dirty="0">
                <a:latin typeface="Calibri" panose="020F0502020204030204" pitchFamily="34" charset="0"/>
                <a:cs typeface="Calibri" panose="020F0502020204030204" pitchFamily="34" charset="0"/>
              </a:rPr>
              <a:t>dos </a:t>
            </a:r>
            <a:r>
              <a:rPr sz="2001" spc="106" dirty="0">
                <a:latin typeface="Calibri" panose="020F0502020204030204" pitchFamily="34" charset="0"/>
                <a:cs typeface="Calibri" panose="020F0502020204030204" pitchFamily="34" charset="0"/>
              </a:rPr>
              <a:t>grupos </a:t>
            </a:r>
            <a:r>
              <a:rPr sz="2001" spc="115" dirty="0">
                <a:latin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sz="2001" spc="85" dirty="0">
                <a:latin typeface="Calibri" panose="020F0502020204030204" pitchFamily="34" charset="0"/>
                <a:cs typeface="Calibri" panose="020F0502020204030204" pitchFamily="34" charset="0"/>
              </a:rPr>
              <a:t>personas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obtienen  </a:t>
            </a:r>
            <a:r>
              <a:rPr sz="2001" spc="58" dirty="0">
                <a:latin typeface="Calibri" panose="020F0502020204030204" pitchFamily="34" charset="0"/>
                <a:cs typeface="Calibri" panose="020F0502020204030204" pitchFamily="34" charset="0"/>
              </a:rPr>
              <a:t>puntuaciones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3" dirty="0">
                <a:latin typeface="Calibri" panose="020F0502020204030204" pitchFamily="34" charset="0"/>
                <a:cs typeface="Calibri" panose="020F0502020204030204" pitchFamily="34" charset="0"/>
              </a:rPr>
              <a:t>distintas.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721" y="291408"/>
            <a:ext cx="1691589" cy="699842"/>
          </a:xfrm>
          <a:prstGeom prst="rect">
            <a:avLst/>
          </a:prstGeom>
        </p:spPr>
        <p:txBody>
          <a:bodyPr vert="horz" wrap="square" lIns="0" tIns="9242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73"/>
              </a:spcBef>
            </a:pPr>
            <a:r>
              <a:rPr sz="4487" spc="318" dirty="0">
                <a:solidFill>
                  <a:srgbClr val="4E4F52"/>
                </a:solidFill>
                <a:latin typeface="Calibri" panose="020F0502020204030204" pitchFamily="34" charset="0"/>
              </a:rPr>
              <a:t>Sesgo</a:t>
            </a:r>
            <a:endParaRPr sz="4487" dirty="0">
              <a:latin typeface="Calibri" panose="020F050202020403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72402" y="2089117"/>
            <a:ext cx="9411748" cy="0"/>
          </a:xfrm>
          <a:custGeom>
            <a:avLst/>
            <a:gdLst/>
            <a:ahLst/>
            <a:cxnLst/>
            <a:rect l="l" t="t" r="r" b="b"/>
            <a:pathLst>
              <a:path w="15520669">
                <a:moveTo>
                  <a:pt x="15520237" y="0"/>
                </a:moveTo>
                <a:lnTo>
                  <a:pt x="0" y="0"/>
                </a:lnTo>
              </a:path>
            </a:pathLst>
          </a:custGeom>
          <a:ln w="3835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" name="object 5"/>
          <p:cNvSpPr/>
          <p:nvPr/>
        </p:nvSpPr>
        <p:spPr>
          <a:xfrm>
            <a:off x="1660748" y="2047247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0" y="69047"/>
                </a:moveTo>
                <a:lnTo>
                  <a:pt x="184125" y="138094"/>
                </a:lnTo>
                <a:lnTo>
                  <a:pt x="184125" y="0"/>
                </a:lnTo>
                <a:lnTo>
                  <a:pt x="0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6"/>
          <p:cNvSpPr/>
          <p:nvPr/>
        </p:nvSpPr>
        <p:spPr>
          <a:xfrm>
            <a:off x="11183887" y="2047247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184125" y="69047"/>
                </a:moveTo>
                <a:lnTo>
                  <a:pt x="0" y="0"/>
                </a:lnTo>
                <a:lnTo>
                  <a:pt x="0" y="138094"/>
                </a:lnTo>
                <a:lnTo>
                  <a:pt x="184125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 txBox="1"/>
          <p:nvPr/>
        </p:nvSpPr>
        <p:spPr>
          <a:xfrm>
            <a:off x="824518" y="1084422"/>
            <a:ext cx="2626525" cy="718321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>
              <a:spcBef>
                <a:spcPts val="82"/>
              </a:spcBef>
            </a:pP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Ejemplo</a:t>
            </a:r>
            <a:endParaRPr sz="172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12718">
              <a:spcBef>
                <a:spcPts val="1725"/>
              </a:spcBef>
            </a:pPr>
            <a:r>
              <a:rPr sz="1455" spc="9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Modelo</a:t>
            </a:r>
            <a:r>
              <a:rPr sz="1455" spc="-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generador</a:t>
            </a:r>
            <a:endParaRPr sz="145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8993" y="2142583"/>
            <a:ext cx="1460550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menos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1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-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latente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40180" y="1013288"/>
            <a:ext cx="197923" cy="1070094"/>
          </a:xfrm>
          <a:custGeom>
            <a:avLst/>
            <a:gdLst/>
            <a:ahLst/>
            <a:cxnLst/>
            <a:rect l="l" t="t" r="r" b="b"/>
            <a:pathLst>
              <a:path w="326390" h="1764664">
                <a:moveTo>
                  <a:pt x="0" y="0"/>
                </a:moveTo>
                <a:lnTo>
                  <a:pt x="326063" y="0"/>
                </a:lnTo>
                <a:lnTo>
                  <a:pt x="326063" y="1764535"/>
                </a:lnTo>
                <a:lnTo>
                  <a:pt x="0" y="1764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8240182" y="1013287"/>
            <a:ext cx="197923" cy="1070094"/>
          </a:xfrm>
          <a:custGeom>
            <a:avLst/>
            <a:gdLst/>
            <a:ahLst/>
            <a:cxnLst/>
            <a:rect l="l" t="t" r="r" b="b"/>
            <a:pathLst>
              <a:path w="326390" h="1764664">
                <a:moveTo>
                  <a:pt x="0" y="0"/>
                </a:moveTo>
                <a:lnTo>
                  <a:pt x="326055" y="0"/>
                </a:lnTo>
                <a:lnTo>
                  <a:pt x="326055" y="1764535"/>
                </a:lnTo>
                <a:lnTo>
                  <a:pt x="0" y="176453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8042461" y="1141226"/>
            <a:ext cx="197923" cy="942253"/>
          </a:xfrm>
          <a:custGeom>
            <a:avLst/>
            <a:gdLst/>
            <a:ahLst/>
            <a:cxnLst/>
            <a:rect l="l" t="t" r="r" b="b"/>
            <a:pathLst>
              <a:path w="326390" h="1553845">
                <a:moveTo>
                  <a:pt x="0" y="0"/>
                </a:moveTo>
                <a:lnTo>
                  <a:pt x="326052" y="0"/>
                </a:lnTo>
                <a:lnTo>
                  <a:pt x="326052" y="1553557"/>
                </a:lnTo>
                <a:lnTo>
                  <a:pt x="0" y="15535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8042461" y="1141224"/>
            <a:ext cx="197923" cy="942253"/>
          </a:xfrm>
          <a:custGeom>
            <a:avLst/>
            <a:gdLst/>
            <a:ahLst/>
            <a:cxnLst/>
            <a:rect l="l" t="t" r="r" b="b"/>
            <a:pathLst>
              <a:path w="326390" h="1553845">
                <a:moveTo>
                  <a:pt x="0" y="0"/>
                </a:moveTo>
                <a:lnTo>
                  <a:pt x="326055" y="0"/>
                </a:lnTo>
                <a:lnTo>
                  <a:pt x="326055" y="1553558"/>
                </a:lnTo>
                <a:lnTo>
                  <a:pt x="0" y="155355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8437906" y="1141226"/>
            <a:ext cx="197923" cy="942253"/>
          </a:xfrm>
          <a:custGeom>
            <a:avLst/>
            <a:gdLst/>
            <a:ahLst/>
            <a:cxnLst/>
            <a:rect l="l" t="t" r="r" b="b"/>
            <a:pathLst>
              <a:path w="326390" h="1553845">
                <a:moveTo>
                  <a:pt x="0" y="0"/>
                </a:moveTo>
                <a:lnTo>
                  <a:pt x="326052" y="0"/>
                </a:lnTo>
                <a:lnTo>
                  <a:pt x="326052" y="1553557"/>
                </a:lnTo>
                <a:lnTo>
                  <a:pt x="0" y="15535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8437901" y="1141224"/>
            <a:ext cx="197923" cy="942253"/>
          </a:xfrm>
          <a:custGeom>
            <a:avLst/>
            <a:gdLst/>
            <a:ahLst/>
            <a:cxnLst/>
            <a:rect l="l" t="t" r="r" b="b"/>
            <a:pathLst>
              <a:path w="326390" h="1553845">
                <a:moveTo>
                  <a:pt x="0" y="0"/>
                </a:moveTo>
                <a:lnTo>
                  <a:pt x="326055" y="0"/>
                </a:lnTo>
                <a:lnTo>
                  <a:pt x="326055" y="1553558"/>
                </a:lnTo>
                <a:lnTo>
                  <a:pt x="0" y="155355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8635625" y="1234271"/>
            <a:ext cx="197923" cy="849067"/>
          </a:xfrm>
          <a:custGeom>
            <a:avLst/>
            <a:gdLst/>
            <a:ahLst/>
            <a:cxnLst/>
            <a:rect l="l" t="t" r="r" b="b"/>
            <a:pathLst>
              <a:path w="326390" h="1400175">
                <a:moveTo>
                  <a:pt x="0" y="0"/>
                </a:moveTo>
                <a:lnTo>
                  <a:pt x="326052" y="0"/>
                </a:lnTo>
                <a:lnTo>
                  <a:pt x="326052" y="1400120"/>
                </a:lnTo>
                <a:lnTo>
                  <a:pt x="0" y="14001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8635622" y="1234268"/>
            <a:ext cx="197923" cy="849067"/>
          </a:xfrm>
          <a:custGeom>
            <a:avLst/>
            <a:gdLst/>
            <a:ahLst/>
            <a:cxnLst/>
            <a:rect l="l" t="t" r="r" b="b"/>
            <a:pathLst>
              <a:path w="326390" h="1400175">
                <a:moveTo>
                  <a:pt x="0" y="0"/>
                </a:moveTo>
                <a:lnTo>
                  <a:pt x="326055" y="0"/>
                </a:lnTo>
                <a:lnTo>
                  <a:pt x="326055" y="1400120"/>
                </a:lnTo>
                <a:lnTo>
                  <a:pt x="0" y="1400120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8833343" y="1280793"/>
            <a:ext cx="197923" cy="802860"/>
          </a:xfrm>
          <a:custGeom>
            <a:avLst/>
            <a:gdLst/>
            <a:ahLst/>
            <a:cxnLst/>
            <a:rect l="l" t="t" r="r" b="b"/>
            <a:pathLst>
              <a:path w="326390" h="1323975">
                <a:moveTo>
                  <a:pt x="0" y="0"/>
                </a:moveTo>
                <a:lnTo>
                  <a:pt x="326052" y="0"/>
                </a:lnTo>
                <a:lnTo>
                  <a:pt x="326052" y="1323401"/>
                </a:lnTo>
                <a:lnTo>
                  <a:pt x="0" y="13234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8833343" y="1280790"/>
            <a:ext cx="197923" cy="802860"/>
          </a:xfrm>
          <a:custGeom>
            <a:avLst/>
            <a:gdLst/>
            <a:ahLst/>
            <a:cxnLst/>
            <a:rect l="l" t="t" r="r" b="b"/>
            <a:pathLst>
              <a:path w="326390" h="1323975">
                <a:moveTo>
                  <a:pt x="0" y="0"/>
                </a:moveTo>
                <a:lnTo>
                  <a:pt x="326055" y="0"/>
                </a:lnTo>
                <a:lnTo>
                  <a:pt x="326055" y="1323401"/>
                </a:lnTo>
                <a:lnTo>
                  <a:pt x="0" y="1323401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9031062" y="1327315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39">
                <a:moveTo>
                  <a:pt x="0" y="0"/>
                </a:moveTo>
                <a:lnTo>
                  <a:pt x="326063" y="0"/>
                </a:lnTo>
                <a:lnTo>
                  <a:pt x="326063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9031062" y="1327313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39">
                <a:moveTo>
                  <a:pt x="0" y="0"/>
                </a:moveTo>
                <a:lnTo>
                  <a:pt x="326055" y="0"/>
                </a:lnTo>
                <a:lnTo>
                  <a:pt x="326055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9228788" y="1234271"/>
            <a:ext cx="197923" cy="849067"/>
          </a:xfrm>
          <a:custGeom>
            <a:avLst/>
            <a:gdLst/>
            <a:ahLst/>
            <a:cxnLst/>
            <a:rect l="l" t="t" r="r" b="b"/>
            <a:pathLst>
              <a:path w="326390" h="1400175">
                <a:moveTo>
                  <a:pt x="0" y="0"/>
                </a:moveTo>
                <a:lnTo>
                  <a:pt x="326052" y="0"/>
                </a:lnTo>
                <a:lnTo>
                  <a:pt x="326052" y="1400120"/>
                </a:lnTo>
                <a:lnTo>
                  <a:pt x="0" y="14001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9228783" y="1234268"/>
            <a:ext cx="197923" cy="849067"/>
          </a:xfrm>
          <a:custGeom>
            <a:avLst/>
            <a:gdLst/>
            <a:ahLst/>
            <a:cxnLst/>
            <a:rect l="l" t="t" r="r" b="b"/>
            <a:pathLst>
              <a:path w="326390" h="1400175">
                <a:moveTo>
                  <a:pt x="0" y="0"/>
                </a:moveTo>
                <a:lnTo>
                  <a:pt x="326055" y="0"/>
                </a:lnTo>
                <a:lnTo>
                  <a:pt x="326055" y="1400120"/>
                </a:lnTo>
                <a:lnTo>
                  <a:pt x="0" y="1400120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9426505" y="1431990"/>
            <a:ext cx="197923" cy="651529"/>
          </a:xfrm>
          <a:custGeom>
            <a:avLst/>
            <a:gdLst/>
            <a:ahLst/>
            <a:cxnLst/>
            <a:rect l="l" t="t" r="r" b="b"/>
            <a:pathLst>
              <a:path w="326390" h="1074420">
                <a:moveTo>
                  <a:pt x="0" y="0"/>
                </a:moveTo>
                <a:lnTo>
                  <a:pt x="326052" y="0"/>
                </a:lnTo>
                <a:lnTo>
                  <a:pt x="326052" y="1074064"/>
                </a:lnTo>
                <a:lnTo>
                  <a:pt x="0" y="10740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9426503" y="1431989"/>
            <a:ext cx="197923" cy="651529"/>
          </a:xfrm>
          <a:custGeom>
            <a:avLst/>
            <a:gdLst/>
            <a:ahLst/>
            <a:cxnLst/>
            <a:rect l="l" t="t" r="r" b="b"/>
            <a:pathLst>
              <a:path w="326390" h="1074420">
                <a:moveTo>
                  <a:pt x="0" y="0"/>
                </a:moveTo>
                <a:lnTo>
                  <a:pt x="326055" y="0"/>
                </a:lnTo>
                <a:lnTo>
                  <a:pt x="326055" y="1074064"/>
                </a:lnTo>
                <a:lnTo>
                  <a:pt x="0" y="107406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9624224" y="1676234"/>
            <a:ext cx="197923" cy="407398"/>
          </a:xfrm>
          <a:custGeom>
            <a:avLst/>
            <a:gdLst/>
            <a:ahLst/>
            <a:cxnLst/>
            <a:rect l="l" t="t" r="r" b="b"/>
            <a:pathLst>
              <a:path w="326390" h="671829">
                <a:moveTo>
                  <a:pt x="0" y="0"/>
                </a:moveTo>
                <a:lnTo>
                  <a:pt x="326052" y="0"/>
                </a:lnTo>
                <a:lnTo>
                  <a:pt x="326052" y="671290"/>
                </a:lnTo>
                <a:lnTo>
                  <a:pt x="0" y="6712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9624224" y="1676231"/>
            <a:ext cx="197923" cy="407398"/>
          </a:xfrm>
          <a:custGeom>
            <a:avLst/>
            <a:gdLst/>
            <a:ahLst/>
            <a:cxnLst/>
            <a:rect l="l" t="t" r="r" b="b"/>
            <a:pathLst>
              <a:path w="326390" h="671829">
                <a:moveTo>
                  <a:pt x="0" y="0"/>
                </a:moveTo>
                <a:lnTo>
                  <a:pt x="326055" y="0"/>
                </a:lnTo>
                <a:lnTo>
                  <a:pt x="326055" y="671290"/>
                </a:lnTo>
                <a:lnTo>
                  <a:pt x="0" y="671290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9821943" y="1862323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89">
                <a:moveTo>
                  <a:pt x="0" y="0"/>
                </a:moveTo>
                <a:lnTo>
                  <a:pt x="326063" y="0"/>
                </a:lnTo>
                <a:lnTo>
                  <a:pt x="326063" y="364415"/>
                </a:lnTo>
                <a:lnTo>
                  <a:pt x="0" y="3644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9821943" y="1862321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89">
                <a:moveTo>
                  <a:pt x="0" y="0"/>
                </a:moveTo>
                <a:lnTo>
                  <a:pt x="326055" y="0"/>
                </a:lnTo>
                <a:lnTo>
                  <a:pt x="326055" y="364414"/>
                </a:lnTo>
                <a:lnTo>
                  <a:pt x="0" y="36441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0019669" y="1920476"/>
            <a:ext cx="197923" cy="162882"/>
          </a:xfrm>
          <a:custGeom>
            <a:avLst/>
            <a:gdLst/>
            <a:ahLst/>
            <a:cxnLst/>
            <a:rect l="l" t="t" r="r" b="b"/>
            <a:pathLst>
              <a:path w="326390" h="268604">
                <a:moveTo>
                  <a:pt x="0" y="0"/>
                </a:moveTo>
                <a:lnTo>
                  <a:pt x="326052" y="0"/>
                </a:lnTo>
                <a:lnTo>
                  <a:pt x="326052" y="268516"/>
                </a:lnTo>
                <a:lnTo>
                  <a:pt x="0" y="2685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0019664" y="1920474"/>
            <a:ext cx="197923" cy="162882"/>
          </a:xfrm>
          <a:custGeom>
            <a:avLst/>
            <a:gdLst/>
            <a:ahLst/>
            <a:cxnLst/>
            <a:rect l="l" t="t" r="r" b="b"/>
            <a:pathLst>
              <a:path w="326390" h="268604">
                <a:moveTo>
                  <a:pt x="0" y="0"/>
                </a:moveTo>
                <a:lnTo>
                  <a:pt x="326055" y="0"/>
                </a:lnTo>
                <a:lnTo>
                  <a:pt x="326055" y="268516"/>
                </a:lnTo>
                <a:lnTo>
                  <a:pt x="0" y="268516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217387" y="1966998"/>
            <a:ext cx="197923" cy="116675"/>
          </a:xfrm>
          <a:custGeom>
            <a:avLst/>
            <a:gdLst/>
            <a:ahLst/>
            <a:cxnLst/>
            <a:rect l="l" t="t" r="r" b="b"/>
            <a:pathLst>
              <a:path w="326390" h="192404">
                <a:moveTo>
                  <a:pt x="0" y="0"/>
                </a:moveTo>
                <a:lnTo>
                  <a:pt x="326052" y="0"/>
                </a:lnTo>
                <a:lnTo>
                  <a:pt x="326052" y="191797"/>
                </a:lnTo>
                <a:lnTo>
                  <a:pt x="0" y="1917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0217384" y="1966996"/>
            <a:ext cx="197923" cy="116675"/>
          </a:xfrm>
          <a:custGeom>
            <a:avLst/>
            <a:gdLst/>
            <a:ahLst/>
            <a:cxnLst/>
            <a:rect l="l" t="t" r="r" b="b"/>
            <a:pathLst>
              <a:path w="326390" h="192404">
                <a:moveTo>
                  <a:pt x="0" y="0"/>
                </a:moveTo>
                <a:lnTo>
                  <a:pt x="326055" y="0"/>
                </a:lnTo>
                <a:lnTo>
                  <a:pt x="326055" y="191797"/>
                </a:lnTo>
                <a:lnTo>
                  <a:pt x="0" y="191797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0415106" y="2025152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52" y="0"/>
                </a:lnTo>
                <a:lnTo>
                  <a:pt x="326052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0415104" y="2025149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55" y="0"/>
                </a:lnTo>
                <a:lnTo>
                  <a:pt x="326055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0612825" y="2025152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63" y="0"/>
                </a:lnTo>
                <a:lnTo>
                  <a:pt x="326063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0612825" y="2025149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55" y="0"/>
                </a:lnTo>
                <a:lnTo>
                  <a:pt x="326055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7844743" y="1199379"/>
            <a:ext cx="197923" cy="884108"/>
          </a:xfrm>
          <a:custGeom>
            <a:avLst/>
            <a:gdLst/>
            <a:ahLst/>
            <a:cxnLst/>
            <a:rect l="l" t="t" r="r" b="b"/>
            <a:pathLst>
              <a:path w="326390" h="1457960">
                <a:moveTo>
                  <a:pt x="0" y="0"/>
                </a:moveTo>
                <a:lnTo>
                  <a:pt x="326052" y="0"/>
                </a:lnTo>
                <a:lnTo>
                  <a:pt x="326052" y="1457659"/>
                </a:lnTo>
                <a:lnTo>
                  <a:pt x="0" y="14576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7844741" y="1199376"/>
            <a:ext cx="197923" cy="884108"/>
          </a:xfrm>
          <a:custGeom>
            <a:avLst/>
            <a:gdLst/>
            <a:ahLst/>
            <a:cxnLst/>
            <a:rect l="l" t="t" r="r" b="b"/>
            <a:pathLst>
              <a:path w="326390" h="1457960">
                <a:moveTo>
                  <a:pt x="0" y="0"/>
                </a:moveTo>
                <a:lnTo>
                  <a:pt x="326055" y="0"/>
                </a:lnTo>
                <a:lnTo>
                  <a:pt x="326055" y="1457659"/>
                </a:lnTo>
                <a:lnTo>
                  <a:pt x="0" y="1457659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7647024" y="1280793"/>
            <a:ext cx="197923" cy="802860"/>
          </a:xfrm>
          <a:custGeom>
            <a:avLst/>
            <a:gdLst/>
            <a:ahLst/>
            <a:cxnLst/>
            <a:rect l="l" t="t" r="r" b="b"/>
            <a:pathLst>
              <a:path w="326390" h="1323975">
                <a:moveTo>
                  <a:pt x="0" y="0"/>
                </a:moveTo>
                <a:lnTo>
                  <a:pt x="326052" y="0"/>
                </a:lnTo>
                <a:lnTo>
                  <a:pt x="326052" y="1323401"/>
                </a:lnTo>
                <a:lnTo>
                  <a:pt x="0" y="13234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7647020" y="1280790"/>
            <a:ext cx="197923" cy="802860"/>
          </a:xfrm>
          <a:custGeom>
            <a:avLst/>
            <a:gdLst/>
            <a:ahLst/>
            <a:cxnLst/>
            <a:rect l="l" t="t" r="r" b="b"/>
            <a:pathLst>
              <a:path w="326390" h="1323975">
                <a:moveTo>
                  <a:pt x="0" y="0"/>
                </a:moveTo>
                <a:lnTo>
                  <a:pt x="326055" y="0"/>
                </a:lnTo>
                <a:lnTo>
                  <a:pt x="326055" y="1323401"/>
                </a:lnTo>
                <a:lnTo>
                  <a:pt x="0" y="1323401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7449299" y="1327315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39">
                <a:moveTo>
                  <a:pt x="0" y="0"/>
                </a:moveTo>
                <a:lnTo>
                  <a:pt x="326063" y="0"/>
                </a:lnTo>
                <a:lnTo>
                  <a:pt x="326063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7449300" y="1327313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39">
                <a:moveTo>
                  <a:pt x="0" y="0"/>
                </a:moveTo>
                <a:lnTo>
                  <a:pt x="326055" y="0"/>
                </a:lnTo>
                <a:lnTo>
                  <a:pt x="326055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7251580" y="1397099"/>
            <a:ext cx="197923" cy="686570"/>
          </a:xfrm>
          <a:custGeom>
            <a:avLst/>
            <a:gdLst/>
            <a:ahLst/>
            <a:cxnLst/>
            <a:rect l="l" t="t" r="r" b="b"/>
            <a:pathLst>
              <a:path w="326390" h="1132204">
                <a:moveTo>
                  <a:pt x="0" y="0"/>
                </a:moveTo>
                <a:lnTo>
                  <a:pt x="326052" y="0"/>
                </a:lnTo>
                <a:lnTo>
                  <a:pt x="326052" y="1131604"/>
                </a:lnTo>
                <a:lnTo>
                  <a:pt x="0" y="11316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7251580" y="1397097"/>
            <a:ext cx="197923" cy="686570"/>
          </a:xfrm>
          <a:custGeom>
            <a:avLst/>
            <a:gdLst/>
            <a:ahLst/>
            <a:cxnLst/>
            <a:rect l="l" t="t" r="r" b="b"/>
            <a:pathLst>
              <a:path w="326390" h="1132204">
                <a:moveTo>
                  <a:pt x="0" y="0"/>
                </a:moveTo>
                <a:lnTo>
                  <a:pt x="326055" y="0"/>
                </a:lnTo>
                <a:lnTo>
                  <a:pt x="326055" y="1131604"/>
                </a:lnTo>
                <a:lnTo>
                  <a:pt x="0" y="113160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7053861" y="1431990"/>
            <a:ext cx="197923" cy="651529"/>
          </a:xfrm>
          <a:custGeom>
            <a:avLst/>
            <a:gdLst/>
            <a:ahLst/>
            <a:cxnLst/>
            <a:rect l="l" t="t" r="r" b="b"/>
            <a:pathLst>
              <a:path w="326390" h="1074420">
                <a:moveTo>
                  <a:pt x="0" y="0"/>
                </a:moveTo>
                <a:lnTo>
                  <a:pt x="326052" y="0"/>
                </a:lnTo>
                <a:lnTo>
                  <a:pt x="326052" y="1074064"/>
                </a:lnTo>
                <a:lnTo>
                  <a:pt x="0" y="10740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7053859" y="1431989"/>
            <a:ext cx="197923" cy="651529"/>
          </a:xfrm>
          <a:custGeom>
            <a:avLst/>
            <a:gdLst/>
            <a:ahLst/>
            <a:cxnLst/>
            <a:rect l="l" t="t" r="r" b="b"/>
            <a:pathLst>
              <a:path w="326390" h="1074420">
                <a:moveTo>
                  <a:pt x="0" y="0"/>
                </a:moveTo>
                <a:lnTo>
                  <a:pt x="326055" y="0"/>
                </a:lnTo>
                <a:lnTo>
                  <a:pt x="326055" y="1074064"/>
                </a:lnTo>
                <a:lnTo>
                  <a:pt x="0" y="107406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6856143" y="1466882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5">
                <a:moveTo>
                  <a:pt x="0" y="0"/>
                </a:moveTo>
                <a:lnTo>
                  <a:pt x="326052" y="0"/>
                </a:lnTo>
                <a:lnTo>
                  <a:pt x="326052" y="1016526"/>
                </a:lnTo>
                <a:lnTo>
                  <a:pt x="0" y="10165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6856139" y="1466881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5">
                <a:moveTo>
                  <a:pt x="0" y="0"/>
                </a:moveTo>
                <a:lnTo>
                  <a:pt x="326055" y="0"/>
                </a:lnTo>
                <a:lnTo>
                  <a:pt x="326055" y="1016525"/>
                </a:lnTo>
                <a:lnTo>
                  <a:pt x="0" y="101652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6658418" y="1466882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5">
                <a:moveTo>
                  <a:pt x="0" y="0"/>
                </a:moveTo>
                <a:lnTo>
                  <a:pt x="326063" y="0"/>
                </a:lnTo>
                <a:lnTo>
                  <a:pt x="326063" y="1016526"/>
                </a:lnTo>
                <a:lnTo>
                  <a:pt x="0" y="10165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6658419" y="1466881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5">
                <a:moveTo>
                  <a:pt x="0" y="0"/>
                </a:moveTo>
                <a:lnTo>
                  <a:pt x="326055" y="0"/>
                </a:lnTo>
                <a:lnTo>
                  <a:pt x="326055" y="1016525"/>
                </a:lnTo>
                <a:lnTo>
                  <a:pt x="0" y="101652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6460699" y="1525035"/>
            <a:ext cx="197923" cy="558344"/>
          </a:xfrm>
          <a:custGeom>
            <a:avLst/>
            <a:gdLst/>
            <a:ahLst/>
            <a:cxnLst/>
            <a:rect l="l" t="t" r="r" b="b"/>
            <a:pathLst>
              <a:path w="326390" h="920750">
                <a:moveTo>
                  <a:pt x="0" y="0"/>
                </a:moveTo>
                <a:lnTo>
                  <a:pt x="326052" y="0"/>
                </a:lnTo>
                <a:lnTo>
                  <a:pt x="326052" y="920627"/>
                </a:lnTo>
                <a:lnTo>
                  <a:pt x="0" y="920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6460699" y="1525033"/>
            <a:ext cx="197923" cy="558344"/>
          </a:xfrm>
          <a:custGeom>
            <a:avLst/>
            <a:gdLst/>
            <a:ahLst/>
            <a:cxnLst/>
            <a:rect l="l" t="t" r="r" b="b"/>
            <a:pathLst>
              <a:path w="326390" h="920750">
                <a:moveTo>
                  <a:pt x="0" y="0"/>
                </a:moveTo>
                <a:lnTo>
                  <a:pt x="326055" y="0"/>
                </a:lnTo>
                <a:lnTo>
                  <a:pt x="326055" y="920627"/>
                </a:lnTo>
                <a:lnTo>
                  <a:pt x="0" y="920627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6262980" y="1583188"/>
            <a:ext cx="197923" cy="500199"/>
          </a:xfrm>
          <a:custGeom>
            <a:avLst/>
            <a:gdLst/>
            <a:ahLst/>
            <a:cxnLst/>
            <a:rect l="l" t="t" r="r" b="b"/>
            <a:pathLst>
              <a:path w="326390" h="824864">
                <a:moveTo>
                  <a:pt x="0" y="0"/>
                </a:moveTo>
                <a:lnTo>
                  <a:pt x="326053" y="0"/>
                </a:lnTo>
                <a:lnTo>
                  <a:pt x="326053" y="824728"/>
                </a:lnTo>
                <a:lnTo>
                  <a:pt x="0" y="8247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6262978" y="1583186"/>
            <a:ext cx="197923" cy="500199"/>
          </a:xfrm>
          <a:custGeom>
            <a:avLst/>
            <a:gdLst/>
            <a:ahLst/>
            <a:cxnLst/>
            <a:rect l="l" t="t" r="r" b="b"/>
            <a:pathLst>
              <a:path w="326390" h="824864">
                <a:moveTo>
                  <a:pt x="0" y="0"/>
                </a:moveTo>
                <a:lnTo>
                  <a:pt x="326055" y="0"/>
                </a:lnTo>
                <a:lnTo>
                  <a:pt x="326055" y="824728"/>
                </a:lnTo>
                <a:lnTo>
                  <a:pt x="0" y="82472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6065259" y="1629711"/>
            <a:ext cx="197923" cy="453606"/>
          </a:xfrm>
          <a:custGeom>
            <a:avLst/>
            <a:gdLst/>
            <a:ahLst/>
            <a:cxnLst/>
            <a:rect l="l" t="t" r="r" b="b"/>
            <a:pathLst>
              <a:path w="326390" h="748029">
                <a:moveTo>
                  <a:pt x="0" y="0"/>
                </a:moveTo>
                <a:lnTo>
                  <a:pt x="326054" y="0"/>
                </a:lnTo>
                <a:lnTo>
                  <a:pt x="326054" y="748009"/>
                </a:lnTo>
                <a:lnTo>
                  <a:pt x="0" y="7480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6065258" y="1629709"/>
            <a:ext cx="197923" cy="453606"/>
          </a:xfrm>
          <a:custGeom>
            <a:avLst/>
            <a:gdLst/>
            <a:ahLst/>
            <a:cxnLst/>
            <a:rect l="l" t="t" r="r" b="b"/>
            <a:pathLst>
              <a:path w="326390" h="748029">
                <a:moveTo>
                  <a:pt x="0" y="0"/>
                </a:moveTo>
                <a:lnTo>
                  <a:pt x="326055" y="0"/>
                </a:lnTo>
                <a:lnTo>
                  <a:pt x="326055" y="748009"/>
                </a:lnTo>
                <a:lnTo>
                  <a:pt x="0" y="748009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5867539" y="1734386"/>
            <a:ext cx="197923" cy="349254"/>
          </a:xfrm>
          <a:custGeom>
            <a:avLst/>
            <a:gdLst/>
            <a:ahLst/>
            <a:cxnLst/>
            <a:rect l="l" t="t" r="r" b="b"/>
            <a:pathLst>
              <a:path w="326390" h="575945">
                <a:moveTo>
                  <a:pt x="0" y="0"/>
                </a:moveTo>
                <a:lnTo>
                  <a:pt x="326056" y="0"/>
                </a:lnTo>
                <a:lnTo>
                  <a:pt x="326056" y="575391"/>
                </a:lnTo>
                <a:lnTo>
                  <a:pt x="0" y="5753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5867538" y="1734384"/>
            <a:ext cx="197923" cy="349254"/>
          </a:xfrm>
          <a:custGeom>
            <a:avLst/>
            <a:gdLst/>
            <a:ahLst/>
            <a:cxnLst/>
            <a:rect l="l" t="t" r="r" b="b"/>
            <a:pathLst>
              <a:path w="326390" h="575945">
                <a:moveTo>
                  <a:pt x="0" y="0"/>
                </a:moveTo>
                <a:lnTo>
                  <a:pt x="326055" y="0"/>
                </a:lnTo>
                <a:lnTo>
                  <a:pt x="326055" y="575391"/>
                </a:lnTo>
                <a:lnTo>
                  <a:pt x="0" y="575391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5669819" y="1676234"/>
            <a:ext cx="197923" cy="407398"/>
          </a:xfrm>
          <a:custGeom>
            <a:avLst/>
            <a:gdLst/>
            <a:ahLst/>
            <a:cxnLst/>
            <a:rect l="l" t="t" r="r" b="b"/>
            <a:pathLst>
              <a:path w="326390" h="671829">
                <a:moveTo>
                  <a:pt x="0" y="0"/>
                </a:moveTo>
                <a:lnTo>
                  <a:pt x="326054" y="0"/>
                </a:lnTo>
                <a:lnTo>
                  <a:pt x="326054" y="671290"/>
                </a:lnTo>
                <a:lnTo>
                  <a:pt x="0" y="6712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5669818" y="1676231"/>
            <a:ext cx="197923" cy="407398"/>
          </a:xfrm>
          <a:custGeom>
            <a:avLst/>
            <a:gdLst/>
            <a:ahLst/>
            <a:cxnLst/>
            <a:rect l="l" t="t" r="r" b="b"/>
            <a:pathLst>
              <a:path w="326390" h="671829">
                <a:moveTo>
                  <a:pt x="0" y="0"/>
                </a:moveTo>
                <a:lnTo>
                  <a:pt x="326055" y="0"/>
                </a:lnTo>
                <a:lnTo>
                  <a:pt x="326055" y="671290"/>
                </a:lnTo>
                <a:lnTo>
                  <a:pt x="0" y="671290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5472098" y="1769279"/>
            <a:ext cx="197923" cy="314212"/>
          </a:xfrm>
          <a:custGeom>
            <a:avLst/>
            <a:gdLst/>
            <a:ahLst/>
            <a:cxnLst/>
            <a:rect l="l" t="t" r="r" b="b"/>
            <a:pathLst>
              <a:path w="326390" h="518160">
                <a:moveTo>
                  <a:pt x="0" y="0"/>
                </a:moveTo>
                <a:lnTo>
                  <a:pt x="326056" y="0"/>
                </a:lnTo>
                <a:lnTo>
                  <a:pt x="326056" y="517852"/>
                </a:lnTo>
                <a:lnTo>
                  <a:pt x="0" y="5178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5472097" y="1769276"/>
            <a:ext cx="197923" cy="314212"/>
          </a:xfrm>
          <a:custGeom>
            <a:avLst/>
            <a:gdLst/>
            <a:ahLst/>
            <a:cxnLst/>
            <a:rect l="l" t="t" r="r" b="b"/>
            <a:pathLst>
              <a:path w="326390" h="518160">
                <a:moveTo>
                  <a:pt x="0" y="0"/>
                </a:moveTo>
                <a:lnTo>
                  <a:pt x="326055" y="0"/>
                </a:lnTo>
                <a:lnTo>
                  <a:pt x="326055" y="517852"/>
                </a:lnTo>
                <a:lnTo>
                  <a:pt x="0" y="51785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5274378" y="1827432"/>
            <a:ext cx="197923" cy="256068"/>
          </a:xfrm>
          <a:custGeom>
            <a:avLst/>
            <a:gdLst/>
            <a:ahLst/>
            <a:cxnLst/>
            <a:rect l="l" t="t" r="r" b="b"/>
            <a:pathLst>
              <a:path w="326390" h="422275">
                <a:moveTo>
                  <a:pt x="0" y="0"/>
                </a:moveTo>
                <a:lnTo>
                  <a:pt x="326054" y="0"/>
                </a:lnTo>
                <a:lnTo>
                  <a:pt x="326054" y="421953"/>
                </a:lnTo>
                <a:lnTo>
                  <a:pt x="0" y="4219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5274377" y="1827429"/>
            <a:ext cx="197923" cy="256068"/>
          </a:xfrm>
          <a:custGeom>
            <a:avLst/>
            <a:gdLst/>
            <a:ahLst/>
            <a:cxnLst/>
            <a:rect l="l" t="t" r="r" b="b"/>
            <a:pathLst>
              <a:path w="326390" h="422275">
                <a:moveTo>
                  <a:pt x="0" y="0"/>
                </a:moveTo>
                <a:lnTo>
                  <a:pt x="326055" y="0"/>
                </a:lnTo>
                <a:lnTo>
                  <a:pt x="326055" y="421954"/>
                </a:lnTo>
                <a:lnTo>
                  <a:pt x="0" y="42195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5076658" y="1862323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89">
                <a:moveTo>
                  <a:pt x="0" y="0"/>
                </a:moveTo>
                <a:lnTo>
                  <a:pt x="326054" y="0"/>
                </a:lnTo>
                <a:lnTo>
                  <a:pt x="326054" y="364415"/>
                </a:lnTo>
                <a:lnTo>
                  <a:pt x="0" y="3644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5076657" y="1862321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89">
                <a:moveTo>
                  <a:pt x="0" y="0"/>
                </a:moveTo>
                <a:lnTo>
                  <a:pt x="326055" y="0"/>
                </a:lnTo>
                <a:lnTo>
                  <a:pt x="326055" y="364414"/>
                </a:lnTo>
                <a:lnTo>
                  <a:pt x="0" y="36441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4878938" y="1920476"/>
            <a:ext cx="197923" cy="162882"/>
          </a:xfrm>
          <a:custGeom>
            <a:avLst/>
            <a:gdLst/>
            <a:ahLst/>
            <a:cxnLst/>
            <a:rect l="l" t="t" r="r" b="b"/>
            <a:pathLst>
              <a:path w="326390" h="268604">
                <a:moveTo>
                  <a:pt x="0" y="0"/>
                </a:moveTo>
                <a:lnTo>
                  <a:pt x="326056" y="0"/>
                </a:lnTo>
                <a:lnTo>
                  <a:pt x="326056" y="268516"/>
                </a:lnTo>
                <a:lnTo>
                  <a:pt x="0" y="2685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4878937" y="1920474"/>
            <a:ext cx="197923" cy="162882"/>
          </a:xfrm>
          <a:custGeom>
            <a:avLst/>
            <a:gdLst/>
            <a:ahLst/>
            <a:cxnLst/>
            <a:rect l="l" t="t" r="r" b="b"/>
            <a:pathLst>
              <a:path w="326390" h="268604">
                <a:moveTo>
                  <a:pt x="0" y="0"/>
                </a:moveTo>
                <a:lnTo>
                  <a:pt x="326055" y="0"/>
                </a:lnTo>
                <a:lnTo>
                  <a:pt x="326055" y="268516"/>
                </a:lnTo>
                <a:lnTo>
                  <a:pt x="0" y="268516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4681218" y="2025152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54" y="0"/>
                </a:lnTo>
                <a:lnTo>
                  <a:pt x="326054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4681216" y="2025149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55" y="0"/>
                </a:lnTo>
                <a:lnTo>
                  <a:pt x="326055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" name="object 71"/>
          <p:cNvSpPr/>
          <p:nvPr/>
        </p:nvSpPr>
        <p:spPr>
          <a:xfrm>
            <a:off x="4483497" y="1966998"/>
            <a:ext cx="197923" cy="116675"/>
          </a:xfrm>
          <a:custGeom>
            <a:avLst/>
            <a:gdLst/>
            <a:ahLst/>
            <a:cxnLst/>
            <a:rect l="l" t="t" r="r" b="b"/>
            <a:pathLst>
              <a:path w="326390" h="192404">
                <a:moveTo>
                  <a:pt x="0" y="0"/>
                </a:moveTo>
                <a:lnTo>
                  <a:pt x="326056" y="0"/>
                </a:lnTo>
                <a:lnTo>
                  <a:pt x="326056" y="191797"/>
                </a:lnTo>
                <a:lnTo>
                  <a:pt x="0" y="1917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" name="object 72"/>
          <p:cNvSpPr/>
          <p:nvPr/>
        </p:nvSpPr>
        <p:spPr>
          <a:xfrm>
            <a:off x="4483496" y="1966996"/>
            <a:ext cx="197923" cy="116675"/>
          </a:xfrm>
          <a:custGeom>
            <a:avLst/>
            <a:gdLst/>
            <a:ahLst/>
            <a:cxnLst/>
            <a:rect l="l" t="t" r="r" b="b"/>
            <a:pathLst>
              <a:path w="326390" h="192404">
                <a:moveTo>
                  <a:pt x="0" y="0"/>
                </a:moveTo>
                <a:lnTo>
                  <a:pt x="326055" y="0"/>
                </a:lnTo>
                <a:lnTo>
                  <a:pt x="326055" y="191797"/>
                </a:lnTo>
                <a:lnTo>
                  <a:pt x="0" y="191797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3" name="object 73"/>
          <p:cNvSpPr/>
          <p:nvPr/>
        </p:nvSpPr>
        <p:spPr>
          <a:xfrm>
            <a:off x="4285776" y="1966998"/>
            <a:ext cx="197923" cy="116675"/>
          </a:xfrm>
          <a:custGeom>
            <a:avLst/>
            <a:gdLst/>
            <a:ahLst/>
            <a:cxnLst/>
            <a:rect l="l" t="t" r="r" b="b"/>
            <a:pathLst>
              <a:path w="326390" h="192404">
                <a:moveTo>
                  <a:pt x="0" y="0"/>
                </a:moveTo>
                <a:lnTo>
                  <a:pt x="326054" y="0"/>
                </a:lnTo>
                <a:lnTo>
                  <a:pt x="326054" y="191797"/>
                </a:lnTo>
                <a:lnTo>
                  <a:pt x="0" y="1917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4" name="object 74"/>
          <p:cNvSpPr/>
          <p:nvPr/>
        </p:nvSpPr>
        <p:spPr>
          <a:xfrm>
            <a:off x="4285776" y="1966996"/>
            <a:ext cx="197923" cy="116675"/>
          </a:xfrm>
          <a:custGeom>
            <a:avLst/>
            <a:gdLst/>
            <a:ahLst/>
            <a:cxnLst/>
            <a:rect l="l" t="t" r="r" b="b"/>
            <a:pathLst>
              <a:path w="326390" h="192404">
                <a:moveTo>
                  <a:pt x="0" y="0"/>
                </a:moveTo>
                <a:lnTo>
                  <a:pt x="326055" y="0"/>
                </a:lnTo>
                <a:lnTo>
                  <a:pt x="326055" y="191797"/>
                </a:lnTo>
                <a:lnTo>
                  <a:pt x="0" y="191797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5" name="object 75"/>
          <p:cNvSpPr/>
          <p:nvPr/>
        </p:nvSpPr>
        <p:spPr>
          <a:xfrm>
            <a:off x="4088056" y="2025152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56" y="0"/>
                </a:lnTo>
                <a:lnTo>
                  <a:pt x="326056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6" name="object 76"/>
          <p:cNvSpPr/>
          <p:nvPr/>
        </p:nvSpPr>
        <p:spPr>
          <a:xfrm>
            <a:off x="4088055" y="2025149"/>
            <a:ext cx="197923" cy="58530"/>
          </a:xfrm>
          <a:custGeom>
            <a:avLst/>
            <a:gdLst/>
            <a:ahLst/>
            <a:cxnLst/>
            <a:rect l="l" t="t" r="r" b="b"/>
            <a:pathLst>
              <a:path w="326390" h="96520">
                <a:moveTo>
                  <a:pt x="0" y="0"/>
                </a:moveTo>
                <a:lnTo>
                  <a:pt x="326055" y="0"/>
                </a:lnTo>
                <a:lnTo>
                  <a:pt x="326055" y="95898"/>
                </a:lnTo>
                <a:lnTo>
                  <a:pt x="0" y="9589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" name="object 77"/>
          <p:cNvSpPr/>
          <p:nvPr/>
        </p:nvSpPr>
        <p:spPr>
          <a:xfrm>
            <a:off x="8285541" y="1389439"/>
            <a:ext cx="107001" cy="2756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" name="object 78"/>
          <p:cNvSpPr/>
          <p:nvPr/>
        </p:nvSpPr>
        <p:spPr>
          <a:xfrm>
            <a:off x="1772402" y="3473159"/>
            <a:ext cx="9411748" cy="0"/>
          </a:xfrm>
          <a:custGeom>
            <a:avLst/>
            <a:gdLst/>
            <a:ahLst/>
            <a:cxnLst/>
            <a:rect l="l" t="t" r="r" b="b"/>
            <a:pathLst>
              <a:path w="15520669">
                <a:moveTo>
                  <a:pt x="15520237" y="0"/>
                </a:moveTo>
                <a:lnTo>
                  <a:pt x="0" y="0"/>
                </a:lnTo>
              </a:path>
            </a:pathLst>
          </a:custGeom>
          <a:ln w="3835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" name="object 79"/>
          <p:cNvSpPr/>
          <p:nvPr/>
        </p:nvSpPr>
        <p:spPr>
          <a:xfrm>
            <a:off x="1660748" y="3431289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0" y="69047"/>
                </a:moveTo>
                <a:lnTo>
                  <a:pt x="184125" y="138094"/>
                </a:lnTo>
                <a:lnTo>
                  <a:pt x="184125" y="0"/>
                </a:lnTo>
                <a:lnTo>
                  <a:pt x="0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" name="object 80"/>
          <p:cNvSpPr/>
          <p:nvPr/>
        </p:nvSpPr>
        <p:spPr>
          <a:xfrm>
            <a:off x="11183887" y="3431289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184125" y="69047"/>
                </a:moveTo>
                <a:lnTo>
                  <a:pt x="0" y="0"/>
                </a:lnTo>
                <a:lnTo>
                  <a:pt x="0" y="138094"/>
                </a:lnTo>
                <a:lnTo>
                  <a:pt x="184125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" name="object 81"/>
          <p:cNvSpPr txBox="1"/>
          <p:nvPr/>
        </p:nvSpPr>
        <p:spPr>
          <a:xfrm>
            <a:off x="1876355" y="2749424"/>
            <a:ext cx="2120551" cy="453125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7701" marR="3081">
              <a:lnSpc>
                <a:spcPts val="1740"/>
              </a:lnSpc>
              <a:spcBef>
                <a:spcPts val="133"/>
              </a:spcBef>
            </a:pPr>
            <a:r>
              <a:rPr sz="1455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Foco</a:t>
            </a:r>
            <a:r>
              <a:rPr sz="1455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455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personas</a:t>
            </a:r>
            <a:r>
              <a:rPr sz="1455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1455" spc="-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 </a:t>
            </a:r>
            <a:r>
              <a:rPr sz="1455" spc="7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mismo</a:t>
            </a:r>
            <a:r>
              <a:rPr sz="1455" spc="-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nivel</a:t>
            </a:r>
            <a:r>
              <a:rPr sz="1455" spc="-1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1455" spc="-1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-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endParaRPr sz="145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018993" y="3527132"/>
            <a:ext cx="1460550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menos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1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-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latente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9715387" y="3527132"/>
            <a:ext cx="1311530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más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2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-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latente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8240180" y="2408961"/>
            <a:ext cx="197923" cy="1058542"/>
          </a:xfrm>
          <a:custGeom>
            <a:avLst/>
            <a:gdLst/>
            <a:ahLst/>
            <a:cxnLst/>
            <a:rect l="l" t="t" r="r" b="b"/>
            <a:pathLst>
              <a:path w="326390" h="1745614">
                <a:moveTo>
                  <a:pt x="0" y="0"/>
                </a:moveTo>
                <a:lnTo>
                  <a:pt x="326063" y="0"/>
                </a:lnTo>
                <a:lnTo>
                  <a:pt x="326063" y="1745355"/>
                </a:lnTo>
                <a:lnTo>
                  <a:pt x="0" y="17453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" name="object 85"/>
          <p:cNvSpPr/>
          <p:nvPr/>
        </p:nvSpPr>
        <p:spPr>
          <a:xfrm>
            <a:off x="8240182" y="2408959"/>
            <a:ext cx="197923" cy="1058542"/>
          </a:xfrm>
          <a:custGeom>
            <a:avLst/>
            <a:gdLst/>
            <a:ahLst/>
            <a:cxnLst/>
            <a:rect l="l" t="t" r="r" b="b"/>
            <a:pathLst>
              <a:path w="326390" h="1745614">
                <a:moveTo>
                  <a:pt x="0" y="0"/>
                </a:moveTo>
                <a:lnTo>
                  <a:pt x="326055" y="0"/>
                </a:lnTo>
                <a:lnTo>
                  <a:pt x="326055" y="1745355"/>
                </a:lnTo>
                <a:lnTo>
                  <a:pt x="0" y="174535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" name="object 86"/>
          <p:cNvSpPr/>
          <p:nvPr/>
        </p:nvSpPr>
        <p:spPr>
          <a:xfrm>
            <a:off x="8285541" y="2639276"/>
            <a:ext cx="107001" cy="2756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" name="object 87"/>
          <p:cNvSpPr/>
          <p:nvPr/>
        </p:nvSpPr>
        <p:spPr>
          <a:xfrm>
            <a:off x="1772402" y="4752526"/>
            <a:ext cx="9411748" cy="0"/>
          </a:xfrm>
          <a:custGeom>
            <a:avLst/>
            <a:gdLst/>
            <a:ahLst/>
            <a:cxnLst/>
            <a:rect l="l" t="t" r="r" b="b"/>
            <a:pathLst>
              <a:path w="15520669">
                <a:moveTo>
                  <a:pt x="15520237" y="0"/>
                </a:moveTo>
                <a:lnTo>
                  <a:pt x="0" y="0"/>
                </a:lnTo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" name="object 88"/>
          <p:cNvSpPr/>
          <p:nvPr/>
        </p:nvSpPr>
        <p:spPr>
          <a:xfrm>
            <a:off x="1660748" y="4710656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0" y="69047"/>
                </a:moveTo>
                <a:lnTo>
                  <a:pt x="184125" y="138094"/>
                </a:lnTo>
                <a:lnTo>
                  <a:pt x="184125" y="0"/>
                </a:lnTo>
                <a:lnTo>
                  <a:pt x="0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" name="object 89"/>
          <p:cNvSpPr/>
          <p:nvPr/>
        </p:nvSpPr>
        <p:spPr>
          <a:xfrm>
            <a:off x="11183887" y="4710656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184125" y="69047"/>
                </a:moveTo>
                <a:lnTo>
                  <a:pt x="0" y="0"/>
                </a:lnTo>
                <a:lnTo>
                  <a:pt x="0" y="138094"/>
                </a:lnTo>
                <a:lnTo>
                  <a:pt x="184125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" name="object 90"/>
          <p:cNvSpPr txBox="1"/>
          <p:nvPr/>
        </p:nvSpPr>
        <p:spPr>
          <a:xfrm>
            <a:off x="1876355" y="4073732"/>
            <a:ext cx="3183714" cy="453125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7701" marR="3081">
              <a:lnSpc>
                <a:spcPts val="1740"/>
              </a:lnSpc>
              <a:spcBef>
                <a:spcPts val="133"/>
              </a:spcBef>
              <a:tabLst>
                <a:tab pos="1448996" algn="l"/>
              </a:tabLst>
            </a:pPr>
            <a:r>
              <a:rPr sz="1455" spc="79" dirty="0" err="1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Esperamos</a:t>
            </a:r>
            <a:r>
              <a:rPr sz="1455" spc="-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s-ES" sz="1455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15" dirty="0" err="1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455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-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 </a:t>
            </a:r>
            <a:r>
              <a:rPr sz="1455" spc="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455" spc="-32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4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medición  </a:t>
            </a:r>
            <a:r>
              <a:rPr sz="1455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disperse </a:t>
            </a:r>
            <a:r>
              <a:rPr sz="1455" spc="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nuestra </a:t>
            </a:r>
            <a:r>
              <a:rPr sz="1455" spc="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estimación,</a:t>
            </a:r>
            <a:r>
              <a:rPr sz="1455" spc="-28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-4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pero…</a:t>
            </a:r>
            <a:endParaRPr sz="145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871470" y="4806875"/>
            <a:ext cx="1608030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menos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1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estimado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715388" y="4806875"/>
            <a:ext cx="1459010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más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2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estimado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8240180" y="3688328"/>
            <a:ext cx="197923" cy="1070094"/>
          </a:xfrm>
          <a:custGeom>
            <a:avLst/>
            <a:gdLst/>
            <a:ahLst/>
            <a:cxnLst/>
            <a:rect l="l" t="t" r="r" b="b"/>
            <a:pathLst>
              <a:path w="326390" h="1764665">
                <a:moveTo>
                  <a:pt x="0" y="0"/>
                </a:moveTo>
                <a:lnTo>
                  <a:pt x="326063" y="0"/>
                </a:lnTo>
                <a:lnTo>
                  <a:pt x="326063" y="1764534"/>
                </a:lnTo>
                <a:lnTo>
                  <a:pt x="0" y="1764534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" name="object 94"/>
          <p:cNvSpPr/>
          <p:nvPr/>
        </p:nvSpPr>
        <p:spPr>
          <a:xfrm>
            <a:off x="8240182" y="3688325"/>
            <a:ext cx="197923" cy="1070094"/>
          </a:xfrm>
          <a:custGeom>
            <a:avLst/>
            <a:gdLst/>
            <a:ahLst/>
            <a:cxnLst/>
            <a:rect l="l" t="t" r="r" b="b"/>
            <a:pathLst>
              <a:path w="326390" h="1764665">
                <a:moveTo>
                  <a:pt x="0" y="0"/>
                </a:moveTo>
                <a:lnTo>
                  <a:pt x="326055" y="0"/>
                </a:lnTo>
                <a:lnTo>
                  <a:pt x="326055" y="1764535"/>
                </a:lnTo>
                <a:lnTo>
                  <a:pt x="0" y="176453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" name="object 95"/>
          <p:cNvSpPr/>
          <p:nvPr/>
        </p:nvSpPr>
        <p:spPr>
          <a:xfrm>
            <a:off x="8042461" y="3886048"/>
            <a:ext cx="197923" cy="872556"/>
          </a:xfrm>
          <a:custGeom>
            <a:avLst/>
            <a:gdLst/>
            <a:ahLst/>
            <a:cxnLst/>
            <a:rect l="l" t="t" r="r" b="b"/>
            <a:pathLst>
              <a:path w="326390" h="1438909">
                <a:moveTo>
                  <a:pt x="0" y="0"/>
                </a:moveTo>
                <a:lnTo>
                  <a:pt x="326052" y="0"/>
                </a:lnTo>
                <a:lnTo>
                  <a:pt x="326052" y="1438479"/>
                </a:lnTo>
                <a:lnTo>
                  <a:pt x="0" y="1438479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" name="object 96"/>
          <p:cNvSpPr/>
          <p:nvPr/>
        </p:nvSpPr>
        <p:spPr>
          <a:xfrm>
            <a:off x="8042461" y="3886046"/>
            <a:ext cx="197923" cy="872556"/>
          </a:xfrm>
          <a:custGeom>
            <a:avLst/>
            <a:gdLst/>
            <a:ahLst/>
            <a:cxnLst/>
            <a:rect l="l" t="t" r="r" b="b"/>
            <a:pathLst>
              <a:path w="326390" h="1438909">
                <a:moveTo>
                  <a:pt x="0" y="0"/>
                </a:moveTo>
                <a:lnTo>
                  <a:pt x="326055" y="0"/>
                </a:lnTo>
                <a:lnTo>
                  <a:pt x="326055" y="1438479"/>
                </a:lnTo>
                <a:lnTo>
                  <a:pt x="0" y="1438479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" name="object 97"/>
          <p:cNvSpPr/>
          <p:nvPr/>
        </p:nvSpPr>
        <p:spPr>
          <a:xfrm>
            <a:off x="7844743" y="4072139"/>
            <a:ext cx="197923" cy="686570"/>
          </a:xfrm>
          <a:custGeom>
            <a:avLst/>
            <a:gdLst/>
            <a:ahLst/>
            <a:cxnLst/>
            <a:rect l="l" t="t" r="r" b="b"/>
            <a:pathLst>
              <a:path w="326390" h="1132204">
                <a:moveTo>
                  <a:pt x="0" y="0"/>
                </a:moveTo>
                <a:lnTo>
                  <a:pt x="326052" y="0"/>
                </a:lnTo>
                <a:lnTo>
                  <a:pt x="326052" y="1131603"/>
                </a:lnTo>
                <a:lnTo>
                  <a:pt x="0" y="1131603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" name="object 98"/>
          <p:cNvSpPr/>
          <p:nvPr/>
        </p:nvSpPr>
        <p:spPr>
          <a:xfrm>
            <a:off x="7844741" y="4072136"/>
            <a:ext cx="197923" cy="686570"/>
          </a:xfrm>
          <a:custGeom>
            <a:avLst/>
            <a:gdLst/>
            <a:ahLst/>
            <a:cxnLst/>
            <a:rect l="l" t="t" r="r" b="b"/>
            <a:pathLst>
              <a:path w="326390" h="1132204">
                <a:moveTo>
                  <a:pt x="0" y="0"/>
                </a:moveTo>
                <a:lnTo>
                  <a:pt x="326055" y="0"/>
                </a:lnTo>
                <a:lnTo>
                  <a:pt x="326055" y="1131604"/>
                </a:lnTo>
                <a:lnTo>
                  <a:pt x="0" y="113160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" name="object 99"/>
          <p:cNvSpPr/>
          <p:nvPr/>
        </p:nvSpPr>
        <p:spPr>
          <a:xfrm>
            <a:off x="7647024" y="4002354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40">
                <a:moveTo>
                  <a:pt x="0" y="0"/>
                </a:moveTo>
                <a:lnTo>
                  <a:pt x="326052" y="0"/>
                </a:lnTo>
                <a:lnTo>
                  <a:pt x="326052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" name="object 100"/>
          <p:cNvSpPr/>
          <p:nvPr/>
        </p:nvSpPr>
        <p:spPr>
          <a:xfrm>
            <a:off x="7647020" y="4002352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40">
                <a:moveTo>
                  <a:pt x="0" y="0"/>
                </a:moveTo>
                <a:lnTo>
                  <a:pt x="326055" y="0"/>
                </a:lnTo>
                <a:lnTo>
                  <a:pt x="326055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" name="object 101"/>
          <p:cNvSpPr/>
          <p:nvPr/>
        </p:nvSpPr>
        <p:spPr>
          <a:xfrm>
            <a:off x="7449299" y="3909311"/>
            <a:ext cx="197923" cy="849067"/>
          </a:xfrm>
          <a:custGeom>
            <a:avLst/>
            <a:gdLst/>
            <a:ahLst/>
            <a:cxnLst/>
            <a:rect l="l" t="t" r="r" b="b"/>
            <a:pathLst>
              <a:path w="326390" h="1400175">
                <a:moveTo>
                  <a:pt x="0" y="0"/>
                </a:moveTo>
                <a:lnTo>
                  <a:pt x="326063" y="0"/>
                </a:lnTo>
                <a:lnTo>
                  <a:pt x="326063" y="1400119"/>
                </a:lnTo>
                <a:lnTo>
                  <a:pt x="0" y="1400119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" name="object 102"/>
          <p:cNvSpPr/>
          <p:nvPr/>
        </p:nvSpPr>
        <p:spPr>
          <a:xfrm>
            <a:off x="7449300" y="3909308"/>
            <a:ext cx="197923" cy="849067"/>
          </a:xfrm>
          <a:custGeom>
            <a:avLst/>
            <a:gdLst/>
            <a:ahLst/>
            <a:cxnLst/>
            <a:rect l="l" t="t" r="r" b="b"/>
            <a:pathLst>
              <a:path w="326390" h="1400175">
                <a:moveTo>
                  <a:pt x="0" y="0"/>
                </a:moveTo>
                <a:lnTo>
                  <a:pt x="326055" y="0"/>
                </a:lnTo>
                <a:lnTo>
                  <a:pt x="326055" y="1400120"/>
                </a:lnTo>
                <a:lnTo>
                  <a:pt x="0" y="1400120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" name="object 103"/>
          <p:cNvSpPr/>
          <p:nvPr/>
        </p:nvSpPr>
        <p:spPr>
          <a:xfrm>
            <a:off x="7251580" y="3816265"/>
            <a:ext cx="197923" cy="942253"/>
          </a:xfrm>
          <a:custGeom>
            <a:avLst/>
            <a:gdLst/>
            <a:ahLst/>
            <a:cxnLst/>
            <a:rect l="l" t="t" r="r" b="b"/>
            <a:pathLst>
              <a:path w="326390" h="1553845">
                <a:moveTo>
                  <a:pt x="0" y="0"/>
                </a:moveTo>
                <a:lnTo>
                  <a:pt x="326052" y="0"/>
                </a:lnTo>
                <a:lnTo>
                  <a:pt x="326052" y="1553557"/>
                </a:lnTo>
                <a:lnTo>
                  <a:pt x="0" y="1553557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" name="object 104"/>
          <p:cNvSpPr/>
          <p:nvPr/>
        </p:nvSpPr>
        <p:spPr>
          <a:xfrm>
            <a:off x="7251580" y="3816262"/>
            <a:ext cx="197923" cy="942253"/>
          </a:xfrm>
          <a:custGeom>
            <a:avLst/>
            <a:gdLst/>
            <a:ahLst/>
            <a:cxnLst/>
            <a:rect l="l" t="t" r="r" b="b"/>
            <a:pathLst>
              <a:path w="326390" h="1553845">
                <a:moveTo>
                  <a:pt x="0" y="0"/>
                </a:moveTo>
                <a:lnTo>
                  <a:pt x="326055" y="0"/>
                </a:lnTo>
                <a:lnTo>
                  <a:pt x="326055" y="1553558"/>
                </a:lnTo>
                <a:lnTo>
                  <a:pt x="0" y="155355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" name="object 105"/>
          <p:cNvSpPr/>
          <p:nvPr/>
        </p:nvSpPr>
        <p:spPr>
          <a:xfrm>
            <a:off x="7053861" y="4141922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4">
                <a:moveTo>
                  <a:pt x="0" y="0"/>
                </a:moveTo>
                <a:lnTo>
                  <a:pt x="326052" y="0"/>
                </a:lnTo>
                <a:lnTo>
                  <a:pt x="326052" y="1016525"/>
                </a:lnTo>
                <a:lnTo>
                  <a:pt x="0" y="1016525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6" name="object 106"/>
          <p:cNvSpPr/>
          <p:nvPr/>
        </p:nvSpPr>
        <p:spPr>
          <a:xfrm>
            <a:off x="7053859" y="4141919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4">
                <a:moveTo>
                  <a:pt x="0" y="0"/>
                </a:moveTo>
                <a:lnTo>
                  <a:pt x="326055" y="0"/>
                </a:lnTo>
                <a:lnTo>
                  <a:pt x="326055" y="1016525"/>
                </a:lnTo>
                <a:lnTo>
                  <a:pt x="0" y="101652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7" name="object 107"/>
          <p:cNvSpPr/>
          <p:nvPr/>
        </p:nvSpPr>
        <p:spPr>
          <a:xfrm>
            <a:off x="6856143" y="4537363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90">
                <a:moveTo>
                  <a:pt x="0" y="0"/>
                </a:moveTo>
                <a:lnTo>
                  <a:pt x="326052" y="0"/>
                </a:lnTo>
                <a:lnTo>
                  <a:pt x="326052" y="364414"/>
                </a:lnTo>
                <a:lnTo>
                  <a:pt x="0" y="364414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8" name="object 108"/>
          <p:cNvSpPr/>
          <p:nvPr/>
        </p:nvSpPr>
        <p:spPr>
          <a:xfrm>
            <a:off x="6856139" y="4537360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90">
                <a:moveTo>
                  <a:pt x="0" y="0"/>
                </a:moveTo>
                <a:lnTo>
                  <a:pt x="326055" y="0"/>
                </a:lnTo>
                <a:lnTo>
                  <a:pt x="326055" y="364414"/>
                </a:lnTo>
                <a:lnTo>
                  <a:pt x="0" y="36441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9" name="object 109"/>
          <p:cNvSpPr/>
          <p:nvPr/>
        </p:nvSpPr>
        <p:spPr>
          <a:xfrm>
            <a:off x="8437906" y="4002354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40">
                <a:moveTo>
                  <a:pt x="0" y="0"/>
                </a:moveTo>
                <a:lnTo>
                  <a:pt x="326052" y="0"/>
                </a:lnTo>
                <a:lnTo>
                  <a:pt x="326052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0" name="object 110"/>
          <p:cNvSpPr/>
          <p:nvPr/>
        </p:nvSpPr>
        <p:spPr>
          <a:xfrm>
            <a:off x="8437901" y="4002352"/>
            <a:ext cx="197923" cy="756267"/>
          </a:xfrm>
          <a:custGeom>
            <a:avLst/>
            <a:gdLst/>
            <a:ahLst/>
            <a:cxnLst/>
            <a:rect l="l" t="t" r="r" b="b"/>
            <a:pathLst>
              <a:path w="326390" h="1247140">
                <a:moveTo>
                  <a:pt x="0" y="0"/>
                </a:moveTo>
                <a:lnTo>
                  <a:pt x="326055" y="0"/>
                </a:lnTo>
                <a:lnTo>
                  <a:pt x="326055" y="1246682"/>
                </a:lnTo>
                <a:lnTo>
                  <a:pt x="0" y="124668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1" name="object 111"/>
          <p:cNvSpPr/>
          <p:nvPr/>
        </p:nvSpPr>
        <p:spPr>
          <a:xfrm>
            <a:off x="8635625" y="4141922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4">
                <a:moveTo>
                  <a:pt x="0" y="0"/>
                </a:moveTo>
                <a:lnTo>
                  <a:pt x="326052" y="0"/>
                </a:lnTo>
                <a:lnTo>
                  <a:pt x="326052" y="1016525"/>
                </a:lnTo>
                <a:lnTo>
                  <a:pt x="0" y="1016525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2" name="object 112"/>
          <p:cNvSpPr/>
          <p:nvPr/>
        </p:nvSpPr>
        <p:spPr>
          <a:xfrm>
            <a:off x="8635622" y="4141919"/>
            <a:ext cx="197923" cy="616488"/>
          </a:xfrm>
          <a:custGeom>
            <a:avLst/>
            <a:gdLst/>
            <a:ahLst/>
            <a:cxnLst/>
            <a:rect l="l" t="t" r="r" b="b"/>
            <a:pathLst>
              <a:path w="326390" h="1016634">
                <a:moveTo>
                  <a:pt x="0" y="0"/>
                </a:moveTo>
                <a:lnTo>
                  <a:pt x="326055" y="0"/>
                </a:lnTo>
                <a:lnTo>
                  <a:pt x="326055" y="1016525"/>
                </a:lnTo>
                <a:lnTo>
                  <a:pt x="0" y="101652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3" name="object 113"/>
          <p:cNvSpPr/>
          <p:nvPr/>
        </p:nvSpPr>
        <p:spPr>
          <a:xfrm>
            <a:off x="8833343" y="4258229"/>
            <a:ext cx="197923" cy="500199"/>
          </a:xfrm>
          <a:custGeom>
            <a:avLst/>
            <a:gdLst/>
            <a:ahLst/>
            <a:cxnLst/>
            <a:rect l="l" t="t" r="r" b="b"/>
            <a:pathLst>
              <a:path w="326390" h="824865">
                <a:moveTo>
                  <a:pt x="0" y="0"/>
                </a:moveTo>
                <a:lnTo>
                  <a:pt x="326052" y="0"/>
                </a:lnTo>
                <a:lnTo>
                  <a:pt x="326052" y="824727"/>
                </a:lnTo>
                <a:lnTo>
                  <a:pt x="0" y="824727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4" name="object 114"/>
          <p:cNvSpPr/>
          <p:nvPr/>
        </p:nvSpPr>
        <p:spPr>
          <a:xfrm>
            <a:off x="8833343" y="4258226"/>
            <a:ext cx="197923" cy="500199"/>
          </a:xfrm>
          <a:custGeom>
            <a:avLst/>
            <a:gdLst/>
            <a:ahLst/>
            <a:cxnLst/>
            <a:rect l="l" t="t" r="r" b="b"/>
            <a:pathLst>
              <a:path w="326390" h="824865">
                <a:moveTo>
                  <a:pt x="0" y="0"/>
                </a:moveTo>
                <a:lnTo>
                  <a:pt x="326055" y="0"/>
                </a:lnTo>
                <a:lnTo>
                  <a:pt x="326055" y="824728"/>
                </a:lnTo>
                <a:lnTo>
                  <a:pt x="0" y="82472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5" name="object 115"/>
          <p:cNvSpPr/>
          <p:nvPr/>
        </p:nvSpPr>
        <p:spPr>
          <a:xfrm>
            <a:off x="9031062" y="4455948"/>
            <a:ext cx="197923" cy="302660"/>
          </a:xfrm>
          <a:custGeom>
            <a:avLst/>
            <a:gdLst/>
            <a:ahLst/>
            <a:cxnLst/>
            <a:rect l="l" t="t" r="r" b="b"/>
            <a:pathLst>
              <a:path w="326390" h="499109">
                <a:moveTo>
                  <a:pt x="0" y="0"/>
                </a:moveTo>
                <a:lnTo>
                  <a:pt x="326063" y="0"/>
                </a:lnTo>
                <a:lnTo>
                  <a:pt x="326063" y="498672"/>
                </a:lnTo>
                <a:lnTo>
                  <a:pt x="0" y="498672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6" name="object 116"/>
          <p:cNvSpPr/>
          <p:nvPr/>
        </p:nvSpPr>
        <p:spPr>
          <a:xfrm>
            <a:off x="9031062" y="4455946"/>
            <a:ext cx="197923" cy="302660"/>
          </a:xfrm>
          <a:custGeom>
            <a:avLst/>
            <a:gdLst/>
            <a:ahLst/>
            <a:cxnLst/>
            <a:rect l="l" t="t" r="r" b="b"/>
            <a:pathLst>
              <a:path w="326390" h="499109">
                <a:moveTo>
                  <a:pt x="0" y="0"/>
                </a:moveTo>
                <a:lnTo>
                  <a:pt x="326055" y="0"/>
                </a:lnTo>
                <a:lnTo>
                  <a:pt x="326055" y="498672"/>
                </a:lnTo>
                <a:lnTo>
                  <a:pt x="0" y="49867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7" name="object 117"/>
          <p:cNvSpPr/>
          <p:nvPr/>
        </p:nvSpPr>
        <p:spPr>
          <a:xfrm>
            <a:off x="9228788" y="4595516"/>
            <a:ext cx="197923" cy="162882"/>
          </a:xfrm>
          <a:custGeom>
            <a:avLst/>
            <a:gdLst/>
            <a:ahLst/>
            <a:cxnLst/>
            <a:rect l="l" t="t" r="r" b="b"/>
            <a:pathLst>
              <a:path w="326390" h="268604">
                <a:moveTo>
                  <a:pt x="0" y="0"/>
                </a:moveTo>
                <a:lnTo>
                  <a:pt x="326052" y="0"/>
                </a:lnTo>
                <a:lnTo>
                  <a:pt x="326052" y="268515"/>
                </a:lnTo>
                <a:lnTo>
                  <a:pt x="0" y="268515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8" name="object 118"/>
          <p:cNvSpPr/>
          <p:nvPr/>
        </p:nvSpPr>
        <p:spPr>
          <a:xfrm>
            <a:off x="9228783" y="4595514"/>
            <a:ext cx="197923" cy="162882"/>
          </a:xfrm>
          <a:custGeom>
            <a:avLst/>
            <a:gdLst/>
            <a:ahLst/>
            <a:cxnLst/>
            <a:rect l="l" t="t" r="r" b="b"/>
            <a:pathLst>
              <a:path w="326390" h="268604">
                <a:moveTo>
                  <a:pt x="0" y="0"/>
                </a:moveTo>
                <a:lnTo>
                  <a:pt x="326055" y="0"/>
                </a:lnTo>
                <a:lnTo>
                  <a:pt x="326055" y="268516"/>
                </a:lnTo>
                <a:lnTo>
                  <a:pt x="0" y="268516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9" name="object 119"/>
          <p:cNvSpPr/>
          <p:nvPr/>
        </p:nvSpPr>
        <p:spPr>
          <a:xfrm>
            <a:off x="1848001" y="6124938"/>
            <a:ext cx="9411748" cy="0"/>
          </a:xfrm>
          <a:custGeom>
            <a:avLst/>
            <a:gdLst/>
            <a:ahLst/>
            <a:cxnLst/>
            <a:rect l="l" t="t" r="r" b="b"/>
            <a:pathLst>
              <a:path w="15520669">
                <a:moveTo>
                  <a:pt x="15520237" y="0"/>
                </a:moveTo>
                <a:lnTo>
                  <a:pt x="0" y="0"/>
                </a:lnTo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0" name="object 120"/>
          <p:cNvSpPr/>
          <p:nvPr/>
        </p:nvSpPr>
        <p:spPr>
          <a:xfrm>
            <a:off x="1736347" y="6083067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0" y="69047"/>
                </a:moveTo>
                <a:lnTo>
                  <a:pt x="184125" y="138094"/>
                </a:lnTo>
                <a:lnTo>
                  <a:pt x="184125" y="0"/>
                </a:lnTo>
                <a:lnTo>
                  <a:pt x="0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1" name="object 121"/>
          <p:cNvSpPr/>
          <p:nvPr/>
        </p:nvSpPr>
        <p:spPr>
          <a:xfrm>
            <a:off x="11259486" y="6083067"/>
            <a:ext cx="111669" cy="83944"/>
          </a:xfrm>
          <a:custGeom>
            <a:avLst/>
            <a:gdLst/>
            <a:ahLst/>
            <a:cxnLst/>
            <a:rect l="l" t="t" r="r" b="b"/>
            <a:pathLst>
              <a:path w="184150" h="138429">
                <a:moveTo>
                  <a:pt x="184125" y="69047"/>
                </a:moveTo>
                <a:lnTo>
                  <a:pt x="0" y="0"/>
                </a:lnTo>
                <a:lnTo>
                  <a:pt x="0" y="138094"/>
                </a:lnTo>
                <a:lnTo>
                  <a:pt x="184125" y="69047"/>
                </a:lnTo>
                <a:close/>
              </a:path>
            </a:pathLst>
          </a:custGeom>
          <a:ln w="38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2" name="object 122"/>
          <p:cNvSpPr txBox="1"/>
          <p:nvPr/>
        </p:nvSpPr>
        <p:spPr>
          <a:xfrm>
            <a:off x="9715388" y="6177366"/>
            <a:ext cx="1459010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más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2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estimado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8309969" y="5060740"/>
            <a:ext cx="197923" cy="1058542"/>
          </a:xfrm>
          <a:custGeom>
            <a:avLst/>
            <a:gdLst/>
            <a:ahLst/>
            <a:cxnLst/>
            <a:rect l="l" t="t" r="r" b="b"/>
            <a:pathLst>
              <a:path w="326390" h="1745615">
                <a:moveTo>
                  <a:pt x="0" y="0"/>
                </a:moveTo>
                <a:lnTo>
                  <a:pt x="326052" y="0"/>
                </a:lnTo>
                <a:lnTo>
                  <a:pt x="326052" y="1745355"/>
                </a:lnTo>
                <a:lnTo>
                  <a:pt x="0" y="1745355"/>
                </a:lnTo>
                <a:lnTo>
                  <a:pt x="0" y="0"/>
                </a:lnTo>
                <a:close/>
              </a:path>
            </a:pathLst>
          </a:custGeom>
          <a:solidFill>
            <a:srgbClr val="0096F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4" name="object 124"/>
          <p:cNvSpPr/>
          <p:nvPr/>
        </p:nvSpPr>
        <p:spPr>
          <a:xfrm>
            <a:off x="8309965" y="5060737"/>
            <a:ext cx="197923" cy="1058542"/>
          </a:xfrm>
          <a:custGeom>
            <a:avLst/>
            <a:gdLst/>
            <a:ahLst/>
            <a:cxnLst/>
            <a:rect l="l" t="t" r="r" b="b"/>
            <a:pathLst>
              <a:path w="326390" h="1745615">
                <a:moveTo>
                  <a:pt x="0" y="0"/>
                </a:moveTo>
                <a:lnTo>
                  <a:pt x="326055" y="0"/>
                </a:lnTo>
                <a:lnTo>
                  <a:pt x="326055" y="1745355"/>
                </a:lnTo>
                <a:lnTo>
                  <a:pt x="0" y="174535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5" name="object 125"/>
          <p:cNvSpPr/>
          <p:nvPr/>
        </p:nvSpPr>
        <p:spPr>
          <a:xfrm>
            <a:off x="8112244" y="5246829"/>
            <a:ext cx="197923" cy="872556"/>
          </a:xfrm>
          <a:custGeom>
            <a:avLst/>
            <a:gdLst/>
            <a:ahLst/>
            <a:cxnLst/>
            <a:rect l="l" t="t" r="r" b="b"/>
            <a:pathLst>
              <a:path w="326390" h="1438909">
                <a:moveTo>
                  <a:pt x="0" y="0"/>
                </a:moveTo>
                <a:lnTo>
                  <a:pt x="326063" y="0"/>
                </a:lnTo>
                <a:lnTo>
                  <a:pt x="326063" y="1438479"/>
                </a:lnTo>
                <a:lnTo>
                  <a:pt x="0" y="1438479"/>
                </a:lnTo>
                <a:lnTo>
                  <a:pt x="0" y="0"/>
                </a:lnTo>
                <a:close/>
              </a:path>
            </a:pathLst>
          </a:custGeom>
          <a:solidFill>
            <a:srgbClr val="0096F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6" name="object 126"/>
          <p:cNvSpPr/>
          <p:nvPr/>
        </p:nvSpPr>
        <p:spPr>
          <a:xfrm>
            <a:off x="8112244" y="5246827"/>
            <a:ext cx="197923" cy="872556"/>
          </a:xfrm>
          <a:custGeom>
            <a:avLst/>
            <a:gdLst/>
            <a:ahLst/>
            <a:cxnLst/>
            <a:rect l="l" t="t" r="r" b="b"/>
            <a:pathLst>
              <a:path w="326390" h="1438909">
                <a:moveTo>
                  <a:pt x="0" y="0"/>
                </a:moveTo>
                <a:lnTo>
                  <a:pt x="326055" y="0"/>
                </a:lnTo>
                <a:lnTo>
                  <a:pt x="326055" y="1438479"/>
                </a:lnTo>
                <a:lnTo>
                  <a:pt x="0" y="1438479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7" name="object 127"/>
          <p:cNvSpPr/>
          <p:nvPr/>
        </p:nvSpPr>
        <p:spPr>
          <a:xfrm>
            <a:off x="7914525" y="5444549"/>
            <a:ext cx="197923" cy="674633"/>
          </a:xfrm>
          <a:custGeom>
            <a:avLst/>
            <a:gdLst/>
            <a:ahLst/>
            <a:cxnLst/>
            <a:rect l="l" t="t" r="r" b="b"/>
            <a:pathLst>
              <a:path w="326390" h="1112520">
                <a:moveTo>
                  <a:pt x="0" y="0"/>
                </a:moveTo>
                <a:lnTo>
                  <a:pt x="326052" y="0"/>
                </a:lnTo>
                <a:lnTo>
                  <a:pt x="326052" y="1112424"/>
                </a:lnTo>
                <a:lnTo>
                  <a:pt x="0" y="1112424"/>
                </a:lnTo>
                <a:lnTo>
                  <a:pt x="0" y="0"/>
                </a:lnTo>
                <a:close/>
              </a:path>
            </a:pathLst>
          </a:custGeom>
          <a:solidFill>
            <a:srgbClr val="FF2A0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8" name="object 128"/>
          <p:cNvSpPr/>
          <p:nvPr/>
        </p:nvSpPr>
        <p:spPr>
          <a:xfrm>
            <a:off x="7914525" y="5444547"/>
            <a:ext cx="197923" cy="674633"/>
          </a:xfrm>
          <a:custGeom>
            <a:avLst/>
            <a:gdLst/>
            <a:ahLst/>
            <a:cxnLst/>
            <a:rect l="l" t="t" r="r" b="b"/>
            <a:pathLst>
              <a:path w="326390" h="1112520">
                <a:moveTo>
                  <a:pt x="0" y="0"/>
                </a:moveTo>
                <a:lnTo>
                  <a:pt x="326055" y="0"/>
                </a:lnTo>
                <a:lnTo>
                  <a:pt x="326055" y="1112424"/>
                </a:lnTo>
                <a:lnTo>
                  <a:pt x="0" y="111242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9" name="object 129"/>
          <p:cNvSpPr/>
          <p:nvPr/>
        </p:nvSpPr>
        <p:spPr>
          <a:xfrm>
            <a:off x="7716806" y="5374766"/>
            <a:ext cx="197923" cy="744715"/>
          </a:xfrm>
          <a:custGeom>
            <a:avLst/>
            <a:gdLst/>
            <a:ahLst/>
            <a:cxnLst/>
            <a:rect l="l" t="t" r="r" b="b"/>
            <a:pathLst>
              <a:path w="326390" h="1228090">
                <a:moveTo>
                  <a:pt x="0" y="0"/>
                </a:moveTo>
                <a:lnTo>
                  <a:pt x="326052" y="0"/>
                </a:lnTo>
                <a:lnTo>
                  <a:pt x="326052" y="1227502"/>
                </a:lnTo>
                <a:lnTo>
                  <a:pt x="0" y="1227502"/>
                </a:lnTo>
                <a:lnTo>
                  <a:pt x="0" y="0"/>
                </a:lnTo>
                <a:close/>
              </a:path>
            </a:pathLst>
          </a:custGeom>
          <a:solidFill>
            <a:srgbClr val="FF2A0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0" name="object 130"/>
          <p:cNvSpPr/>
          <p:nvPr/>
        </p:nvSpPr>
        <p:spPr>
          <a:xfrm>
            <a:off x="7716804" y="5374763"/>
            <a:ext cx="197923" cy="744715"/>
          </a:xfrm>
          <a:custGeom>
            <a:avLst/>
            <a:gdLst/>
            <a:ahLst/>
            <a:cxnLst/>
            <a:rect l="l" t="t" r="r" b="b"/>
            <a:pathLst>
              <a:path w="326390" h="1228090">
                <a:moveTo>
                  <a:pt x="0" y="0"/>
                </a:moveTo>
                <a:lnTo>
                  <a:pt x="326055" y="0"/>
                </a:lnTo>
                <a:lnTo>
                  <a:pt x="326055" y="1227502"/>
                </a:lnTo>
                <a:lnTo>
                  <a:pt x="0" y="122750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1" name="object 131"/>
          <p:cNvSpPr/>
          <p:nvPr/>
        </p:nvSpPr>
        <p:spPr>
          <a:xfrm>
            <a:off x="7519087" y="5281722"/>
            <a:ext cx="197923" cy="837515"/>
          </a:xfrm>
          <a:custGeom>
            <a:avLst/>
            <a:gdLst/>
            <a:ahLst/>
            <a:cxnLst/>
            <a:rect l="l" t="t" r="r" b="b"/>
            <a:pathLst>
              <a:path w="326390" h="1381125">
                <a:moveTo>
                  <a:pt x="0" y="0"/>
                </a:moveTo>
                <a:lnTo>
                  <a:pt x="326052" y="0"/>
                </a:lnTo>
                <a:lnTo>
                  <a:pt x="326052" y="1380940"/>
                </a:lnTo>
                <a:lnTo>
                  <a:pt x="0" y="1380940"/>
                </a:lnTo>
                <a:lnTo>
                  <a:pt x="0" y="0"/>
                </a:lnTo>
                <a:close/>
              </a:path>
            </a:pathLst>
          </a:custGeom>
          <a:solidFill>
            <a:srgbClr val="FF2A0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2" name="object 132"/>
          <p:cNvSpPr/>
          <p:nvPr/>
        </p:nvSpPr>
        <p:spPr>
          <a:xfrm>
            <a:off x="7519084" y="5281719"/>
            <a:ext cx="197923" cy="837515"/>
          </a:xfrm>
          <a:custGeom>
            <a:avLst/>
            <a:gdLst/>
            <a:ahLst/>
            <a:cxnLst/>
            <a:rect l="l" t="t" r="r" b="b"/>
            <a:pathLst>
              <a:path w="326390" h="1381125">
                <a:moveTo>
                  <a:pt x="0" y="0"/>
                </a:moveTo>
                <a:lnTo>
                  <a:pt x="326055" y="0"/>
                </a:lnTo>
                <a:lnTo>
                  <a:pt x="326055" y="1380940"/>
                </a:lnTo>
                <a:lnTo>
                  <a:pt x="0" y="1380940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3" name="object 133"/>
          <p:cNvSpPr/>
          <p:nvPr/>
        </p:nvSpPr>
        <p:spPr>
          <a:xfrm>
            <a:off x="7321362" y="5188677"/>
            <a:ext cx="197923" cy="930701"/>
          </a:xfrm>
          <a:custGeom>
            <a:avLst/>
            <a:gdLst/>
            <a:ahLst/>
            <a:cxnLst/>
            <a:rect l="l" t="t" r="r" b="b"/>
            <a:pathLst>
              <a:path w="326390" h="1534795">
                <a:moveTo>
                  <a:pt x="0" y="0"/>
                </a:moveTo>
                <a:lnTo>
                  <a:pt x="326063" y="0"/>
                </a:lnTo>
                <a:lnTo>
                  <a:pt x="326063" y="1534378"/>
                </a:lnTo>
                <a:lnTo>
                  <a:pt x="0" y="1534378"/>
                </a:lnTo>
                <a:lnTo>
                  <a:pt x="0" y="0"/>
                </a:lnTo>
                <a:close/>
              </a:path>
            </a:pathLst>
          </a:custGeom>
          <a:solidFill>
            <a:srgbClr val="FF2A0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4" name="object 134"/>
          <p:cNvSpPr/>
          <p:nvPr/>
        </p:nvSpPr>
        <p:spPr>
          <a:xfrm>
            <a:off x="7321363" y="5188674"/>
            <a:ext cx="197923" cy="930701"/>
          </a:xfrm>
          <a:custGeom>
            <a:avLst/>
            <a:gdLst/>
            <a:ahLst/>
            <a:cxnLst/>
            <a:rect l="l" t="t" r="r" b="b"/>
            <a:pathLst>
              <a:path w="326390" h="1534795">
                <a:moveTo>
                  <a:pt x="0" y="0"/>
                </a:moveTo>
                <a:lnTo>
                  <a:pt x="326055" y="0"/>
                </a:lnTo>
                <a:lnTo>
                  <a:pt x="326055" y="1534378"/>
                </a:lnTo>
                <a:lnTo>
                  <a:pt x="0" y="153437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5" name="object 135"/>
          <p:cNvSpPr/>
          <p:nvPr/>
        </p:nvSpPr>
        <p:spPr>
          <a:xfrm>
            <a:off x="7123643" y="5514334"/>
            <a:ext cx="197923" cy="604936"/>
          </a:xfrm>
          <a:custGeom>
            <a:avLst/>
            <a:gdLst/>
            <a:ahLst/>
            <a:cxnLst/>
            <a:rect l="l" t="t" r="r" b="b"/>
            <a:pathLst>
              <a:path w="326390" h="997584">
                <a:moveTo>
                  <a:pt x="0" y="0"/>
                </a:moveTo>
                <a:lnTo>
                  <a:pt x="326052" y="0"/>
                </a:lnTo>
                <a:lnTo>
                  <a:pt x="326052" y="997345"/>
                </a:lnTo>
                <a:lnTo>
                  <a:pt x="0" y="997345"/>
                </a:lnTo>
                <a:lnTo>
                  <a:pt x="0" y="0"/>
                </a:lnTo>
                <a:close/>
              </a:path>
            </a:pathLst>
          </a:custGeom>
          <a:solidFill>
            <a:srgbClr val="FF2A0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6" name="object 136"/>
          <p:cNvSpPr/>
          <p:nvPr/>
        </p:nvSpPr>
        <p:spPr>
          <a:xfrm>
            <a:off x="7123643" y="5514331"/>
            <a:ext cx="197923" cy="604936"/>
          </a:xfrm>
          <a:custGeom>
            <a:avLst/>
            <a:gdLst/>
            <a:ahLst/>
            <a:cxnLst/>
            <a:rect l="l" t="t" r="r" b="b"/>
            <a:pathLst>
              <a:path w="326390" h="997584">
                <a:moveTo>
                  <a:pt x="0" y="0"/>
                </a:moveTo>
                <a:lnTo>
                  <a:pt x="326055" y="0"/>
                </a:lnTo>
                <a:lnTo>
                  <a:pt x="326055" y="997345"/>
                </a:lnTo>
                <a:lnTo>
                  <a:pt x="0" y="99734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7" name="object 137"/>
          <p:cNvSpPr/>
          <p:nvPr/>
        </p:nvSpPr>
        <p:spPr>
          <a:xfrm>
            <a:off x="6925925" y="5898143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90">
                <a:moveTo>
                  <a:pt x="0" y="0"/>
                </a:moveTo>
                <a:lnTo>
                  <a:pt x="326052" y="0"/>
                </a:lnTo>
                <a:lnTo>
                  <a:pt x="326052" y="364415"/>
                </a:lnTo>
                <a:lnTo>
                  <a:pt x="0" y="364415"/>
                </a:lnTo>
                <a:lnTo>
                  <a:pt x="0" y="0"/>
                </a:lnTo>
                <a:close/>
              </a:path>
            </a:pathLst>
          </a:custGeom>
          <a:solidFill>
            <a:srgbClr val="FF2A0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8" name="object 138"/>
          <p:cNvSpPr/>
          <p:nvPr/>
        </p:nvSpPr>
        <p:spPr>
          <a:xfrm>
            <a:off x="6925923" y="5898141"/>
            <a:ext cx="197923" cy="221027"/>
          </a:xfrm>
          <a:custGeom>
            <a:avLst/>
            <a:gdLst/>
            <a:ahLst/>
            <a:cxnLst/>
            <a:rect l="l" t="t" r="r" b="b"/>
            <a:pathLst>
              <a:path w="326390" h="364490">
                <a:moveTo>
                  <a:pt x="0" y="0"/>
                </a:moveTo>
                <a:lnTo>
                  <a:pt x="326055" y="0"/>
                </a:lnTo>
                <a:lnTo>
                  <a:pt x="326055" y="364414"/>
                </a:lnTo>
                <a:lnTo>
                  <a:pt x="0" y="364414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9" name="object 139"/>
          <p:cNvSpPr/>
          <p:nvPr/>
        </p:nvSpPr>
        <p:spPr>
          <a:xfrm>
            <a:off x="8507687" y="5374766"/>
            <a:ext cx="197923" cy="744715"/>
          </a:xfrm>
          <a:custGeom>
            <a:avLst/>
            <a:gdLst/>
            <a:ahLst/>
            <a:cxnLst/>
            <a:rect l="l" t="t" r="r" b="b"/>
            <a:pathLst>
              <a:path w="326390" h="1228090">
                <a:moveTo>
                  <a:pt x="0" y="0"/>
                </a:moveTo>
                <a:lnTo>
                  <a:pt x="326052" y="0"/>
                </a:lnTo>
                <a:lnTo>
                  <a:pt x="326052" y="1227502"/>
                </a:lnTo>
                <a:lnTo>
                  <a:pt x="0" y="1227502"/>
                </a:lnTo>
                <a:lnTo>
                  <a:pt x="0" y="0"/>
                </a:lnTo>
                <a:close/>
              </a:path>
            </a:pathLst>
          </a:custGeom>
          <a:solidFill>
            <a:srgbClr val="0096F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0" name="object 140"/>
          <p:cNvSpPr/>
          <p:nvPr/>
        </p:nvSpPr>
        <p:spPr>
          <a:xfrm>
            <a:off x="8507686" y="5374763"/>
            <a:ext cx="197923" cy="744715"/>
          </a:xfrm>
          <a:custGeom>
            <a:avLst/>
            <a:gdLst/>
            <a:ahLst/>
            <a:cxnLst/>
            <a:rect l="l" t="t" r="r" b="b"/>
            <a:pathLst>
              <a:path w="326390" h="1228090">
                <a:moveTo>
                  <a:pt x="0" y="0"/>
                </a:moveTo>
                <a:lnTo>
                  <a:pt x="326055" y="0"/>
                </a:lnTo>
                <a:lnTo>
                  <a:pt x="326055" y="1227502"/>
                </a:lnTo>
                <a:lnTo>
                  <a:pt x="0" y="122750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1" name="object 141"/>
          <p:cNvSpPr/>
          <p:nvPr/>
        </p:nvSpPr>
        <p:spPr>
          <a:xfrm>
            <a:off x="8705406" y="5514334"/>
            <a:ext cx="197923" cy="604936"/>
          </a:xfrm>
          <a:custGeom>
            <a:avLst/>
            <a:gdLst/>
            <a:ahLst/>
            <a:cxnLst/>
            <a:rect l="l" t="t" r="r" b="b"/>
            <a:pathLst>
              <a:path w="326390" h="997584">
                <a:moveTo>
                  <a:pt x="0" y="0"/>
                </a:moveTo>
                <a:lnTo>
                  <a:pt x="326052" y="0"/>
                </a:lnTo>
                <a:lnTo>
                  <a:pt x="326052" y="997345"/>
                </a:lnTo>
                <a:lnTo>
                  <a:pt x="0" y="997345"/>
                </a:lnTo>
                <a:lnTo>
                  <a:pt x="0" y="0"/>
                </a:lnTo>
                <a:close/>
              </a:path>
            </a:pathLst>
          </a:custGeom>
          <a:solidFill>
            <a:srgbClr val="0096F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2" name="object 142"/>
          <p:cNvSpPr/>
          <p:nvPr/>
        </p:nvSpPr>
        <p:spPr>
          <a:xfrm>
            <a:off x="8705406" y="5514331"/>
            <a:ext cx="197923" cy="604936"/>
          </a:xfrm>
          <a:custGeom>
            <a:avLst/>
            <a:gdLst/>
            <a:ahLst/>
            <a:cxnLst/>
            <a:rect l="l" t="t" r="r" b="b"/>
            <a:pathLst>
              <a:path w="326390" h="997584">
                <a:moveTo>
                  <a:pt x="0" y="0"/>
                </a:moveTo>
                <a:lnTo>
                  <a:pt x="326055" y="0"/>
                </a:lnTo>
                <a:lnTo>
                  <a:pt x="326055" y="997345"/>
                </a:lnTo>
                <a:lnTo>
                  <a:pt x="0" y="99734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3" name="object 143"/>
          <p:cNvSpPr/>
          <p:nvPr/>
        </p:nvSpPr>
        <p:spPr>
          <a:xfrm>
            <a:off x="8903125" y="5630640"/>
            <a:ext cx="197923" cy="488647"/>
          </a:xfrm>
          <a:custGeom>
            <a:avLst/>
            <a:gdLst/>
            <a:ahLst/>
            <a:cxnLst/>
            <a:rect l="l" t="t" r="r" b="b"/>
            <a:pathLst>
              <a:path w="326390" h="805815">
                <a:moveTo>
                  <a:pt x="0" y="0"/>
                </a:moveTo>
                <a:lnTo>
                  <a:pt x="326063" y="0"/>
                </a:lnTo>
                <a:lnTo>
                  <a:pt x="326063" y="805548"/>
                </a:lnTo>
                <a:lnTo>
                  <a:pt x="0" y="805548"/>
                </a:lnTo>
                <a:lnTo>
                  <a:pt x="0" y="0"/>
                </a:lnTo>
                <a:close/>
              </a:path>
            </a:pathLst>
          </a:custGeom>
          <a:solidFill>
            <a:srgbClr val="0096F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4" name="object 144"/>
          <p:cNvSpPr/>
          <p:nvPr/>
        </p:nvSpPr>
        <p:spPr>
          <a:xfrm>
            <a:off x="8903126" y="5630637"/>
            <a:ext cx="197923" cy="488647"/>
          </a:xfrm>
          <a:custGeom>
            <a:avLst/>
            <a:gdLst/>
            <a:ahLst/>
            <a:cxnLst/>
            <a:rect l="l" t="t" r="r" b="b"/>
            <a:pathLst>
              <a:path w="326390" h="805815">
                <a:moveTo>
                  <a:pt x="0" y="0"/>
                </a:moveTo>
                <a:lnTo>
                  <a:pt x="326055" y="0"/>
                </a:lnTo>
                <a:lnTo>
                  <a:pt x="326055" y="805548"/>
                </a:lnTo>
                <a:lnTo>
                  <a:pt x="0" y="805548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5" name="object 145"/>
          <p:cNvSpPr/>
          <p:nvPr/>
        </p:nvSpPr>
        <p:spPr>
          <a:xfrm>
            <a:off x="9100851" y="5816729"/>
            <a:ext cx="197923" cy="302660"/>
          </a:xfrm>
          <a:custGeom>
            <a:avLst/>
            <a:gdLst/>
            <a:ahLst/>
            <a:cxnLst/>
            <a:rect l="l" t="t" r="r" b="b"/>
            <a:pathLst>
              <a:path w="326390" h="499109">
                <a:moveTo>
                  <a:pt x="0" y="0"/>
                </a:moveTo>
                <a:lnTo>
                  <a:pt x="326052" y="0"/>
                </a:lnTo>
                <a:lnTo>
                  <a:pt x="326052" y="498672"/>
                </a:lnTo>
                <a:lnTo>
                  <a:pt x="0" y="498672"/>
                </a:lnTo>
                <a:lnTo>
                  <a:pt x="0" y="0"/>
                </a:lnTo>
                <a:close/>
              </a:path>
            </a:pathLst>
          </a:custGeom>
          <a:solidFill>
            <a:srgbClr val="0096F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6" name="object 146"/>
          <p:cNvSpPr/>
          <p:nvPr/>
        </p:nvSpPr>
        <p:spPr>
          <a:xfrm>
            <a:off x="9100846" y="5816726"/>
            <a:ext cx="197923" cy="302660"/>
          </a:xfrm>
          <a:custGeom>
            <a:avLst/>
            <a:gdLst/>
            <a:ahLst/>
            <a:cxnLst/>
            <a:rect l="l" t="t" r="r" b="b"/>
            <a:pathLst>
              <a:path w="326390" h="499109">
                <a:moveTo>
                  <a:pt x="0" y="0"/>
                </a:moveTo>
                <a:lnTo>
                  <a:pt x="326055" y="0"/>
                </a:lnTo>
                <a:lnTo>
                  <a:pt x="326055" y="498672"/>
                </a:lnTo>
                <a:lnTo>
                  <a:pt x="0" y="498672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7" name="object 147"/>
          <p:cNvSpPr/>
          <p:nvPr/>
        </p:nvSpPr>
        <p:spPr>
          <a:xfrm>
            <a:off x="9298568" y="5967928"/>
            <a:ext cx="197923" cy="151330"/>
          </a:xfrm>
          <a:custGeom>
            <a:avLst/>
            <a:gdLst/>
            <a:ahLst/>
            <a:cxnLst/>
            <a:rect l="l" t="t" r="r" b="b"/>
            <a:pathLst>
              <a:path w="326390" h="249554">
                <a:moveTo>
                  <a:pt x="0" y="0"/>
                </a:moveTo>
                <a:lnTo>
                  <a:pt x="326052" y="0"/>
                </a:lnTo>
                <a:lnTo>
                  <a:pt x="326052" y="249335"/>
                </a:lnTo>
                <a:lnTo>
                  <a:pt x="0" y="249335"/>
                </a:lnTo>
                <a:lnTo>
                  <a:pt x="0" y="0"/>
                </a:lnTo>
                <a:close/>
              </a:path>
            </a:pathLst>
          </a:custGeom>
          <a:solidFill>
            <a:srgbClr val="0096F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8" name="object 148"/>
          <p:cNvSpPr/>
          <p:nvPr/>
        </p:nvSpPr>
        <p:spPr>
          <a:xfrm>
            <a:off x="9298566" y="5967924"/>
            <a:ext cx="197923" cy="151330"/>
          </a:xfrm>
          <a:custGeom>
            <a:avLst/>
            <a:gdLst/>
            <a:ahLst/>
            <a:cxnLst/>
            <a:rect l="l" t="t" r="r" b="b"/>
            <a:pathLst>
              <a:path w="326390" h="249554">
                <a:moveTo>
                  <a:pt x="0" y="0"/>
                </a:moveTo>
                <a:lnTo>
                  <a:pt x="326055" y="0"/>
                </a:lnTo>
                <a:lnTo>
                  <a:pt x="326055" y="249336"/>
                </a:lnTo>
                <a:lnTo>
                  <a:pt x="0" y="249336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9" name="object 149"/>
          <p:cNvSpPr/>
          <p:nvPr/>
        </p:nvSpPr>
        <p:spPr>
          <a:xfrm>
            <a:off x="2436510" y="5793468"/>
            <a:ext cx="197923" cy="197923"/>
          </a:xfrm>
          <a:custGeom>
            <a:avLst/>
            <a:gdLst/>
            <a:ahLst/>
            <a:cxnLst/>
            <a:rect l="l" t="t" r="r" b="b"/>
            <a:pathLst>
              <a:path w="326389" h="326390">
                <a:moveTo>
                  <a:pt x="0" y="0"/>
                </a:moveTo>
                <a:lnTo>
                  <a:pt x="326054" y="0"/>
                </a:lnTo>
                <a:lnTo>
                  <a:pt x="326054" y="326056"/>
                </a:lnTo>
                <a:lnTo>
                  <a:pt x="0" y="326056"/>
                </a:lnTo>
                <a:lnTo>
                  <a:pt x="0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0" name="object 150"/>
          <p:cNvSpPr/>
          <p:nvPr/>
        </p:nvSpPr>
        <p:spPr>
          <a:xfrm>
            <a:off x="2436510" y="5793466"/>
            <a:ext cx="197923" cy="197923"/>
          </a:xfrm>
          <a:custGeom>
            <a:avLst/>
            <a:gdLst/>
            <a:ahLst/>
            <a:cxnLst/>
            <a:rect l="l" t="t" r="r" b="b"/>
            <a:pathLst>
              <a:path w="326389" h="326390">
                <a:moveTo>
                  <a:pt x="0" y="0"/>
                </a:moveTo>
                <a:lnTo>
                  <a:pt x="326055" y="0"/>
                </a:lnTo>
                <a:lnTo>
                  <a:pt x="326055" y="326055"/>
                </a:lnTo>
                <a:lnTo>
                  <a:pt x="0" y="32605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1" name="object 151"/>
          <p:cNvSpPr/>
          <p:nvPr/>
        </p:nvSpPr>
        <p:spPr>
          <a:xfrm>
            <a:off x="4006642" y="5793468"/>
            <a:ext cx="197923" cy="197923"/>
          </a:xfrm>
          <a:custGeom>
            <a:avLst/>
            <a:gdLst/>
            <a:ahLst/>
            <a:cxnLst/>
            <a:rect l="l" t="t" r="r" b="b"/>
            <a:pathLst>
              <a:path w="326390" h="326390">
                <a:moveTo>
                  <a:pt x="0" y="0"/>
                </a:moveTo>
                <a:lnTo>
                  <a:pt x="326054" y="0"/>
                </a:lnTo>
                <a:lnTo>
                  <a:pt x="326054" y="326056"/>
                </a:lnTo>
                <a:lnTo>
                  <a:pt x="0" y="326056"/>
                </a:lnTo>
                <a:lnTo>
                  <a:pt x="0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2" name="object 152"/>
          <p:cNvSpPr/>
          <p:nvPr/>
        </p:nvSpPr>
        <p:spPr>
          <a:xfrm>
            <a:off x="4006641" y="5793466"/>
            <a:ext cx="197923" cy="197923"/>
          </a:xfrm>
          <a:custGeom>
            <a:avLst/>
            <a:gdLst/>
            <a:ahLst/>
            <a:cxnLst/>
            <a:rect l="l" t="t" r="r" b="b"/>
            <a:pathLst>
              <a:path w="326390" h="326390">
                <a:moveTo>
                  <a:pt x="0" y="0"/>
                </a:moveTo>
                <a:lnTo>
                  <a:pt x="326055" y="0"/>
                </a:lnTo>
                <a:lnTo>
                  <a:pt x="326055" y="326055"/>
                </a:lnTo>
                <a:lnTo>
                  <a:pt x="0" y="326055"/>
                </a:lnTo>
                <a:lnTo>
                  <a:pt x="0" y="0"/>
                </a:lnTo>
                <a:close/>
              </a:path>
            </a:pathLst>
          </a:custGeom>
          <a:ln w="191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3" name="object 153"/>
          <p:cNvSpPr txBox="1"/>
          <p:nvPr/>
        </p:nvSpPr>
        <p:spPr>
          <a:xfrm>
            <a:off x="1871470" y="5286795"/>
            <a:ext cx="4051264" cy="1076053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12322" marR="3081">
              <a:lnSpc>
                <a:spcPts val="1740"/>
              </a:lnSpc>
              <a:spcBef>
                <a:spcPts val="133"/>
              </a:spcBef>
            </a:pPr>
            <a:r>
              <a:rPr sz="1455" spc="8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¿Qué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ocurre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5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miramos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9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sz="1455" spc="-6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3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</a:t>
            </a:r>
            <a:r>
              <a:rPr sz="1455" spc="-10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variación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9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 </a:t>
            </a:r>
            <a:r>
              <a:rPr sz="1455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relaciona</a:t>
            </a:r>
            <a:r>
              <a:rPr sz="1455" spc="-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73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1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455" spc="-11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55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sexo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82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61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1455" spc="-6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55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responden?</a:t>
            </a:r>
            <a:endParaRPr sz="1455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35204">
              <a:spcBef>
                <a:spcPts val="164"/>
              </a:spcBef>
              <a:tabLst>
                <a:tab pos="2413966" algn="l"/>
              </a:tabLst>
            </a:pPr>
            <a:r>
              <a:rPr sz="1455" spc="3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Mujeres	</a:t>
            </a:r>
            <a:r>
              <a:rPr sz="1455" spc="7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Hombres</a:t>
            </a:r>
            <a:endParaRPr sz="1455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"/>
              </a:spcBef>
            </a:pPr>
            <a:endParaRPr sz="133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/>
            <a:r>
              <a:rPr sz="1092" spc="3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menos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154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6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estimado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9715387" y="2177026"/>
            <a:ext cx="1311530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69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más </a:t>
            </a:r>
            <a:r>
              <a:rPr sz="1092" spc="-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1092" spc="-227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92" spc="-18" dirty="0">
                <a:solidFill>
                  <a:srgbClr val="4E4F5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latente</a:t>
            </a:r>
            <a:endParaRPr sz="1092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62616" y="1861185"/>
            <a:ext cx="10203056" cy="3785670"/>
          </a:xfrm>
          <a:prstGeom prst="rect">
            <a:avLst/>
          </a:prstGeom>
        </p:spPr>
        <p:txBody>
          <a:bodyPr vert="horz" wrap="square" lIns="0" tIns="164038" rIns="0" bIns="0" rtlCol="0">
            <a:spAutoFit/>
          </a:bodyPr>
          <a:lstStyle/>
          <a:p>
            <a:pPr marL="7701">
              <a:spcBef>
                <a:spcPts val="1292"/>
              </a:spcBef>
            </a:pP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dirty="0">
                <a:latin typeface="Calibri" panose="020F0502020204030204" pitchFamily="34" charset="0"/>
                <a:cs typeface="Calibri" panose="020F0502020204030204" pitchFamily="34" charset="0"/>
              </a:rPr>
              <a:t>última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versión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Estándares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4" dirty="0">
                <a:latin typeface="Calibri" panose="020F0502020204030204" pitchFamily="34" charset="0"/>
                <a:cs typeface="Calibri" panose="020F0502020204030204" pitchFamily="34" charset="0"/>
              </a:rPr>
              <a:t>(2014)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incluye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3" dirty="0">
                <a:latin typeface="Calibri" panose="020F0502020204030204" pitchFamily="34" charset="0"/>
                <a:cs typeface="Calibri" panose="020F0502020204030204" pitchFamily="34" charset="0"/>
              </a:rPr>
              <a:t>tres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4" dirty="0">
                <a:latin typeface="Calibri" panose="020F0502020204030204" pitchFamily="34" charset="0"/>
                <a:cs typeface="Calibri" panose="020F0502020204030204" pitchFamily="34" charset="0"/>
              </a:rPr>
              <a:t>fundamentos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medición: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044" marR="418950">
              <a:spcBef>
                <a:spcPts val="1846"/>
              </a:spcBef>
            </a:pPr>
            <a:r>
              <a:rPr sz="3002" b="1" spc="176" dirty="0">
                <a:latin typeface="Calibri" panose="020F0502020204030204" pitchFamily="34" charset="0"/>
                <a:cs typeface="Calibri" panose="020F0502020204030204" pitchFamily="34" charset="0"/>
              </a:rPr>
              <a:t>VALIDEZ</a:t>
            </a:r>
            <a:r>
              <a:rPr sz="3002" spc="-3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49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grado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evidencia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21" dirty="0">
                <a:latin typeface="Calibri" panose="020F0502020204030204" pitchFamily="34" charset="0"/>
                <a:cs typeface="Calibri" panose="020F0502020204030204" pitchFamily="34" charset="0"/>
              </a:rPr>
              <a:t>teoría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respaldan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interpretaciones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puntajes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9" dirty="0">
                <a:latin typeface="Calibri" panose="020F0502020204030204" pitchFamily="34" charset="0"/>
                <a:cs typeface="Calibri" panose="020F0502020204030204" pitchFamily="34" charset="0"/>
              </a:rPr>
              <a:t>sus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3" dirty="0">
                <a:latin typeface="Calibri" panose="020F0502020204030204" pitchFamily="34" charset="0"/>
                <a:cs typeface="Calibri" panose="020F0502020204030204" pitchFamily="34" charset="0"/>
              </a:rPr>
              <a:t>usos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propuestos.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044" marR="494422">
              <a:spcBef>
                <a:spcPts val="1846"/>
              </a:spcBef>
            </a:pPr>
            <a:r>
              <a:rPr sz="3002" b="1" spc="182" dirty="0">
                <a:latin typeface="Calibri" panose="020F0502020204030204" pitchFamily="34" charset="0"/>
                <a:cs typeface="Calibri" panose="020F0502020204030204" pitchFamily="34" charset="0"/>
              </a:rPr>
              <a:t>PRECISIÓN/CONFIABILIDAD</a:t>
            </a:r>
            <a:r>
              <a:rPr sz="3002" b="1" spc="-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9" dirty="0">
                <a:latin typeface="Calibri" panose="020F0502020204030204" pitchFamily="34" charset="0"/>
                <a:cs typeface="Calibri" panose="020F0502020204030204" pitchFamily="34" charset="0"/>
              </a:rPr>
              <a:t>consistencia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puntajes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6" dirty="0">
                <a:latin typeface="Calibri" panose="020F0502020204030204" pitchFamily="34" charset="0"/>
                <a:cs typeface="Calibri" panose="020F0502020204030204" pitchFamily="34" charset="0"/>
              </a:rPr>
              <a:t>entre  </a:t>
            </a:r>
            <a:r>
              <a:rPr sz="2001" spc="21" dirty="0">
                <a:latin typeface="Calibri" panose="020F0502020204030204" pitchFamily="34" charset="0"/>
                <a:cs typeface="Calibri" panose="020F0502020204030204" pitchFamily="34" charset="0"/>
              </a:rPr>
              <a:t>realizaciones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82" dirty="0"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procedimiento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" dirty="0">
                <a:latin typeface="Calibri" panose="020F0502020204030204" pitchFamily="34" charset="0"/>
                <a:cs typeface="Calibri" panose="020F0502020204030204" pitchFamily="34" charset="0"/>
              </a:rPr>
              <a:t>medición.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044" marR="3081">
              <a:lnSpc>
                <a:spcPct val="98900"/>
              </a:lnSpc>
              <a:spcBef>
                <a:spcPts val="1886"/>
              </a:spcBef>
            </a:pPr>
            <a:r>
              <a:rPr sz="3002" b="1" spc="176" dirty="0">
                <a:latin typeface="Calibri" panose="020F0502020204030204" pitchFamily="34" charset="0"/>
                <a:cs typeface="Calibri" panose="020F0502020204030204" pitchFamily="34" charset="0"/>
              </a:rPr>
              <a:t>IMPARCIALIDAD</a:t>
            </a:r>
            <a:r>
              <a:rPr sz="3002" spc="-3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4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capacidad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responder</a:t>
            </a:r>
            <a:r>
              <a:rPr sz="2001" spc="-14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características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individuales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6" dirty="0">
                <a:latin typeface="Calibri" panose="020F0502020204030204" pitchFamily="34" charset="0"/>
                <a:cs typeface="Calibri" panose="020F0502020204030204" pitchFamily="34" charset="0"/>
              </a:rPr>
              <a:t>a  </a:t>
            </a:r>
            <a:r>
              <a:rPr sz="2001" spc="30" dirty="0">
                <a:latin typeface="Calibri" panose="020F0502020204030204" pitchFamily="34" charset="0"/>
                <a:cs typeface="Calibri" panose="020F0502020204030204" pitchFamily="34" charset="0"/>
              </a:rPr>
              <a:t>contextos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7" dirty="0">
                <a:latin typeface="Calibri" panose="020F0502020204030204" pitchFamily="34" charset="0"/>
                <a:cs typeface="Calibri" panose="020F0502020204030204" pitchFamily="34" charset="0"/>
              </a:rPr>
              <a:t>aplicación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-45" dirty="0">
                <a:latin typeface="Calibri" panose="020F0502020204030204" pitchFamily="34" charset="0"/>
                <a:cs typeface="Calibri" panose="020F0502020204030204" pitchFamily="34" charset="0"/>
              </a:rPr>
              <a:t>tal</a:t>
            </a:r>
            <a:r>
              <a:rPr sz="2001" spc="-1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forma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7" dirty="0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8" dirty="0">
                <a:latin typeface="Calibri" panose="020F0502020204030204" pitchFamily="34" charset="0"/>
                <a:cs typeface="Calibri" panose="020F0502020204030204" pitchFamily="34" charset="0"/>
              </a:rPr>
              <a:t>puntajes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03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52" dirty="0">
                <a:latin typeface="Calibri" panose="020F0502020204030204" pitchFamily="34" charset="0"/>
                <a:cs typeface="Calibri" panose="020F0502020204030204" pitchFamily="34" charset="0"/>
              </a:rPr>
              <a:t>las</a:t>
            </a:r>
            <a:r>
              <a:rPr sz="2001" spc="-9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pruebas  </a:t>
            </a:r>
            <a:r>
              <a:rPr sz="2001" spc="61" dirty="0">
                <a:latin typeface="Calibri" panose="020F0502020204030204" pitchFamily="34" charset="0"/>
                <a:cs typeface="Calibri" panose="020F0502020204030204" pitchFamily="34" charset="0"/>
              </a:rPr>
              <a:t>produzcan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9" dirty="0">
                <a:latin typeface="Calibri" panose="020F0502020204030204" pitchFamily="34" charset="0"/>
                <a:cs typeface="Calibri" panose="020F0502020204030204" pitchFamily="34" charset="0"/>
              </a:rPr>
              <a:t>interpretaciones</a:t>
            </a:r>
            <a:r>
              <a:rPr sz="2001" spc="-14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33" dirty="0">
                <a:latin typeface="Calibri" panose="020F0502020204030204" pitchFamily="34" charset="0"/>
                <a:cs typeface="Calibri" panose="020F0502020204030204" pitchFamily="34" charset="0"/>
              </a:rPr>
              <a:t>válidas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24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76" dirty="0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33" dirty="0">
                <a:latin typeface="Calibri" panose="020F0502020204030204" pitchFamily="34" charset="0"/>
                <a:cs typeface="Calibri" panose="020F0502020204030204" pitchFamily="34" charset="0"/>
              </a:rPr>
              <a:t>usos</a:t>
            </a:r>
            <a:r>
              <a:rPr sz="2001" spc="-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1" spc="12" dirty="0">
                <a:latin typeface="Calibri" panose="020F0502020204030204" pitchFamily="34" charset="0"/>
                <a:cs typeface="Calibri" panose="020F0502020204030204" pitchFamily="34" charset="0"/>
              </a:rPr>
              <a:t>intencionados.</a:t>
            </a:r>
            <a:endParaRPr sz="200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721" y="-808"/>
            <a:ext cx="9794502" cy="1377837"/>
          </a:xfrm>
          <a:prstGeom prst="rect">
            <a:avLst/>
          </a:prstGeom>
        </p:spPr>
        <p:txBody>
          <a:bodyPr vert="horz" wrap="square" lIns="0" tIns="303046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2386"/>
              </a:spcBef>
            </a:pPr>
            <a:r>
              <a:rPr sz="4487" spc="-109" dirty="0">
                <a:solidFill>
                  <a:srgbClr val="4E4F52"/>
                </a:solidFill>
                <a:latin typeface="Calibri" panose="020F0502020204030204" pitchFamily="34" charset="0"/>
              </a:rPr>
              <a:t>Tres</a:t>
            </a:r>
            <a:r>
              <a:rPr sz="4487" spc="-24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06" dirty="0">
                <a:solidFill>
                  <a:srgbClr val="4E4F52"/>
                </a:solidFill>
                <a:latin typeface="Calibri" panose="020F0502020204030204" pitchFamily="34" charset="0"/>
              </a:rPr>
              <a:t>fundamentos</a:t>
            </a:r>
            <a:r>
              <a:rPr sz="4487" spc="-240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67" dirty="0">
                <a:solidFill>
                  <a:srgbClr val="4E4F52"/>
                </a:solidFill>
                <a:latin typeface="Calibri" panose="020F0502020204030204" pitchFamily="34" charset="0"/>
              </a:rPr>
              <a:t>en</a:t>
            </a:r>
            <a:r>
              <a:rPr sz="4487" spc="-243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164" dirty="0">
                <a:solidFill>
                  <a:srgbClr val="4E4F52"/>
                </a:solidFill>
                <a:latin typeface="Calibri" panose="020F0502020204030204" pitchFamily="34" charset="0"/>
              </a:rPr>
              <a:t>los</a:t>
            </a:r>
            <a:r>
              <a:rPr sz="4487" spc="-240" dirty="0">
                <a:solidFill>
                  <a:srgbClr val="4E4F52"/>
                </a:solidFill>
                <a:latin typeface="Calibri" panose="020F0502020204030204" pitchFamily="34" charset="0"/>
              </a:rPr>
              <a:t> </a:t>
            </a:r>
            <a:r>
              <a:rPr sz="4487" spc="88" dirty="0">
                <a:solidFill>
                  <a:srgbClr val="4E4F52"/>
                </a:solidFill>
                <a:latin typeface="Calibri" panose="020F0502020204030204" pitchFamily="34" charset="0"/>
              </a:rPr>
              <a:t>estándares</a:t>
            </a:r>
            <a:endParaRPr sz="4487" dirty="0">
              <a:latin typeface="Calibri" panose="020F0502020204030204" pitchFamily="34" charset="0"/>
            </a:endParaRPr>
          </a:p>
          <a:p>
            <a:pPr marL="58145">
              <a:lnSpc>
                <a:spcPct val="100000"/>
              </a:lnSpc>
              <a:spcBef>
                <a:spcPts val="925"/>
              </a:spcBef>
            </a:pPr>
            <a:r>
              <a:rPr sz="1728" spc="-18" dirty="0">
                <a:solidFill>
                  <a:srgbClr val="919191"/>
                </a:solidFill>
                <a:latin typeface="Calibri" panose="020F0502020204030204" pitchFamily="34" charset="0"/>
              </a:rPr>
              <a:t>Validez, </a:t>
            </a:r>
            <a:r>
              <a:rPr sz="1728" spc="15" dirty="0">
                <a:solidFill>
                  <a:srgbClr val="919191"/>
                </a:solidFill>
                <a:latin typeface="Calibri" panose="020F0502020204030204" pitchFamily="34" charset="0"/>
              </a:rPr>
              <a:t>precisión </a:t>
            </a:r>
            <a:r>
              <a:rPr sz="1728" spc="33" dirty="0">
                <a:solidFill>
                  <a:srgbClr val="919191"/>
                </a:solidFill>
                <a:latin typeface="Calibri" panose="020F0502020204030204" pitchFamily="34" charset="0"/>
              </a:rPr>
              <a:t>y</a:t>
            </a:r>
            <a:r>
              <a:rPr sz="1728" spc="-367" dirty="0">
                <a:solidFill>
                  <a:srgbClr val="919191"/>
                </a:solidFill>
                <a:latin typeface="Calibri" panose="020F0502020204030204" pitchFamily="34" charset="0"/>
              </a:rPr>
              <a:t> </a:t>
            </a:r>
            <a:r>
              <a:rPr sz="1728" spc="27" dirty="0">
                <a:solidFill>
                  <a:srgbClr val="919191"/>
                </a:solidFill>
                <a:latin typeface="Calibri" panose="020F0502020204030204" pitchFamily="34" charset="0"/>
              </a:rPr>
              <a:t>imparcialidad</a:t>
            </a:r>
            <a:endParaRPr sz="1728" dirty="0">
              <a:latin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3654" y="5954530"/>
            <a:ext cx="7840300" cy="31542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sz="1001" spc="-24" dirty="0">
                <a:solidFill>
                  <a:srgbClr val="959595"/>
                </a:solidFill>
                <a:latin typeface="Arial"/>
                <a:cs typeface="Arial"/>
              </a:rPr>
              <a:t>AERA, </a:t>
            </a:r>
            <a:r>
              <a:rPr sz="1001" spc="-33" dirty="0">
                <a:solidFill>
                  <a:srgbClr val="959595"/>
                </a:solidFill>
                <a:latin typeface="Arial"/>
                <a:cs typeface="Arial"/>
              </a:rPr>
              <a:t>APA,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&amp; </a:t>
            </a:r>
            <a:r>
              <a:rPr sz="1001" spc="-12" dirty="0">
                <a:solidFill>
                  <a:srgbClr val="959595"/>
                </a:solidFill>
                <a:latin typeface="Arial"/>
                <a:cs typeface="Arial"/>
              </a:rPr>
              <a:t>NCME.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(2014). </a:t>
            </a:r>
            <a:r>
              <a:rPr sz="1001" spc="3" dirty="0">
                <a:solidFill>
                  <a:srgbClr val="959595"/>
                </a:solidFill>
                <a:latin typeface="Arial"/>
                <a:cs typeface="Arial"/>
              </a:rPr>
              <a:t>Standards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for </a:t>
            </a:r>
            <a:r>
              <a:rPr sz="1001" spc="9" dirty="0">
                <a:solidFill>
                  <a:srgbClr val="959595"/>
                </a:solidFill>
                <a:latin typeface="Arial"/>
                <a:cs typeface="Arial"/>
              </a:rPr>
              <a:t>educational </a:t>
            </a:r>
            <a:r>
              <a:rPr sz="1001" spc="15" dirty="0">
                <a:solidFill>
                  <a:srgbClr val="959595"/>
                </a:solidFill>
                <a:latin typeface="Arial"/>
                <a:cs typeface="Arial"/>
              </a:rPr>
              <a:t>and psychological </a:t>
            </a:r>
            <a:r>
              <a:rPr sz="1001" spc="6" dirty="0">
                <a:solidFill>
                  <a:srgbClr val="959595"/>
                </a:solidFill>
                <a:latin typeface="Arial"/>
                <a:cs typeface="Arial"/>
              </a:rPr>
              <a:t>testing. </a:t>
            </a:r>
            <a:r>
              <a:rPr sz="1001" spc="-6" dirty="0">
                <a:solidFill>
                  <a:srgbClr val="959595"/>
                </a:solidFill>
                <a:latin typeface="Arial"/>
                <a:cs typeface="Arial"/>
              </a:rPr>
              <a:t>Washington, </a:t>
            </a:r>
            <a:r>
              <a:rPr sz="1001" spc="-3" dirty="0">
                <a:solidFill>
                  <a:srgbClr val="959595"/>
                </a:solidFill>
                <a:latin typeface="Arial"/>
                <a:cs typeface="Arial"/>
              </a:rPr>
              <a:t>DC: </a:t>
            </a:r>
            <a:r>
              <a:rPr sz="1001" spc="6" dirty="0">
                <a:solidFill>
                  <a:srgbClr val="959595"/>
                </a:solidFill>
                <a:latin typeface="Arial"/>
                <a:cs typeface="Arial"/>
              </a:rPr>
              <a:t>American Psychological</a:t>
            </a:r>
            <a:r>
              <a:rPr sz="1001" spc="133" dirty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001" spc="3" dirty="0">
                <a:solidFill>
                  <a:srgbClr val="959595"/>
                </a:solidFill>
                <a:latin typeface="Arial"/>
                <a:cs typeface="Arial"/>
              </a:rPr>
              <a:t>Association.</a:t>
            </a:r>
            <a:endParaRPr sz="100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3412" y="1413329"/>
            <a:ext cx="10363243" cy="4060189"/>
          </a:xfrm>
          <a:prstGeom prst="rect">
            <a:avLst/>
          </a:prstGeom>
        </p:spPr>
        <p:txBody>
          <a:bodyPr vert="horz" wrap="square" lIns="0" tIns="39662" rIns="0" bIns="0" rtlCol="0">
            <a:spAutoFit/>
          </a:bodyPr>
          <a:lstStyle/>
          <a:p>
            <a:pPr marL="115519" marR="108203" algn="ctr">
              <a:lnSpc>
                <a:spcPts val="5197"/>
              </a:lnSpc>
              <a:spcBef>
                <a:spcPts val="312"/>
              </a:spcBef>
            </a:pPr>
            <a:r>
              <a:rPr sz="4396" spc="33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¿De</a:t>
            </a:r>
            <a:r>
              <a:rPr sz="4396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2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sz="4396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227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</a:t>
            </a:r>
            <a:r>
              <a:rPr sz="4396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2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396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17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4396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15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sz="4396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55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situación </a:t>
            </a:r>
            <a:r>
              <a:rPr sz="4396" spc="3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-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particular </a:t>
            </a:r>
            <a:r>
              <a:rPr sz="4396" spc="20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 </a:t>
            </a:r>
            <a:r>
              <a:rPr sz="4396" spc="21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pueda </a:t>
            </a:r>
            <a:r>
              <a:rPr sz="4396" spc="-15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aﬁrmar </a:t>
            </a:r>
            <a:r>
              <a:rPr sz="4396" spc="-1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(o </a:t>
            </a:r>
            <a:r>
              <a:rPr sz="4396" spc="-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no) </a:t>
            </a:r>
            <a:r>
              <a:rPr sz="4396" spc="2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  </a:t>
            </a:r>
            <a:r>
              <a:rPr sz="4396" spc="24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puedo</a:t>
            </a:r>
            <a:r>
              <a:rPr sz="4396" spc="-98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85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medir </a:t>
            </a:r>
            <a:r>
              <a:rPr sz="4396" spc="191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4396" spc="1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atributo?</a:t>
            </a:r>
            <a:endParaRPr sz="439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"/>
              </a:spcBef>
            </a:pPr>
            <a:endParaRPr sz="445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081" algn="ctr">
              <a:lnSpc>
                <a:spcPts val="5197"/>
              </a:lnSpc>
              <a:spcBef>
                <a:spcPts val="3"/>
              </a:spcBef>
            </a:pPr>
            <a:r>
              <a:rPr sz="4396" spc="17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¿Cuándo</a:t>
            </a:r>
            <a:r>
              <a:rPr sz="4396" spc="-27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2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podemos</a:t>
            </a:r>
            <a:r>
              <a:rPr sz="4396" spc="-267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55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decir</a:t>
            </a:r>
            <a:r>
              <a:rPr sz="4396" spc="-37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15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396" spc="-267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20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logramos  </a:t>
            </a:r>
            <a:r>
              <a:rPr sz="4396" spc="7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medir</a:t>
            </a:r>
            <a:r>
              <a:rPr sz="4396" spc="-37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97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4396" spc="-27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</a:t>
            </a:r>
            <a:r>
              <a:rPr sz="4396" spc="-27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15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4396" spc="-267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18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nos</a:t>
            </a:r>
            <a:r>
              <a:rPr sz="4396" spc="-27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396" spc="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interesa?</a:t>
            </a:r>
            <a:endParaRPr sz="4396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7063" y="1271099"/>
            <a:ext cx="10349380" cy="3900204"/>
          </a:xfrm>
          <a:prstGeom prst="rect">
            <a:avLst/>
          </a:prstGeom>
        </p:spPr>
        <p:txBody>
          <a:bodyPr vert="horz" wrap="square" lIns="0" tIns="33116" rIns="0" bIns="0" rtlCol="0">
            <a:spAutoFit/>
          </a:bodyPr>
          <a:lstStyle/>
          <a:p>
            <a:pPr marL="7701" marR="3081">
              <a:lnSpc>
                <a:spcPts val="3347"/>
              </a:lnSpc>
              <a:spcBef>
                <a:spcPts val="261"/>
              </a:spcBef>
              <a:buAutoNum type="arabicPeriod"/>
              <a:tabLst>
                <a:tab pos="326919" algn="l"/>
              </a:tabLst>
            </a:pPr>
            <a:r>
              <a:rPr sz="2880" spc="15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5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-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55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calidad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7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2880" spc="-2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3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instrumento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5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7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medición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4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5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sz="2880" spc="179" dirty="0" err="1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usó</a:t>
            </a:r>
            <a:r>
              <a:rPr sz="2880" spc="-13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3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5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medir</a:t>
            </a:r>
            <a:r>
              <a:rPr sz="2880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2880" spc="-224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-7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atributo.</a:t>
            </a:r>
            <a:endParaRPr sz="288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9"/>
              </a:spcBef>
              <a:buClr>
                <a:srgbClr val="424242"/>
              </a:buClr>
              <a:buFont typeface="Trebuchet MS"/>
              <a:buAutoNum type="arabicPeriod"/>
            </a:pPr>
            <a:endParaRPr sz="288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01" marR="320758">
              <a:lnSpc>
                <a:spcPts val="3347"/>
              </a:lnSpc>
              <a:spcBef>
                <a:spcPts val="3"/>
              </a:spcBef>
              <a:buAutoNum type="arabicPeriod"/>
              <a:tabLst>
                <a:tab pos="360805" algn="l"/>
              </a:tabLst>
            </a:pPr>
            <a:r>
              <a:rPr sz="2880" spc="15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5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4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4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55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pretendo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61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hacer</a:t>
            </a:r>
            <a:r>
              <a:rPr sz="2880" spc="-20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3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1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6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resultados</a:t>
            </a:r>
            <a:r>
              <a:rPr sz="2880" spc="-130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 </a:t>
            </a:r>
            <a:r>
              <a:rPr sz="2880" spc="-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2880" spc="-13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medición.</a:t>
            </a:r>
            <a:endParaRPr sz="288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8"/>
              </a:spcBef>
              <a:buClr>
                <a:srgbClr val="424242"/>
              </a:buClr>
              <a:buFont typeface="Trebuchet MS"/>
              <a:buAutoNum type="arabicPeriod"/>
            </a:pPr>
            <a:endParaRPr sz="269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5041" indent="-357724">
              <a:buAutoNum type="arabicPeriod"/>
              <a:tabLst>
                <a:tab pos="365426" algn="l"/>
              </a:tabLst>
            </a:pPr>
            <a:r>
              <a:rPr sz="2880" spc="15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5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4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4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55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pretendo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-67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medir.</a:t>
            </a:r>
            <a:endParaRPr sz="288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"/>
              </a:spcBef>
              <a:buClr>
                <a:srgbClr val="424242"/>
              </a:buClr>
              <a:buFont typeface="Trebuchet MS"/>
              <a:buAutoNum type="arabicPeriod"/>
            </a:pPr>
            <a:endParaRPr sz="278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9661" indent="-362345">
              <a:buAutoNum type="arabicPeriod"/>
              <a:tabLst>
                <a:tab pos="370047" algn="l"/>
              </a:tabLst>
            </a:pPr>
            <a:r>
              <a:rPr sz="2880" spc="15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</a:t>
            </a:r>
            <a:r>
              <a:rPr sz="2880" spc="-13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5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4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17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58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69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entendiendo</a:t>
            </a:r>
            <a:r>
              <a:rPr sz="2880" spc="-13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76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sz="2880" spc="-203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80" spc="-212" dirty="0">
                <a:solidFill>
                  <a:srgbClr val="42424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“medir”.</a:t>
            </a:r>
            <a:endParaRPr sz="288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7063" y="1221191"/>
            <a:ext cx="10377875" cy="4425493"/>
          </a:xfrm>
          <a:prstGeom prst="rect">
            <a:avLst/>
          </a:prstGeom>
        </p:spPr>
        <p:txBody>
          <a:bodyPr vert="horz" wrap="square" lIns="0" tIns="40817" rIns="0" bIns="0" rtlCol="0">
            <a:spAutoFit/>
          </a:bodyPr>
          <a:lstStyle/>
          <a:p>
            <a:pPr marL="7701" marR="949568">
              <a:lnSpc>
                <a:spcPts val="5700"/>
              </a:lnSpc>
              <a:spcBef>
                <a:spcPts val="321"/>
              </a:spcBef>
            </a:pPr>
            <a:r>
              <a:rPr sz="4400" spc="-572" dirty="0">
                <a:solidFill>
                  <a:srgbClr val="424242"/>
                </a:solidFill>
                <a:cs typeface="Calibri" panose="020F0502020204030204" pitchFamily="34" charset="0"/>
              </a:rPr>
              <a:t>“…w</a:t>
            </a:r>
            <a:r>
              <a:rPr lang="es-ES" sz="4400" spc="-572" dirty="0">
                <a:solidFill>
                  <a:srgbClr val="424242"/>
                </a:solidFill>
                <a:cs typeface="Calibri" panose="020F0502020204030204" pitchFamily="34" charset="0"/>
              </a:rPr>
              <a:t> </a:t>
            </a:r>
            <a:r>
              <a:rPr sz="4400" spc="-572" dirty="0">
                <a:solidFill>
                  <a:srgbClr val="424242"/>
                </a:solidFill>
                <a:cs typeface="Calibri" panose="020F0502020204030204" pitchFamily="34" charset="0"/>
              </a:rPr>
              <a:t>e </a:t>
            </a:r>
            <a:r>
              <a:rPr lang="es-ES" sz="4400" spc="-572" dirty="0">
                <a:solidFill>
                  <a:srgbClr val="424242"/>
                </a:solidFill>
                <a:cs typeface="Calibri" panose="020F0502020204030204" pitchFamily="34" charset="0"/>
              </a:rPr>
              <a:t>  </a:t>
            </a:r>
            <a:r>
              <a:rPr sz="4400" spc="215" dirty="0">
                <a:solidFill>
                  <a:srgbClr val="424242"/>
                </a:solidFill>
                <a:cs typeface="Calibri" panose="020F0502020204030204" pitchFamily="34" charset="0"/>
              </a:rPr>
              <a:t>should </a:t>
            </a:r>
            <a:r>
              <a:rPr sz="4400" spc="-112" dirty="0">
                <a:solidFill>
                  <a:srgbClr val="424242"/>
                </a:solidFill>
                <a:cs typeface="Calibri" panose="020F0502020204030204" pitchFamily="34" charset="0"/>
              </a:rPr>
              <a:t>at </a:t>
            </a:r>
            <a:r>
              <a:rPr sz="4400" spc="27" dirty="0">
                <a:solidFill>
                  <a:srgbClr val="424242"/>
                </a:solidFill>
                <a:cs typeface="Calibri" panose="020F0502020204030204" pitchFamily="34" charset="0"/>
              </a:rPr>
              <a:t>the </a:t>
            </a:r>
            <a:r>
              <a:rPr sz="4400" spc="94" dirty="0">
                <a:solidFill>
                  <a:srgbClr val="424242"/>
                </a:solidFill>
                <a:cs typeface="Calibri" panose="020F0502020204030204" pitchFamily="34" charset="0"/>
              </a:rPr>
              <a:t>very </a:t>
            </a:r>
            <a:r>
              <a:rPr sz="4400" spc="58" dirty="0">
                <a:solidFill>
                  <a:srgbClr val="424242"/>
                </a:solidFill>
                <a:cs typeface="Calibri" panose="020F0502020204030204" pitchFamily="34" charset="0"/>
              </a:rPr>
              <a:t>least </a:t>
            </a:r>
            <a:r>
              <a:rPr sz="4400" spc="42" dirty="0">
                <a:solidFill>
                  <a:srgbClr val="424242"/>
                </a:solidFill>
                <a:cs typeface="Calibri" panose="020F0502020204030204" pitchFamily="34" charset="0"/>
              </a:rPr>
              <a:t>not  </a:t>
            </a:r>
            <a:r>
              <a:rPr sz="4400" spc="94" dirty="0">
                <a:solidFill>
                  <a:srgbClr val="424242"/>
                </a:solidFill>
                <a:cs typeface="Calibri" panose="020F0502020204030204" pitchFamily="34" charset="0"/>
              </a:rPr>
              <a:t>expect </a:t>
            </a:r>
            <a:r>
              <a:rPr sz="4400" spc="-88" dirty="0">
                <a:solidFill>
                  <a:srgbClr val="424242"/>
                </a:solidFill>
                <a:cs typeface="Calibri" panose="020F0502020204030204" pitchFamily="34" charset="0"/>
              </a:rPr>
              <a:t>that </a:t>
            </a:r>
            <a:r>
              <a:rPr sz="4400" spc="164" dirty="0">
                <a:solidFill>
                  <a:srgbClr val="424242"/>
                </a:solidFill>
                <a:cs typeface="Calibri" panose="020F0502020204030204" pitchFamily="34" charset="0"/>
              </a:rPr>
              <a:t>psychological  </a:t>
            </a:r>
            <a:r>
              <a:rPr sz="4400" spc="158" dirty="0">
                <a:solidFill>
                  <a:srgbClr val="424242"/>
                </a:solidFill>
                <a:cs typeface="Calibri" panose="020F0502020204030204" pitchFamily="34" charset="0"/>
              </a:rPr>
              <a:t>measurement</a:t>
            </a:r>
            <a:r>
              <a:rPr sz="4400" spc="-236" dirty="0">
                <a:solidFill>
                  <a:srgbClr val="424242"/>
                </a:solidFill>
                <a:cs typeface="Calibri" panose="020F0502020204030204" pitchFamily="34" charset="0"/>
              </a:rPr>
              <a:t> </a:t>
            </a:r>
            <a:r>
              <a:rPr sz="4400" spc="246" dirty="0">
                <a:solidFill>
                  <a:srgbClr val="424242"/>
                </a:solidFill>
                <a:cs typeface="Calibri" panose="020F0502020204030204" pitchFamily="34" charset="0"/>
              </a:rPr>
              <a:t>be</a:t>
            </a:r>
            <a:r>
              <a:rPr sz="4400" spc="-233" dirty="0">
                <a:solidFill>
                  <a:srgbClr val="424242"/>
                </a:solidFill>
                <a:cs typeface="Calibri" panose="020F0502020204030204" pitchFamily="34" charset="0"/>
              </a:rPr>
              <a:t> </a:t>
            </a:r>
            <a:r>
              <a:rPr sz="4400" spc="149" dirty="0">
                <a:solidFill>
                  <a:srgbClr val="424242"/>
                </a:solidFill>
                <a:cs typeface="Calibri" panose="020F0502020204030204" pitchFamily="34" charset="0"/>
              </a:rPr>
              <a:t>any</a:t>
            </a:r>
            <a:r>
              <a:rPr sz="4400" spc="-364" dirty="0">
                <a:solidFill>
                  <a:srgbClr val="424242"/>
                </a:solidFill>
                <a:cs typeface="Calibri" panose="020F0502020204030204" pitchFamily="34" charset="0"/>
              </a:rPr>
              <a:t> </a:t>
            </a:r>
            <a:r>
              <a:rPr sz="4400" spc="64" dirty="0">
                <a:solidFill>
                  <a:srgbClr val="424242"/>
                </a:solidFill>
                <a:cs typeface="Calibri" panose="020F0502020204030204" pitchFamily="34" charset="0"/>
              </a:rPr>
              <a:t>easier</a:t>
            </a:r>
            <a:r>
              <a:rPr sz="4400" spc="-349" dirty="0">
                <a:solidFill>
                  <a:srgbClr val="424242"/>
                </a:solidFill>
                <a:cs typeface="Calibri" panose="020F0502020204030204" pitchFamily="34" charset="0"/>
              </a:rPr>
              <a:t> </a:t>
            </a:r>
            <a:r>
              <a:rPr sz="4400" spc="-76" dirty="0">
                <a:solidFill>
                  <a:srgbClr val="424242"/>
                </a:solidFill>
                <a:cs typeface="Calibri" panose="020F0502020204030204" pitchFamily="34" charset="0"/>
              </a:rPr>
              <a:t>[than  </a:t>
            </a:r>
            <a:r>
              <a:rPr sz="4400" spc="109" dirty="0">
                <a:solidFill>
                  <a:srgbClr val="424242"/>
                </a:solidFill>
                <a:cs typeface="Calibri" panose="020F0502020204030204" pitchFamily="34" charset="0"/>
              </a:rPr>
              <a:t>physical</a:t>
            </a:r>
            <a:r>
              <a:rPr sz="4400" spc="-376" dirty="0">
                <a:solidFill>
                  <a:srgbClr val="424242"/>
                </a:solidFill>
                <a:cs typeface="Calibri" panose="020F0502020204030204" pitchFamily="34" charset="0"/>
              </a:rPr>
              <a:t> </a:t>
            </a:r>
            <a:r>
              <a:rPr sz="4400" spc="12" dirty="0">
                <a:solidFill>
                  <a:srgbClr val="424242"/>
                </a:solidFill>
                <a:cs typeface="Calibri" panose="020F0502020204030204" pitchFamily="34" charset="0"/>
              </a:rPr>
              <a:t>measurement]”</a:t>
            </a:r>
            <a:endParaRPr sz="4400" dirty="0">
              <a:cs typeface="Calibri" panose="020F0502020204030204" pitchFamily="34" charset="0"/>
            </a:endParaRPr>
          </a:p>
          <a:p>
            <a:pPr>
              <a:spcBef>
                <a:spcPts val="6"/>
              </a:spcBef>
            </a:pPr>
            <a:endParaRPr sz="4400" dirty="0">
              <a:cs typeface="Calibri" panose="020F0502020204030204" pitchFamily="34" charset="0"/>
            </a:endParaRPr>
          </a:p>
          <a:p>
            <a:pPr marR="3081" algn="r"/>
            <a:r>
              <a:rPr sz="4400" spc="263" dirty="0">
                <a:solidFill>
                  <a:srgbClr val="424242"/>
                </a:solidFill>
                <a:cs typeface="Calibri" panose="020F0502020204030204" pitchFamily="34" charset="0"/>
              </a:rPr>
              <a:t>- </a:t>
            </a:r>
            <a:r>
              <a:rPr sz="4400" spc="61" dirty="0">
                <a:solidFill>
                  <a:srgbClr val="424242"/>
                </a:solidFill>
                <a:cs typeface="Calibri" panose="020F0502020204030204" pitchFamily="34" charset="0"/>
              </a:rPr>
              <a:t>Maul,</a:t>
            </a:r>
            <a:r>
              <a:rPr sz="4400" spc="-755" dirty="0">
                <a:solidFill>
                  <a:srgbClr val="424242"/>
                </a:solidFill>
                <a:cs typeface="Calibri" panose="020F0502020204030204" pitchFamily="34" charset="0"/>
              </a:rPr>
              <a:t> </a:t>
            </a:r>
            <a:r>
              <a:rPr sz="4400" spc="-24" dirty="0">
                <a:solidFill>
                  <a:srgbClr val="424242"/>
                </a:solidFill>
                <a:cs typeface="Calibri" panose="020F0502020204030204" pitchFamily="34" charset="0"/>
              </a:rPr>
              <a:t>2017</a:t>
            </a:r>
            <a:endParaRPr sz="4400" dirty="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6312</TotalTime>
  <Words>5689</Words>
  <Application>Microsoft Macintosh PowerPoint</Application>
  <PresentationFormat>Widescreen</PresentationFormat>
  <Paragraphs>599</Paragraphs>
  <Slides>81</Slides>
  <Notes>75</Notes>
  <HiddenSlides>2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4" baseType="lpstr">
      <vt:lpstr>Adobe Hebrew</vt:lpstr>
      <vt:lpstr>Arial</vt:lpstr>
      <vt:lpstr>Calibri</vt:lpstr>
      <vt:lpstr>Calibri Light</vt:lpstr>
      <vt:lpstr>Cambria</vt:lpstr>
      <vt:lpstr>Century Gothic</vt:lpstr>
      <vt:lpstr>Impact</vt:lpstr>
      <vt:lpstr>Microsoft Sans Serif</vt:lpstr>
      <vt:lpstr>Open Sans</vt:lpstr>
      <vt:lpstr>Palatino Linotype</vt:lpstr>
      <vt:lpstr>Times New Roman</vt:lpstr>
      <vt:lpstr>Trebuchet MS</vt:lpstr>
      <vt:lpstr>Tema de Office</vt:lpstr>
      <vt:lpstr>Metodos de la Investigación Social</vt:lpstr>
      <vt:lpstr>A ver hoy</vt:lpstr>
      <vt:lpstr>PowerPoint Presentation</vt:lpstr>
      <vt:lpstr>Dos tradiciones</vt:lpstr>
      <vt:lpstr>Medición como herramienta La medición al servicio de propósitos sociales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¿De qué depende que en una situación  particular yo pueda afirmar (o no) que  puedo medir un atributo?</vt:lpstr>
      <vt:lpstr>¿Qué entendemos por medición en  ciencias sociales?</vt:lpstr>
      <vt:lpstr>Lo qué entendemos por medición delimita:</vt:lpstr>
      <vt:lpstr>Medición en ciencias sociales Deﬁniciones en la tradición representacional de Stevens</vt:lpstr>
      <vt:lpstr>¿Qué es una escala? Varios usos distintos de una misma palabra</vt:lpstr>
      <vt:lpstr>¿Qué es una escala? Varios usos distintos de una misma palabra</vt:lpstr>
      <vt:lpstr>Cuadro 1: Tipos de escalas como las presenta Stevens 1946</vt:lpstr>
      <vt:lpstr>PowerPoint Presentation</vt:lpstr>
      <vt:lpstr>PowerPoint Presentation</vt:lpstr>
      <vt:lpstr>Medición en ciencias sociales Elementos generales del proceso de medición</vt:lpstr>
      <vt:lpstr>Medición en ciencias sociales Asignación y construcción de instrumentos</vt:lpstr>
      <vt:lpstr>Multiples pasos en el proceso de medición</vt:lpstr>
      <vt:lpstr>Depende de lo que pretendo medir.</vt:lpstr>
      <vt:lpstr>PowerPoint Presentation</vt:lpstr>
      <vt:lpstr>PowerPoint Presentation</vt:lpstr>
      <vt:lpstr>Atributos no observables o latentes Los atributos en las ciencias sociales</vt:lpstr>
      <vt:lpstr>Atributos latentes Los atributos en las ciencias sociales</vt:lpstr>
      <vt:lpstr>El atributo de interés ¿Qué es lo que queremos medir?</vt:lpstr>
      <vt:lpstr>El atributo de interés La estructura como un supuesto a examinar</vt:lpstr>
      <vt:lpstr>PowerPoint Presentation</vt:lpstr>
      <vt:lpstr>La posibilidad de medir un atributo está  basada en una definición de ese atributo.</vt:lpstr>
      <vt:lpstr>PowerPoint Presentation</vt:lpstr>
      <vt:lpstr>Depende de lo que pretendo hacer con los resultados de la medición.</vt:lpstr>
      <vt:lpstr>PowerPoint Presentation</vt:lpstr>
      <vt:lpstr>PowerPoint Presentation</vt:lpstr>
      <vt:lpstr>PowerPoint Presentation</vt:lpstr>
      <vt:lpstr>Una pesa típica  para masa corporal.</vt:lpstr>
      <vt:lpstr>PowerPoint Presentation</vt:lpstr>
      <vt:lpstr>Una pesa típica  para masa corporal.</vt:lpstr>
      <vt:lpstr>PowerPoint Presentation</vt:lpstr>
      <vt:lpstr>PowerPoint Presentation</vt:lpstr>
      <vt:lpstr>PowerPoint Presentation</vt:lpstr>
      <vt:lpstr>Depende de la calidad del instrumento de medición que se usó para medir el atributo.</vt:lpstr>
      <vt:lpstr>PowerPoint Presentation</vt:lpstr>
      <vt:lpstr>¿Qué estándares? Cautelando la calidad en el uso de pruebas educacionales y psicológicas</vt:lpstr>
      <vt:lpstr>¿Qué estándares? Cautelando la calidad en el uso de pruebas educacionales y psicológicas</vt:lpstr>
      <vt:lpstr>Tres fundamentos en los estándares Validez, precisión e imparcialidad</vt:lpstr>
      <vt:lpstr>Validez: un constructo variado y fluido Definiciones de Validez</vt:lpstr>
      <vt:lpstr>Primer fundamento: Validez De acuerdo a los Estándares para el uso de pruebas educacionales y psicológicas</vt:lpstr>
      <vt:lpstr>Validez: elementos que la amenazan De acuerdo a los Estándares para el uso de pruebas educacionales y psicológicas</vt:lpstr>
      <vt:lpstr>Validez: argumentación a partir de cinco  fuentes de evidencia De acuerdo a los Estándares para el uso de pruebas educacionales y psicológicas</vt:lpstr>
      <vt:lpstr>Argumentación de validez a partir de cinco fuentes de evidencia</vt:lpstr>
      <vt:lpstr>Validez: evidencia basada en el contenido</vt:lpstr>
      <vt:lpstr>Validez: evidencia basada en el contenido</vt:lpstr>
      <vt:lpstr>Validez: evidencia basada en procesos de respuesta</vt:lpstr>
      <vt:lpstr>Validez: evidencia basada en procesos de respuesta</vt:lpstr>
      <vt:lpstr>Validez: evidencia basada en la estructura interna</vt:lpstr>
      <vt:lpstr>Validez: evidencia basada en la relación con otras variables</vt:lpstr>
      <vt:lpstr>Validez: evidencia basada en las consecuencias de la evaluación</vt:lpstr>
      <vt:lpstr>Segundo fundamento:  Precisión/conﬁabilidad</vt:lpstr>
      <vt:lpstr>Error de medición El error como un aspecto siempre presente en la medición</vt:lpstr>
      <vt:lpstr>Error de medición El error como un aspecto siempre presente en la medición</vt:lpstr>
      <vt:lpstr>Error de medición</vt:lpstr>
      <vt:lpstr>Error de medición Un ejemplo del error como variación en mediciones repetidas</vt:lpstr>
      <vt:lpstr>Error de medición Aspectos importantes respecto del error de medición</vt:lpstr>
      <vt:lpstr>Error de medición (en metrología) Toda medición tiene un grado de incertidumbre asociada</vt:lpstr>
      <vt:lpstr>El error de medición De acuerdo a los Estándares para el uso de pruebas educacionales y psicológicas</vt:lpstr>
      <vt:lpstr>Segundo fundamento: Conﬁabilidad/Precisión</vt:lpstr>
      <vt:lpstr>Dos usos del concepto “Conﬁabilidad” De acuerdo a los Estándares para el uso de pruebas educacionales y psicológicas</vt:lpstr>
      <vt:lpstr>Segundo fundamento: Conﬁabilidad/Precisión</vt:lpstr>
      <vt:lpstr>Tercer fundamento: imparcialidad</vt:lpstr>
      <vt:lpstr>Tercer fundamento: Imparcialidad De acuerdo a los Estándares para el uso de pruebas educacionales y psicológicas</vt:lpstr>
      <vt:lpstr>Imparcialidad como ausencia de sesgo De acuerdo a los Estándares para el uso de pruebas educacionales y psicológicas</vt:lpstr>
      <vt:lpstr>Imparcialidad/Sesgo Enfatizando</vt:lpstr>
      <vt:lpstr>Sesgo</vt:lpstr>
      <vt:lpstr>Tres fundamentos en los estándares Validez, precisión y imparcialidad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Metodología de Investigación en Psicología</dc:title>
  <dc:creator>Daniel Miranda</dc:creator>
  <cp:lastModifiedBy>DANIEL  ANDRÉS MIRANDA FUENZALIDA</cp:lastModifiedBy>
  <cp:revision>13</cp:revision>
  <dcterms:created xsi:type="dcterms:W3CDTF">2020-09-09T03:00:48Z</dcterms:created>
  <dcterms:modified xsi:type="dcterms:W3CDTF">2026-04-21T04:17:05Z</dcterms:modified>
</cp:coreProperties>
</file>