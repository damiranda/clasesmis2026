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55"/>
  </p:notesMasterIdLst>
  <p:handoutMasterIdLst>
    <p:handoutMasterId r:id="rId56"/>
  </p:handoutMasterIdLst>
  <p:sldIdLst>
    <p:sldId id="262" r:id="rId2"/>
    <p:sldId id="275" r:id="rId3"/>
    <p:sldId id="274" r:id="rId4"/>
    <p:sldId id="327" r:id="rId5"/>
    <p:sldId id="267" r:id="rId6"/>
    <p:sldId id="268" r:id="rId7"/>
    <p:sldId id="269" r:id="rId8"/>
    <p:sldId id="270" r:id="rId9"/>
    <p:sldId id="271" r:id="rId10"/>
    <p:sldId id="272" r:id="rId11"/>
    <p:sldId id="263" r:id="rId12"/>
    <p:sldId id="276" r:id="rId13"/>
    <p:sldId id="277" r:id="rId14"/>
    <p:sldId id="278" r:id="rId15"/>
    <p:sldId id="279" r:id="rId16"/>
    <p:sldId id="280" r:id="rId17"/>
    <p:sldId id="282" r:id="rId18"/>
    <p:sldId id="283" r:id="rId19"/>
    <p:sldId id="284" r:id="rId20"/>
    <p:sldId id="289" r:id="rId21"/>
    <p:sldId id="285" r:id="rId22"/>
    <p:sldId id="286" r:id="rId23"/>
    <p:sldId id="287" r:id="rId24"/>
    <p:sldId id="288" r:id="rId25"/>
    <p:sldId id="290" r:id="rId26"/>
    <p:sldId id="291" r:id="rId27"/>
    <p:sldId id="292" r:id="rId28"/>
    <p:sldId id="297" r:id="rId29"/>
    <p:sldId id="298" r:id="rId30"/>
    <p:sldId id="322" r:id="rId31"/>
    <p:sldId id="324" r:id="rId32"/>
    <p:sldId id="323" r:id="rId33"/>
    <p:sldId id="299" r:id="rId34"/>
    <p:sldId id="300" r:id="rId35"/>
    <p:sldId id="301" r:id="rId36"/>
    <p:sldId id="302" r:id="rId37"/>
    <p:sldId id="303" r:id="rId38"/>
    <p:sldId id="305" r:id="rId39"/>
    <p:sldId id="306" r:id="rId40"/>
    <p:sldId id="326" r:id="rId41"/>
    <p:sldId id="309" r:id="rId42"/>
    <p:sldId id="308" r:id="rId43"/>
    <p:sldId id="310" r:id="rId44"/>
    <p:sldId id="311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5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" initials="PLK" lastIdx="0" clrIdx="0">
    <p:extLst>
      <p:ext uri="{19B8F6BF-5375-455C-9EA6-DF929625EA0E}">
        <p15:presenceInfo xmlns:p15="http://schemas.microsoft.com/office/powerpoint/2012/main" userId="Prof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4D81"/>
    <a:srgbClr val="C8B29D"/>
    <a:srgbClr val="B4907A"/>
    <a:srgbClr val="FFE691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90" autoAdjust="0"/>
    <p:restoredTop sz="93893" autoAdjust="0"/>
  </p:normalViewPr>
  <p:slideViewPr>
    <p:cSldViewPr snapToGrid="0">
      <p:cViewPr varScale="1">
        <p:scale>
          <a:sx n="102" d="100"/>
          <a:sy n="102" d="100"/>
        </p:scale>
        <p:origin x="352" y="16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3993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287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Relationship Id="rId14" Type="http://schemas.openxmlformats.org/officeDocument/2006/relationships/image" Target="../media/image2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sv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7.sv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6DAB73-3C0B-41A2-813F-84144A0A652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8D7BE4-6D05-4E92-A872-052A4E3C1038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Observar una situación concreta que nos interese</a:t>
          </a:r>
          <a:endParaRPr lang="en-US"/>
        </a:p>
      </dgm:t>
    </dgm:pt>
    <dgm:pt modelId="{F910C6D7-3993-4D95-82FB-E13A98748365}" type="parTrans" cxnId="{28A7948C-1E41-4189-A78D-A353D3624CE8}">
      <dgm:prSet/>
      <dgm:spPr/>
      <dgm:t>
        <a:bodyPr/>
        <a:lstStyle/>
        <a:p>
          <a:endParaRPr lang="en-US"/>
        </a:p>
      </dgm:t>
    </dgm:pt>
    <dgm:pt modelId="{E7623C49-C130-4D46-A777-0EB3259622FC}" type="sibTrans" cxnId="{28A7948C-1E41-4189-A78D-A353D3624CE8}">
      <dgm:prSet/>
      <dgm:spPr/>
      <dgm:t>
        <a:bodyPr/>
        <a:lstStyle/>
        <a:p>
          <a:endParaRPr lang="en-US"/>
        </a:p>
      </dgm:t>
    </dgm:pt>
    <dgm:pt modelId="{23FBFEF5-49A1-43B7-8CE6-A46B1988F5FA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Lo ideal, es que sea observación NO intrusiva</a:t>
          </a:r>
          <a:endParaRPr lang="en-US"/>
        </a:p>
      </dgm:t>
    </dgm:pt>
    <dgm:pt modelId="{B8E96C8F-EFA3-48A0-9ECC-5546FA28B3B0}" type="parTrans" cxnId="{BD3FC2A0-3C8C-4DB4-AADE-25D6EDAAE43C}">
      <dgm:prSet/>
      <dgm:spPr/>
      <dgm:t>
        <a:bodyPr/>
        <a:lstStyle/>
        <a:p>
          <a:endParaRPr lang="en-US"/>
        </a:p>
      </dgm:t>
    </dgm:pt>
    <dgm:pt modelId="{244DC553-0D23-4DF0-83A9-12431F2C2640}" type="sibTrans" cxnId="{BD3FC2A0-3C8C-4DB4-AADE-25D6EDAAE43C}">
      <dgm:prSet/>
      <dgm:spPr/>
      <dgm:t>
        <a:bodyPr/>
        <a:lstStyle/>
        <a:p>
          <a:endParaRPr lang="en-US"/>
        </a:p>
      </dgm:t>
    </dgm:pt>
    <dgm:pt modelId="{AD822C5B-4932-48FD-9005-C52018D2445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VENTAJAS:</a:t>
          </a:r>
          <a:endParaRPr lang="en-US"/>
        </a:p>
      </dgm:t>
    </dgm:pt>
    <dgm:pt modelId="{65381BD9-0C75-44F2-B931-8EBCDDB8B9AC}" type="parTrans" cxnId="{B05B4231-1BC1-418C-8432-C7E2AFCD91F1}">
      <dgm:prSet/>
      <dgm:spPr/>
      <dgm:t>
        <a:bodyPr/>
        <a:lstStyle/>
        <a:p>
          <a:endParaRPr lang="en-US"/>
        </a:p>
      </dgm:t>
    </dgm:pt>
    <dgm:pt modelId="{14D84F6D-1564-4433-A969-8FD324BF0E80}" type="sibTrans" cxnId="{B05B4231-1BC1-418C-8432-C7E2AFCD91F1}">
      <dgm:prSet/>
      <dgm:spPr/>
      <dgm:t>
        <a:bodyPr/>
        <a:lstStyle/>
        <a:p>
          <a:endParaRPr lang="en-US"/>
        </a:p>
      </dgm:t>
    </dgm:pt>
    <dgm:pt modelId="{42C46559-5CE0-4E22-9092-860B1ADAAD8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Tiene la ventaja de que no requiere conversación</a:t>
          </a:r>
          <a:endParaRPr lang="en-US"/>
        </a:p>
      </dgm:t>
    </dgm:pt>
    <dgm:pt modelId="{6109570C-B1C9-411F-8B74-6FF55374A46C}" type="parTrans" cxnId="{C1F56085-05B5-4017-863D-2FDBF9D666D5}">
      <dgm:prSet/>
      <dgm:spPr/>
      <dgm:t>
        <a:bodyPr/>
        <a:lstStyle/>
        <a:p>
          <a:endParaRPr lang="en-US"/>
        </a:p>
      </dgm:t>
    </dgm:pt>
    <dgm:pt modelId="{7125C3FA-1757-4A97-A95A-39B77D9E811F}" type="sibTrans" cxnId="{C1F56085-05B5-4017-863D-2FDBF9D666D5}">
      <dgm:prSet/>
      <dgm:spPr/>
      <dgm:t>
        <a:bodyPr/>
        <a:lstStyle/>
        <a:p>
          <a:endParaRPr lang="en-US"/>
        </a:p>
      </dgm:t>
    </dgm:pt>
    <dgm:pt modelId="{2318B4FD-A05C-4DD6-B756-3ADFA72782A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Es idóneo para estudiar comportamientos no verbales comunes</a:t>
          </a:r>
          <a:endParaRPr lang="en-US" dirty="0"/>
        </a:p>
      </dgm:t>
    </dgm:pt>
    <dgm:pt modelId="{5A7091EE-FAB1-44D6-8EB7-60BAECDEB763}" type="parTrans" cxnId="{64268CFC-CCB4-4D9E-91AF-4CDB9D361728}">
      <dgm:prSet/>
      <dgm:spPr/>
      <dgm:t>
        <a:bodyPr/>
        <a:lstStyle/>
        <a:p>
          <a:endParaRPr lang="en-US"/>
        </a:p>
      </dgm:t>
    </dgm:pt>
    <dgm:pt modelId="{AEA5F5B6-9FEA-496B-8F89-A1045FC0EDD9}" type="sibTrans" cxnId="{64268CFC-CCB4-4D9E-91AF-4CDB9D361728}">
      <dgm:prSet/>
      <dgm:spPr/>
      <dgm:t>
        <a:bodyPr/>
        <a:lstStyle/>
        <a:p>
          <a:endParaRPr lang="en-US"/>
        </a:p>
      </dgm:t>
    </dgm:pt>
    <dgm:pt modelId="{643C7AA6-81C9-4455-9AF4-929F0E41D81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Además, los individuos en general no son conscientes de cómo actúan</a:t>
          </a:r>
          <a:endParaRPr lang="en-US" dirty="0"/>
        </a:p>
      </dgm:t>
    </dgm:pt>
    <dgm:pt modelId="{EA302BEF-6057-4699-A0C1-C417FBB20ABE}" type="parTrans" cxnId="{D7E1D972-1027-4DDC-84D0-DB99A58DA0ED}">
      <dgm:prSet/>
      <dgm:spPr/>
      <dgm:t>
        <a:bodyPr/>
        <a:lstStyle/>
        <a:p>
          <a:endParaRPr lang="en-US"/>
        </a:p>
      </dgm:t>
    </dgm:pt>
    <dgm:pt modelId="{CC6F5C6F-AE90-44FB-BBE6-998011E350A1}" type="sibTrans" cxnId="{D7E1D972-1027-4DDC-84D0-DB99A58DA0ED}">
      <dgm:prSet/>
      <dgm:spPr/>
      <dgm:t>
        <a:bodyPr/>
        <a:lstStyle/>
        <a:p>
          <a:endParaRPr lang="en-US"/>
        </a:p>
      </dgm:t>
    </dgm:pt>
    <dgm:pt modelId="{AFBAE932-FA01-44B8-95B3-A9F955F644D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Es más sencillo generalizar los resultados al mundo real</a:t>
          </a:r>
          <a:endParaRPr lang="en-US" dirty="0"/>
        </a:p>
      </dgm:t>
    </dgm:pt>
    <dgm:pt modelId="{0CB5A04E-8B9C-4FEE-85A4-0FDBA81397A4}" type="parTrans" cxnId="{C6D45ABE-20BE-47EF-876A-02D7AAE5E5E2}">
      <dgm:prSet/>
      <dgm:spPr/>
      <dgm:t>
        <a:bodyPr/>
        <a:lstStyle/>
        <a:p>
          <a:endParaRPr lang="en-US"/>
        </a:p>
      </dgm:t>
    </dgm:pt>
    <dgm:pt modelId="{D67632A0-99A4-4367-A589-FDE617A0DE87}" type="sibTrans" cxnId="{C6D45ABE-20BE-47EF-876A-02D7AAE5E5E2}">
      <dgm:prSet/>
      <dgm:spPr/>
      <dgm:t>
        <a:bodyPr/>
        <a:lstStyle/>
        <a:p>
          <a:endParaRPr lang="en-US"/>
        </a:p>
      </dgm:t>
    </dgm:pt>
    <dgm:pt modelId="{DF7EF14F-F6B5-4D57-9CC2-91D897ED9882}" type="pres">
      <dgm:prSet presAssocID="{E06DAB73-3C0B-41A2-813F-84144A0A6526}" presName="root" presStyleCnt="0">
        <dgm:presLayoutVars>
          <dgm:dir/>
          <dgm:resizeHandles val="exact"/>
        </dgm:presLayoutVars>
      </dgm:prSet>
      <dgm:spPr/>
    </dgm:pt>
    <dgm:pt modelId="{0676A2EF-6485-4918-978B-FA90E1B9EF77}" type="pres">
      <dgm:prSet presAssocID="{5D8D7BE4-6D05-4E92-A872-052A4E3C1038}" presName="compNode" presStyleCnt="0"/>
      <dgm:spPr/>
    </dgm:pt>
    <dgm:pt modelId="{D873E9F4-7090-4C3A-8704-D63D7EE22033}" type="pres">
      <dgm:prSet presAssocID="{5D8D7BE4-6D05-4E92-A872-052A4E3C1038}" presName="bgRect" presStyleLbl="bgShp" presStyleIdx="0" presStyleCnt="7"/>
      <dgm:spPr/>
    </dgm:pt>
    <dgm:pt modelId="{DD89232B-C6E5-4837-AE1B-0ECD67C27478}" type="pres">
      <dgm:prSet presAssocID="{5D8D7BE4-6D05-4E92-A872-052A4E3C1038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jo"/>
        </a:ext>
      </dgm:extLst>
    </dgm:pt>
    <dgm:pt modelId="{DBFEADF2-0E98-4E44-AE69-234D27FBAE3F}" type="pres">
      <dgm:prSet presAssocID="{5D8D7BE4-6D05-4E92-A872-052A4E3C1038}" presName="spaceRect" presStyleCnt="0"/>
      <dgm:spPr/>
    </dgm:pt>
    <dgm:pt modelId="{C8174B73-6FD9-4FE6-AEA4-8CD92EC29B0D}" type="pres">
      <dgm:prSet presAssocID="{5D8D7BE4-6D05-4E92-A872-052A4E3C1038}" presName="parTx" presStyleLbl="revTx" presStyleIdx="0" presStyleCnt="7">
        <dgm:presLayoutVars>
          <dgm:chMax val="0"/>
          <dgm:chPref val="0"/>
        </dgm:presLayoutVars>
      </dgm:prSet>
      <dgm:spPr/>
    </dgm:pt>
    <dgm:pt modelId="{BCFD763D-550D-4EC4-A4F6-E525D19D15CA}" type="pres">
      <dgm:prSet presAssocID="{E7623C49-C130-4D46-A777-0EB3259622FC}" presName="sibTrans" presStyleCnt="0"/>
      <dgm:spPr/>
    </dgm:pt>
    <dgm:pt modelId="{3D8E9A2D-8D61-474A-93D0-A30DFD842A4C}" type="pres">
      <dgm:prSet presAssocID="{23FBFEF5-49A1-43B7-8CE6-A46B1988F5FA}" presName="compNode" presStyleCnt="0"/>
      <dgm:spPr/>
    </dgm:pt>
    <dgm:pt modelId="{4165DDF4-2C08-430D-8FAE-AC4334D554AF}" type="pres">
      <dgm:prSet presAssocID="{23FBFEF5-49A1-43B7-8CE6-A46B1988F5FA}" presName="bgRect" presStyleLbl="bgShp" presStyleIdx="1" presStyleCnt="7"/>
      <dgm:spPr/>
    </dgm:pt>
    <dgm:pt modelId="{AC29D542-225B-4EC9-991D-F08A72F6DCA4}" type="pres">
      <dgm:prSet presAssocID="{23FBFEF5-49A1-43B7-8CE6-A46B1988F5FA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z"/>
        </a:ext>
      </dgm:extLst>
    </dgm:pt>
    <dgm:pt modelId="{E6059F5D-86D0-479E-A740-1A767AA270F1}" type="pres">
      <dgm:prSet presAssocID="{23FBFEF5-49A1-43B7-8CE6-A46B1988F5FA}" presName="spaceRect" presStyleCnt="0"/>
      <dgm:spPr/>
    </dgm:pt>
    <dgm:pt modelId="{1ABE92D6-46BD-4AD7-895B-199C464198E4}" type="pres">
      <dgm:prSet presAssocID="{23FBFEF5-49A1-43B7-8CE6-A46B1988F5FA}" presName="parTx" presStyleLbl="revTx" presStyleIdx="1" presStyleCnt="7">
        <dgm:presLayoutVars>
          <dgm:chMax val="0"/>
          <dgm:chPref val="0"/>
        </dgm:presLayoutVars>
      </dgm:prSet>
      <dgm:spPr/>
    </dgm:pt>
    <dgm:pt modelId="{A493D2D5-0C9A-46A2-9882-7F2840D1CF7A}" type="pres">
      <dgm:prSet presAssocID="{244DC553-0D23-4DF0-83A9-12431F2C2640}" presName="sibTrans" presStyleCnt="0"/>
      <dgm:spPr/>
    </dgm:pt>
    <dgm:pt modelId="{9AD4E1BD-38B5-43A3-A6D2-667F9FFB9A63}" type="pres">
      <dgm:prSet presAssocID="{AD822C5B-4932-48FD-9005-C52018D2445C}" presName="compNode" presStyleCnt="0"/>
      <dgm:spPr/>
    </dgm:pt>
    <dgm:pt modelId="{86421273-384E-403C-B702-EF55BBBE838E}" type="pres">
      <dgm:prSet presAssocID="{AD822C5B-4932-48FD-9005-C52018D2445C}" presName="bgRect" presStyleLbl="bgShp" presStyleIdx="2" presStyleCnt="7"/>
      <dgm:spPr/>
    </dgm:pt>
    <dgm:pt modelId="{190B71AF-EEA7-4F0E-B5E6-3D5AC137C50F}" type="pres">
      <dgm:prSet presAssocID="{AD822C5B-4932-48FD-9005-C52018D2445C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7B38C72-E024-4323-9B77-8891A9B0ED13}" type="pres">
      <dgm:prSet presAssocID="{AD822C5B-4932-48FD-9005-C52018D2445C}" presName="spaceRect" presStyleCnt="0"/>
      <dgm:spPr/>
    </dgm:pt>
    <dgm:pt modelId="{54F0730A-4673-4194-8964-FB75D45EF333}" type="pres">
      <dgm:prSet presAssocID="{AD822C5B-4932-48FD-9005-C52018D2445C}" presName="parTx" presStyleLbl="revTx" presStyleIdx="2" presStyleCnt="7">
        <dgm:presLayoutVars>
          <dgm:chMax val="0"/>
          <dgm:chPref val="0"/>
        </dgm:presLayoutVars>
      </dgm:prSet>
      <dgm:spPr/>
    </dgm:pt>
    <dgm:pt modelId="{0C445776-5E14-461F-9461-F4350C0BE850}" type="pres">
      <dgm:prSet presAssocID="{14D84F6D-1564-4433-A969-8FD324BF0E80}" presName="sibTrans" presStyleCnt="0"/>
      <dgm:spPr/>
    </dgm:pt>
    <dgm:pt modelId="{B1090B53-7158-4CE8-BB1C-945EBAB09FD5}" type="pres">
      <dgm:prSet presAssocID="{42C46559-5CE0-4E22-9092-860B1ADAAD80}" presName="compNode" presStyleCnt="0"/>
      <dgm:spPr/>
    </dgm:pt>
    <dgm:pt modelId="{8F570E9A-4DAD-4AE0-B431-802CB7202613}" type="pres">
      <dgm:prSet presAssocID="{42C46559-5CE0-4E22-9092-860B1ADAAD80}" presName="bgRect" presStyleLbl="bgShp" presStyleIdx="3" presStyleCnt="7"/>
      <dgm:spPr/>
    </dgm:pt>
    <dgm:pt modelId="{6FDE0111-851C-491F-992B-D55DDAE154F1}" type="pres">
      <dgm:prSet presAssocID="{42C46559-5CE0-4E22-9092-860B1ADAAD80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eo"/>
        </a:ext>
      </dgm:extLst>
    </dgm:pt>
    <dgm:pt modelId="{F61CBFA5-B108-4BF4-9810-F2B78551D291}" type="pres">
      <dgm:prSet presAssocID="{42C46559-5CE0-4E22-9092-860B1ADAAD80}" presName="spaceRect" presStyleCnt="0"/>
      <dgm:spPr/>
    </dgm:pt>
    <dgm:pt modelId="{178104F3-A9DF-41BD-A698-C469E85422AE}" type="pres">
      <dgm:prSet presAssocID="{42C46559-5CE0-4E22-9092-860B1ADAAD80}" presName="parTx" presStyleLbl="revTx" presStyleIdx="3" presStyleCnt="7">
        <dgm:presLayoutVars>
          <dgm:chMax val="0"/>
          <dgm:chPref val="0"/>
        </dgm:presLayoutVars>
      </dgm:prSet>
      <dgm:spPr/>
    </dgm:pt>
    <dgm:pt modelId="{B2EDDDFA-8B2B-4037-9BCE-4F42F2F18500}" type="pres">
      <dgm:prSet presAssocID="{7125C3FA-1757-4A97-A95A-39B77D9E811F}" presName="sibTrans" presStyleCnt="0"/>
      <dgm:spPr/>
    </dgm:pt>
    <dgm:pt modelId="{7436D82A-7018-40E6-AEA0-FB313373D985}" type="pres">
      <dgm:prSet presAssocID="{2318B4FD-A05C-4DD6-B756-3ADFA72782AF}" presName="compNode" presStyleCnt="0"/>
      <dgm:spPr/>
    </dgm:pt>
    <dgm:pt modelId="{925C046C-3BA1-4FC3-97E8-04EFCE470930}" type="pres">
      <dgm:prSet presAssocID="{2318B4FD-A05C-4DD6-B756-3ADFA72782AF}" presName="bgRect" presStyleLbl="bgShp" presStyleIdx="4" presStyleCnt="7"/>
      <dgm:spPr/>
    </dgm:pt>
    <dgm:pt modelId="{88179749-4131-4F0F-939E-B39D06741EE2}" type="pres">
      <dgm:prSet presAssocID="{2318B4FD-A05C-4DD6-B756-3ADFA72782AF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2B249CCC-7D4C-456B-9C66-F8A2259F86CA}" type="pres">
      <dgm:prSet presAssocID="{2318B4FD-A05C-4DD6-B756-3ADFA72782AF}" presName="spaceRect" presStyleCnt="0"/>
      <dgm:spPr/>
    </dgm:pt>
    <dgm:pt modelId="{61F3AA4B-05E6-4EB2-B3B7-3D307308BAA3}" type="pres">
      <dgm:prSet presAssocID="{2318B4FD-A05C-4DD6-B756-3ADFA72782AF}" presName="parTx" presStyleLbl="revTx" presStyleIdx="4" presStyleCnt="7">
        <dgm:presLayoutVars>
          <dgm:chMax val="0"/>
          <dgm:chPref val="0"/>
        </dgm:presLayoutVars>
      </dgm:prSet>
      <dgm:spPr/>
    </dgm:pt>
    <dgm:pt modelId="{F486D827-872E-4250-A148-7AFD9F1B0A0C}" type="pres">
      <dgm:prSet presAssocID="{AEA5F5B6-9FEA-496B-8F89-A1045FC0EDD9}" presName="sibTrans" presStyleCnt="0"/>
      <dgm:spPr/>
    </dgm:pt>
    <dgm:pt modelId="{37ED8181-B4F3-43F8-B486-19842C15DA89}" type="pres">
      <dgm:prSet presAssocID="{643C7AA6-81C9-4455-9AF4-929F0E41D81D}" presName="compNode" presStyleCnt="0"/>
      <dgm:spPr/>
    </dgm:pt>
    <dgm:pt modelId="{F75CA7A2-B2C9-485E-A1E2-044863A881CE}" type="pres">
      <dgm:prSet presAssocID="{643C7AA6-81C9-4455-9AF4-929F0E41D81D}" presName="bgRect" presStyleLbl="bgShp" presStyleIdx="5" presStyleCnt="7"/>
      <dgm:spPr/>
    </dgm:pt>
    <dgm:pt modelId="{CB2688B1-A66F-43D8-A54E-8561B7616672}" type="pres">
      <dgm:prSet presAssocID="{643C7AA6-81C9-4455-9AF4-929F0E41D81D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A207FA7F-970A-4205-A61A-1060DC013E5C}" type="pres">
      <dgm:prSet presAssocID="{643C7AA6-81C9-4455-9AF4-929F0E41D81D}" presName="spaceRect" presStyleCnt="0"/>
      <dgm:spPr/>
    </dgm:pt>
    <dgm:pt modelId="{E6357B01-2FB9-4E0A-8C4E-DC7A4622A09A}" type="pres">
      <dgm:prSet presAssocID="{643C7AA6-81C9-4455-9AF4-929F0E41D81D}" presName="parTx" presStyleLbl="revTx" presStyleIdx="5" presStyleCnt="7">
        <dgm:presLayoutVars>
          <dgm:chMax val="0"/>
          <dgm:chPref val="0"/>
        </dgm:presLayoutVars>
      </dgm:prSet>
      <dgm:spPr/>
    </dgm:pt>
    <dgm:pt modelId="{CA277993-063D-4217-8EC0-D9B215574712}" type="pres">
      <dgm:prSet presAssocID="{CC6F5C6F-AE90-44FB-BBE6-998011E350A1}" presName="sibTrans" presStyleCnt="0"/>
      <dgm:spPr/>
    </dgm:pt>
    <dgm:pt modelId="{25AB60B6-0AEE-4CA9-A765-9DD1D01FB961}" type="pres">
      <dgm:prSet presAssocID="{AFBAE932-FA01-44B8-95B3-A9F955F644D6}" presName="compNode" presStyleCnt="0"/>
      <dgm:spPr/>
    </dgm:pt>
    <dgm:pt modelId="{BF06A3D4-08C3-4778-9087-1CC04408D9D2}" type="pres">
      <dgm:prSet presAssocID="{AFBAE932-FA01-44B8-95B3-A9F955F644D6}" presName="bgRect" presStyleLbl="bgShp" presStyleIdx="6" presStyleCnt="7"/>
      <dgm:spPr/>
    </dgm:pt>
    <dgm:pt modelId="{5A04CB98-D92C-4009-8AFD-BC6C8294C9C5}" type="pres">
      <dgm:prSet presAssocID="{AFBAE932-FA01-44B8-95B3-A9F955F644D6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AD23C415-1A29-45A3-BB74-A1C77647D177}" type="pres">
      <dgm:prSet presAssocID="{AFBAE932-FA01-44B8-95B3-A9F955F644D6}" presName="spaceRect" presStyleCnt="0"/>
      <dgm:spPr/>
    </dgm:pt>
    <dgm:pt modelId="{078520CB-28D4-46BF-B9DB-57B34F53AA0D}" type="pres">
      <dgm:prSet presAssocID="{AFBAE932-FA01-44B8-95B3-A9F955F644D6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B05B4231-1BC1-418C-8432-C7E2AFCD91F1}" srcId="{E06DAB73-3C0B-41A2-813F-84144A0A6526}" destId="{AD822C5B-4932-48FD-9005-C52018D2445C}" srcOrd="2" destOrd="0" parTransId="{65381BD9-0C75-44F2-B931-8EBCDDB8B9AC}" sibTransId="{14D84F6D-1564-4433-A969-8FD324BF0E80}"/>
    <dgm:cxn modelId="{9EE8974D-36A4-4B50-A0A8-B9B2C835240E}" type="presOf" srcId="{5D8D7BE4-6D05-4E92-A872-052A4E3C1038}" destId="{C8174B73-6FD9-4FE6-AEA4-8CD92EC29B0D}" srcOrd="0" destOrd="0" presId="urn:microsoft.com/office/officeart/2018/2/layout/IconVerticalSolidList"/>
    <dgm:cxn modelId="{04DA425F-26CA-45B9-A2BC-0DAE389C068D}" type="presOf" srcId="{643C7AA6-81C9-4455-9AF4-929F0E41D81D}" destId="{E6357B01-2FB9-4E0A-8C4E-DC7A4622A09A}" srcOrd="0" destOrd="0" presId="urn:microsoft.com/office/officeart/2018/2/layout/IconVerticalSolidList"/>
    <dgm:cxn modelId="{89D8B56C-2A1F-42D3-A6D7-95DA4CE76D54}" type="presOf" srcId="{AFBAE932-FA01-44B8-95B3-A9F955F644D6}" destId="{078520CB-28D4-46BF-B9DB-57B34F53AA0D}" srcOrd="0" destOrd="0" presId="urn:microsoft.com/office/officeart/2018/2/layout/IconVerticalSolidList"/>
    <dgm:cxn modelId="{1DF4A171-160B-45C6-9822-C3C8074D3F6F}" type="presOf" srcId="{E06DAB73-3C0B-41A2-813F-84144A0A6526}" destId="{DF7EF14F-F6B5-4D57-9CC2-91D897ED9882}" srcOrd="0" destOrd="0" presId="urn:microsoft.com/office/officeart/2018/2/layout/IconVerticalSolidList"/>
    <dgm:cxn modelId="{D7E1D972-1027-4DDC-84D0-DB99A58DA0ED}" srcId="{E06DAB73-3C0B-41A2-813F-84144A0A6526}" destId="{643C7AA6-81C9-4455-9AF4-929F0E41D81D}" srcOrd="5" destOrd="0" parTransId="{EA302BEF-6057-4699-A0C1-C417FBB20ABE}" sibTransId="{CC6F5C6F-AE90-44FB-BBE6-998011E350A1}"/>
    <dgm:cxn modelId="{17B5A781-65BE-4EBF-8932-7AF67EBA0398}" type="presOf" srcId="{2318B4FD-A05C-4DD6-B756-3ADFA72782AF}" destId="{61F3AA4B-05E6-4EB2-B3B7-3D307308BAA3}" srcOrd="0" destOrd="0" presId="urn:microsoft.com/office/officeart/2018/2/layout/IconVerticalSolidList"/>
    <dgm:cxn modelId="{C1F56085-05B5-4017-863D-2FDBF9D666D5}" srcId="{E06DAB73-3C0B-41A2-813F-84144A0A6526}" destId="{42C46559-5CE0-4E22-9092-860B1ADAAD80}" srcOrd="3" destOrd="0" parTransId="{6109570C-B1C9-411F-8B74-6FF55374A46C}" sibTransId="{7125C3FA-1757-4A97-A95A-39B77D9E811F}"/>
    <dgm:cxn modelId="{28A7948C-1E41-4189-A78D-A353D3624CE8}" srcId="{E06DAB73-3C0B-41A2-813F-84144A0A6526}" destId="{5D8D7BE4-6D05-4E92-A872-052A4E3C1038}" srcOrd="0" destOrd="0" parTransId="{F910C6D7-3993-4D95-82FB-E13A98748365}" sibTransId="{E7623C49-C130-4D46-A777-0EB3259622FC}"/>
    <dgm:cxn modelId="{BD3FC2A0-3C8C-4DB4-AADE-25D6EDAAE43C}" srcId="{E06DAB73-3C0B-41A2-813F-84144A0A6526}" destId="{23FBFEF5-49A1-43B7-8CE6-A46B1988F5FA}" srcOrd="1" destOrd="0" parTransId="{B8E96C8F-EFA3-48A0-9ECC-5546FA28B3B0}" sibTransId="{244DC553-0D23-4DF0-83A9-12431F2C2640}"/>
    <dgm:cxn modelId="{996AD5BA-FA2E-42C5-9BBE-0FF307024A1F}" type="presOf" srcId="{AD822C5B-4932-48FD-9005-C52018D2445C}" destId="{54F0730A-4673-4194-8964-FB75D45EF333}" srcOrd="0" destOrd="0" presId="urn:microsoft.com/office/officeart/2018/2/layout/IconVerticalSolidList"/>
    <dgm:cxn modelId="{C6D45ABE-20BE-47EF-876A-02D7AAE5E5E2}" srcId="{E06DAB73-3C0B-41A2-813F-84144A0A6526}" destId="{AFBAE932-FA01-44B8-95B3-A9F955F644D6}" srcOrd="6" destOrd="0" parTransId="{0CB5A04E-8B9C-4FEE-85A4-0FDBA81397A4}" sibTransId="{D67632A0-99A4-4367-A589-FDE617A0DE87}"/>
    <dgm:cxn modelId="{410534DC-0054-4E55-A4E5-0B53B95B4F44}" type="presOf" srcId="{23FBFEF5-49A1-43B7-8CE6-A46B1988F5FA}" destId="{1ABE92D6-46BD-4AD7-895B-199C464198E4}" srcOrd="0" destOrd="0" presId="urn:microsoft.com/office/officeart/2018/2/layout/IconVerticalSolidList"/>
    <dgm:cxn modelId="{1351EAEB-CFD1-4EDA-BF9E-7231D26C2F43}" type="presOf" srcId="{42C46559-5CE0-4E22-9092-860B1ADAAD80}" destId="{178104F3-A9DF-41BD-A698-C469E85422AE}" srcOrd="0" destOrd="0" presId="urn:microsoft.com/office/officeart/2018/2/layout/IconVerticalSolidList"/>
    <dgm:cxn modelId="{64268CFC-CCB4-4D9E-91AF-4CDB9D361728}" srcId="{E06DAB73-3C0B-41A2-813F-84144A0A6526}" destId="{2318B4FD-A05C-4DD6-B756-3ADFA72782AF}" srcOrd="4" destOrd="0" parTransId="{5A7091EE-FAB1-44D6-8EB7-60BAECDEB763}" sibTransId="{AEA5F5B6-9FEA-496B-8F89-A1045FC0EDD9}"/>
    <dgm:cxn modelId="{7AA81A0D-EA62-44EA-816B-730F17F8DC24}" type="presParOf" srcId="{DF7EF14F-F6B5-4D57-9CC2-91D897ED9882}" destId="{0676A2EF-6485-4918-978B-FA90E1B9EF77}" srcOrd="0" destOrd="0" presId="urn:microsoft.com/office/officeart/2018/2/layout/IconVerticalSolidList"/>
    <dgm:cxn modelId="{E095E04C-DD86-4055-8BCA-454ED427E39B}" type="presParOf" srcId="{0676A2EF-6485-4918-978B-FA90E1B9EF77}" destId="{D873E9F4-7090-4C3A-8704-D63D7EE22033}" srcOrd="0" destOrd="0" presId="urn:microsoft.com/office/officeart/2018/2/layout/IconVerticalSolidList"/>
    <dgm:cxn modelId="{D0486015-19ED-45B2-98AF-5B1B9274E0EC}" type="presParOf" srcId="{0676A2EF-6485-4918-978B-FA90E1B9EF77}" destId="{DD89232B-C6E5-4837-AE1B-0ECD67C27478}" srcOrd="1" destOrd="0" presId="urn:microsoft.com/office/officeart/2018/2/layout/IconVerticalSolidList"/>
    <dgm:cxn modelId="{64C0E655-FD78-4562-B1FF-58626838B5E3}" type="presParOf" srcId="{0676A2EF-6485-4918-978B-FA90E1B9EF77}" destId="{DBFEADF2-0E98-4E44-AE69-234D27FBAE3F}" srcOrd="2" destOrd="0" presId="urn:microsoft.com/office/officeart/2018/2/layout/IconVerticalSolidList"/>
    <dgm:cxn modelId="{42597E11-9FFF-4879-850E-98B3779DE26D}" type="presParOf" srcId="{0676A2EF-6485-4918-978B-FA90E1B9EF77}" destId="{C8174B73-6FD9-4FE6-AEA4-8CD92EC29B0D}" srcOrd="3" destOrd="0" presId="urn:microsoft.com/office/officeart/2018/2/layout/IconVerticalSolidList"/>
    <dgm:cxn modelId="{362C7F33-6D06-4298-B6F1-F0735CC1ED21}" type="presParOf" srcId="{DF7EF14F-F6B5-4D57-9CC2-91D897ED9882}" destId="{BCFD763D-550D-4EC4-A4F6-E525D19D15CA}" srcOrd="1" destOrd="0" presId="urn:microsoft.com/office/officeart/2018/2/layout/IconVerticalSolidList"/>
    <dgm:cxn modelId="{3569D37C-8182-4014-A349-3AA538BC15CA}" type="presParOf" srcId="{DF7EF14F-F6B5-4D57-9CC2-91D897ED9882}" destId="{3D8E9A2D-8D61-474A-93D0-A30DFD842A4C}" srcOrd="2" destOrd="0" presId="urn:microsoft.com/office/officeart/2018/2/layout/IconVerticalSolidList"/>
    <dgm:cxn modelId="{18E19D31-AB9A-4A8A-A0F5-223C3CEEA45D}" type="presParOf" srcId="{3D8E9A2D-8D61-474A-93D0-A30DFD842A4C}" destId="{4165DDF4-2C08-430D-8FAE-AC4334D554AF}" srcOrd="0" destOrd="0" presId="urn:microsoft.com/office/officeart/2018/2/layout/IconVerticalSolidList"/>
    <dgm:cxn modelId="{F3772167-3C1C-4261-95D8-CA2F335EC5D0}" type="presParOf" srcId="{3D8E9A2D-8D61-474A-93D0-A30DFD842A4C}" destId="{AC29D542-225B-4EC9-991D-F08A72F6DCA4}" srcOrd="1" destOrd="0" presId="urn:microsoft.com/office/officeart/2018/2/layout/IconVerticalSolidList"/>
    <dgm:cxn modelId="{1FFF29CF-8092-4E3D-A0FF-F1D5FB5FBC9C}" type="presParOf" srcId="{3D8E9A2D-8D61-474A-93D0-A30DFD842A4C}" destId="{E6059F5D-86D0-479E-A740-1A767AA270F1}" srcOrd="2" destOrd="0" presId="urn:microsoft.com/office/officeart/2018/2/layout/IconVerticalSolidList"/>
    <dgm:cxn modelId="{6FF8ADEB-8DD1-40E2-A326-07F63B08F038}" type="presParOf" srcId="{3D8E9A2D-8D61-474A-93D0-A30DFD842A4C}" destId="{1ABE92D6-46BD-4AD7-895B-199C464198E4}" srcOrd="3" destOrd="0" presId="urn:microsoft.com/office/officeart/2018/2/layout/IconVerticalSolidList"/>
    <dgm:cxn modelId="{D368E855-7E24-485E-9D98-48356A792D32}" type="presParOf" srcId="{DF7EF14F-F6B5-4D57-9CC2-91D897ED9882}" destId="{A493D2D5-0C9A-46A2-9882-7F2840D1CF7A}" srcOrd="3" destOrd="0" presId="urn:microsoft.com/office/officeart/2018/2/layout/IconVerticalSolidList"/>
    <dgm:cxn modelId="{40DFDAC2-E4BA-474C-A5AC-032012554477}" type="presParOf" srcId="{DF7EF14F-F6B5-4D57-9CC2-91D897ED9882}" destId="{9AD4E1BD-38B5-43A3-A6D2-667F9FFB9A63}" srcOrd="4" destOrd="0" presId="urn:microsoft.com/office/officeart/2018/2/layout/IconVerticalSolidList"/>
    <dgm:cxn modelId="{B8764759-2E01-4957-9AED-08FDDACE4C56}" type="presParOf" srcId="{9AD4E1BD-38B5-43A3-A6D2-667F9FFB9A63}" destId="{86421273-384E-403C-B702-EF55BBBE838E}" srcOrd="0" destOrd="0" presId="urn:microsoft.com/office/officeart/2018/2/layout/IconVerticalSolidList"/>
    <dgm:cxn modelId="{805212F8-58BD-465D-B960-A1047276523D}" type="presParOf" srcId="{9AD4E1BD-38B5-43A3-A6D2-667F9FFB9A63}" destId="{190B71AF-EEA7-4F0E-B5E6-3D5AC137C50F}" srcOrd="1" destOrd="0" presId="urn:microsoft.com/office/officeart/2018/2/layout/IconVerticalSolidList"/>
    <dgm:cxn modelId="{30AD24C6-9C5E-42AA-87D3-7D384FAF6BC8}" type="presParOf" srcId="{9AD4E1BD-38B5-43A3-A6D2-667F9FFB9A63}" destId="{47B38C72-E024-4323-9B77-8891A9B0ED13}" srcOrd="2" destOrd="0" presId="urn:microsoft.com/office/officeart/2018/2/layout/IconVerticalSolidList"/>
    <dgm:cxn modelId="{7FE4ED0F-447E-4F80-815B-BF4F4C595060}" type="presParOf" srcId="{9AD4E1BD-38B5-43A3-A6D2-667F9FFB9A63}" destId="{54F0730A-4673-4194-8964-FB75D45EF333}" srcOrd="3" destOrd="0" presId="urn:microsoft.com/office/officeart/2018/2/layout/IconVerticalSolidList"/>
    <dgm:cxn modelId="{6CEEE7B5-B28B-4D34-B48C-35F2C057AE18}" type="presParOf" srcId="{DF7EF14F-F6B5-4D57-9CC2-91D897ED9882}" destId="{0C445776-5E14-461F-9461-F4350C0BE850}" srcOrd="5" destOrd="0" presId="urn:microsoft.com/office/officeart/2018/2/layout/IconVerticalSolidList"/>
    <dgm:cxn modelId="{CF820D1B-0488-43BB-9CDA-8E4D27B7D4FB}" type="presParOf" srcId="{DF7EF14F-F6B5-4D57-9CC2-91D897ED9882}" destId="{B1090B53-7158-4CE8-BB1C-945EBAB09FD5}" srcOrd="6" destOrd="0" presId="urn:microsoft.com/office/officeart/2018/2/layout/IconVerticalSolidList"/>
    <dgm:cxn modelId="{65B91C87-ADDB-458A-802B-0769954C2219}" type="presParOf" srcId="{B1090B53-7158-4CE8-BB1C-945EBAB09FD5}" destId="{8F570E9A-4DAD-4AE0-B431-802CB7202613}" srcOrd="0" destOrd="0" presId="urn:microsoft.com/office/officeart/2018/2/layout/IconVerticalSolidList"/>
    <dgm:cxn modelId="{05147F59-7F23-4201-889A-CDBA2E7037FB}" type="presParOf" srcId="{B1090B53-7158-4CE8-BB1C-945EBAB09FD5}" destId="{6FDE0111-851C-491F-992B-D55DDAE154F1}" srcOrd="1" destOrd="0" presId="urn:microsoft.com/office/officeart/2018/2/layout/IconVerticalSolidList"/>
    <dgm:cxn modelId="{0D6727EE-5572-4140-A111-213F0BF2A393}" type="presParOf" srcId="{B1090B53-7158-4CE8-BB1C-945EBAB09FD5}" destId="{F61CBFA5-B108-4BF4-9810-F2B78551D291}" srcOrd="2" destOrd="0" presId="urn:microsoft.com/office/officeart/2018/2/layout/IconVerticalSolidList"/>
    <dgm:cxn modelId="{84505960-BABD-4D7A-BA5B-FA6A89E32C40}" type="presParOf" srcId="{B1090B53-7158-4CE8-BB1C-945EBAB09FD5}" destId="{178104F3-A9DF-41BD-A698-C469E85422AE}" srcOrd="3" destOrd="0" presId="urn:microsoft.com/office/officeart/2018/2/layout/IconVerticalSolidList"/>
    <dgm:cxn modelId="{7AF980B3-0551-4F34-9661-0137137A2E68}" type="presParOf" srcId="{DF7EF14F-F6B5-4D57-9CC2-91D897ED9882}" destId="{B2EDDDFA-8B2B-4037-9BCE-4F42F2F18500}" srcOrd="7" destOrd="0" presId="urn:microsoft.com/office/officeart/2018/2/layout/IconVerticalSolidList"/>
    <dgm:cxn modelId="{398F6E95-0F9E-4709-A964-1E5CED9F42C1}" type="presParOf" srcId="{DF7EF14F-F6B5-4D57-9CC2-91D897ED9882}" destId="{7436D82A-7018-40E6-AEA0-FB313373D985}" srcOrd="8" destOrd="0" presId="urn:microsoft.com/office/officeart/2018/2/layout/IconVerticalSolidList"/>
    <dgm:cxn modelId="{E105A400-D27E-4C32-BE8C-CD8C4CC694ED}" type="presParOf" srcId="{7436D82A-7018-40E6-AEA0-FB313373D985}" destId="{925C046C-3BA1-4FC3-97E8-04EFCE470930}" srcOrd="0" destOrd="0" presId="urn:microsoft.com/office/officeart/2018/2/layout/IconVerticalSolidList"/>
    <dgm:cxn modelId="{C6B7BADE-5986-4DCE-AD50-0B335B2EF8E0}" type="presParOf" srcId="{7436D82A-7018-40E6-AEA0-FB313373D985}" destId="{88179749-4131-4F0F-939E-B39D06741EE2}" srcOrd="1" destOrd="0" presId="urn:microsoft.com/office/officeart/2018/2/layout/IconVerticalSolidList"/>
    <dgm:cxn modelId="{4D2BB541-538E-41C1-B2DD-55BF167AA863}" type="presParOf" srcId="{7436D82A-7018-40E6-AEA0-FB313373D985}" destId="{2B249CCC-7D4C-456B-9C66-F8A2259F86CA}" srcOrd="2" destOrd="0" presId="urn:microsoft.com/office/officeart/2018/2/layout/IconVerticalSolidList"/>
    <dgm:cxn modelId="{F22D4671-B239-407F-B64A-9343D8914289}" type="presParOf" srcId="{7436D82A-7018-40E6-AEA0-FB313373D985}" destId="{61F3AA4B-05E6-4EB2-B3B7-3D307308BAA3}" srcOrd="3" destOrd="0" presId="urn:microsoft.com/office/officeart/2018/2/layout/IconVerticalSolidList"/>
    <dgm:cxn modelId="{9D72A5F6-EDCA-472E-A527-FC553D51469D}" type="presParOf" srcId="{DF7EF14F-F6B5-4D57-9CC2-91D897ED9882}" destId="{F486D827-872E-4250-A148-7AFD9F1B0A0C}" srcOrd="9" destOrd="0" presId="urn:microsoft.com/office/officeart/2018/2/layout/IconVerticalSolidList"/>
    <dgm:cxn modelId="{4B6805B3-08D3-45D7-9483-C907E8671CEC}" type="presParOf" srcId="{DF7EF14F-F6B5-4D57-9CC2-91D897ED9882}" destId="{37ED8181-B4F3-43F8-B486-19842C15DA89}" srcOrd="10" destOrd="0" presId="urn:microsoft.com/office/officeart/2018/2/layout/IconVerticalSolidList"/>
    <dgm:cxn modelId="{71DD8582-DB23-453F-89AA-E112EFED862D}" type="presParOf" srcId="{37ED8181-B4F3-43F8-B486-19842C15DA89}" destId="{F75CA7A2-B2C9-485E-A1E2-044863A881CE}" srcOrd="0" destOrd="0" presId="urn:microsoft.com/office/officeart/2018/2/layout/IconVerticalSolidList"/>
    <dgm:cxn modelId="{F299F33F-5AB2-4F8A-868F-E724BA0B5BB8}" type="presParOf" srcId="{37ED8181-B4F3-43F8-B486-19842C15DA89}" destId="{CB2688B1-A66F-43D8-A54E-8561B7616672}" srcOrd="1" destOrd="0" presId="urn:microsoft.com/office/officeart/2018/2/layout/IconVerticalSolidList"/>
    <dgm:cxn modelId="{7C4FB7FD-744E-4BB2-8C43-A4046529FE3E}" type="presParOf" srcId="{37ED8181-B4F3-43F8-B486-19842C15DA89}" destId="{A207FA7F-970A-4205-A61A-1060DC013E5C}" srcOrd="2" destOrd="0" presId="urn:microsoft.com/office/officeart/2018/2/layout/IconVerticalSolidList"/>
    <dgm:cxn modelId="{F10B2DA1-072C-42BF-BFA9-20A20A0184BC}" type="presParOf" srcId="{37ED8181-B4F3-43F8-B486-19842C15DA89}" destId="{E6357B01-2FB9-4E0A-8C4E-DC7A4622A09A}" srcOrd="3" destOrd="0" presId="urn:microsoft.com/office/officeart/2018/2/layout/IconVerticalSolidList"/>
    <dgm:cxn modelId="{B3A11074-0499-44E3-BEDC-F715BB323C03}" type="presParOf" srcId="{DF7EF14F-F6B5-4D57-9CC2-91D897ED9882}" destId="{CA277993-063D-4217-8EC0-D9B215574712}" srcOrd="11" destOrd="0" presId="urn:microsoft.com/office/officeart/2018/2/layout/IconVerticalSolidList"/>
    <dgm:cxn modelId="{28BA1E35-8254-4DFE-9C9F-9AEDD3E7C9E1}" type="presParOf" srcId="{DF7EF14F-F6B5-4D57-9CC2-91D897ED9882}" destId="{25AB60B6-0AEE-4CA9-A765-9DD1D01FB961}" srcOrd="12" destOrd="0" presId="urn:microsoft.com/office/officeart/2018/2/layout/IconVerticalSolidList"/>
    <dgm:cxn modelId="{25D9732E-17FB-4231-8134-6240ACC96B56}" type="presParOf" srcId="{25AB60B6-0AEE-4CA9-A765-9DD1D01FB961}" destId="{BF06A3D4-08C3-4778-9087-1CC04408D9D2}" srcOrd="0" destOrd="0" presId="urn:microsoft.com/office/officeart/2018/2/layout/IconVerticalSolidList"/>
    <dgm:cxn modelId="{DF3807B7-21A8-4615-ACAB-207FB7FE7633}" type="presParOf" srcId="{25AB60B6-0AEE-4CA9-A765-9DD1D01FB961}" destId="{5A04CB98-D92C-4009-8AFD-BC6C8294C9C5}" srcOrd="1" destOrd="0" presId="urn:microsoft.com/office/officeart/2018/2/layout/IconVerticalSolidList"/>
    <dgm:cxn modelId="{5F2ABE00-BD5B-4DD9-A4BE-28D87C0BB738}" type="presParOf" srcId="{25AB60B6-0AEE-4CA9-A765-9DD1D01FB961}" destId="{AD23C415-1A29-45A3-BB74-A1C77647D177}" srcOrd="2" destOrd="0" presId="urn:microsoft.com/office/officeart/2018/2/layout/IconVerticalSolidList"/>
    <dgm:cxn modelId="{3BFD3889-69D6-4AAE-A555-DF4F7ED82650}" type="presParOf" srcId="{25AB60B6-0AEE-4CA9-A765-9DD1D01FB961}" destId="{078520CB-28D4-46BF-B9DB-57B34F53AA0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EB6B0A-BD33-41A0-BDAB-67B0B2E686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FB2AF9A7-C153-4E15-9F84-1FE27A543C72}">
      <dgm:prSet/>
      <dgm:spPr/>
      <dgm:t>
        <a:bodyPr/>
        <a:lstStyle/>
        <a:p>
          <a:r>
            <a:rPr lang="es-ES"/>
            <a:t>Prestar atención a las conductas no verbales (posturas, gestos, etc.)</a:t>
          </a:r>
          <a:endParaRPr lang="en-US"/>
        </a:p>
      </dgm:t>
    </dgm:pt>
    <dgm:pt modelId="{FAD1292D-821D-43E3-A364-52257DD2910A}" type="parTrans" cxnId="{4CD70B12-1E5A-4158-88FD-DB9E79A2CE54}">
      <dgm:prSet/>
      <dgm:spPr/>
      <dgm:t>
        <a:bodyPr/>
        <a:lstStyle/>
        <a:p>
          <a:endParaRPr lang="en-US"/>
        </a:p>
      </dgm:t>
    </dgm:pt>
    <dgm:pt modelId="{B3CA272F-0EA6-4D37-86B8-D8700CE0734E}" type="sibTrans" cxnId="{4CD70B12-1E5A-4158-88FD-DB9E79A2CE54}">
      <dgm:prSet/>
      <dgm:spPr/>
      <dgm:t>
        <a:bodyPr/>
        <a:lstStyle/>
        <a:p>
          <a:endParaRPr lang="en-US"/>
        </a:p>
      </dgm:t>
    </dgm:pt>
    <dgm:pt modelId="{D95D9CC0-F92E-4341-87A9-DAEE8CF9FB19}">
      <dgm:prSet/>
      <dgm:spPr/>
      <dgm:t>
        <a:bodyPr/>
        <a:lstStyle/>
        <a:p>
          <a:r>
            <a:rPr lang="es-ES"/>
            <a:t>También es relevante aquello que no ocurre (y sí esperábamos que sucediera)</a:t>
          </a:r>
          <a:endParaRPr lang="en-US"/>
        </a:p>
      </dgm:t>
    </dgm:pt>
    <dgm:pt modelId="{6BDDECCD-A086-4A47-B397-3A9D17EA7CA2}" type="parTrans" cxnId="{B21025B4-7C86-4885-AC02-F008518C6D9D}">
      <dgm:prSet/>
      <dgm:spPr/>
      <dgm:t>
        <a:bodyPr/>
        <a:lstStyle/>
        <a:p>
          <a:endParaRPr lang="en-US"/>
        </a:p>
      </dgm:t>
    </dgm:pt>
    <dgm:pt modelId="{F34391C5-0145-4FA2-B30F-600A83701404}" type="sibTrans" cxnId="{B21025B4-7C86-4885-AC02-F008518C6D9D}">
      <dgm:prSet/>
      <dgm:spPr/>
      <dgm:t>
        <a:bodyPr/>
        <a:lstStyle/>
        <a:p>
          <a:endParaRPr lang="en-US"/>
        </a:p>
      </dgm:t>
    </dgm:pt>
    <dgm:pt modelId="{408555DB-0C74-4441-B0E1-3DB2194F2743}">
      <dgm:prSet/>
      <dgm:spPr/>
      <dgm:t>
        <a:bodyPr/>
        <a:lstStyle/>
        <a:p>
          <a:r>
            <a:rPr lang="es-ES"/>
            <a:t>No interferir para no afectar la conducta de las personas</a:t>
          </a:r>
          <a:endParaRPr lang="en-US"/>
        </a:p>
      </dgm:t>
    </dgm:pt>
    <dgm:pt modelId="{7AE70C72-9FA0-4557-B814-635DB4AC1C41}" type="parTrans" cxnId="{AEB681F5-2327-4500-B15E-C0D7795EBCFC}">
      <dgm:prSet/>
      <dgm:spPr/>
      <dgm:t>
        <a:bodyPr/>
        <a:lstStyle/>
        <a:p>
          <a:endParaRPr lang="en-US"/>
        </a:p>
      </dgm:t>
    </dgm:pt>
    <dgm:pt modelId="{28AB2CE9-C837-4769-A4D2-D3A1CFC4CC13}" type="sibTrans" cxnId="{AEB681F5-2327-4500-B15E-C0D7795EBCFC}">
      <dgm:prSet/>
      <dgm:spPr/>
      <dgm:t>
        <a:bodyPr/>
        <a:lstStyle/>
        <a:p>
          <a:endParaRPr lang="en-US"/>
        </a:p>
      </dgm:t>
    </dgm:pt>
    <dgm:pt modelId="{930F283D-C273-487E-8F17-53F4BF9738C4}" type="pres">
      <dgm:prSet presAssocID="{DAEB6B0A-BD33-41A0-BDAB-67B0B2E68656}" presName="root" presStyleCnt="0">
        <dgm:presLayoutVars>
          <dgm:dir/>
          <dgm:resizeHandles val="exact"/>
        </dgm:presLayoutVars>
      </dgm:prSet>
      <dgm:spPr/>
    </dgm:pt>
    <dgm:pt modelId="{D64F972F-4A91-44ED-B181-7A3491C4BD76}" type="pres">
      <dgm:prSet presAssocID="{FB2AF9A7-C153-4E15-9F84-1FE27A543C72}" presName="compNode" presStyleCnt="0"/>
      <dgm:spPr/>
    </dgm:pt>
    <dgm:pt modelId="{3DB6E22C-5F88-4ED7-9CCD-31B1BD772BD3}" type="pres">
      <dgm:prSet presAssocID="{FB2AF9A7-C153-4E15-9F84-1FE27A543C72}" presName="bgRect" presStyleLbl="bgShp" presStyleIdx="0" presStyleCnt="3"/>
      <dgm:spPr/>
    </dgm:pt>
    <dgm:pt modelId="{52FCBFD8-FF2F-4DC8-A973-D22DEB53AD26}" type="pres">
      <dgm:prSet presAssocID="{FB2AF9A7-C153-4E15-9F84-1FE27A543C7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 Language"/>
        </a:ext>
      </dgm:extLst>
    </dgm:pt>
    <dgm:pt modelId="{F459F820-F9D9-4CF1-993E-08CFC2ABA209}" type="pres">
      <dgm:prSet presAssocID="{FB2AF9A7-C153-4E15-9F84-1FE27A543C72}" presName="spaceRect" presStyleCnt="0"/>
      <dgm:spPr/>
    </dgm:pt>
    <dgm:pt modelId="{FC7DAC40-E312-42D9-9114-D52B5F450F8D}" type="pres">
      <dgm:prSet presAssocID="{FB2AF9A7-C153-4E15-9F84-1FE27A543C72}" presName="parTx" presStyleLbl="revTx" presStyleIdx="0" presStyleCnt="3">
        <dgm:presLayoutVars>
          <dgm:chMax val="0"/>
          <dgm:chPref val="0"/>
        </dgm:presLayoutVars>
      </dgm:prSet>
      <dgm:spPr/>
    </dgm:pt>
    <dgm:pt modelId="{54740E62-4823-4905-93B5-70789FCAE764}" type="pres">
      <dgm:prSet presAssocID="{B3CA272F-0EA6-4D37-86B8-D8700CE0734E}" presName="sibTrans" presStyleCnt="0"/>
      <dgm:spPr/>
    </dgm:pt>
    <dgm:pt modelId="{DB5D6584-E3D0-430C-9D87-7C98241AD81F}" type="pres">
      <dgm:prSet presAssocID="{D95D9CC0-F92E-4341-87A9-DAEE8CF9FB19}" presName="compNode" presStyleCnt="0"/>
      <dgm:spPr/>
    </dgm:pt>
    <dgm:pt modelId="{4F90B872-4FAE-456C-9302-4ABBC3C3DA02}" type="pres">
      <dgm:prSet presAssocID="{D95D9CC0-F92E-4341-87A9-DAEE8CF9FB19}" presName="bgRect" presStyleLbl="bgShp" presStyleIdx="1" presStyleCnt="3"/>
      <dgm:spPr/>
    </dgm:pt>
    <dgm:pt modelId="{EC1965C4-95B0-4C27-87C5-4988DBC43953}" type="pres">
      <dgm:prSet presAssocID="{D95D9CC0-F92E-4341-87A9-DAEE8CF9FB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126F24ED-158B-436B-9845-2331583C88AE}" type="pres">
      <dgm:prSet presAssocID="{D95D9CC0-F92E-4341-87A9-DAEE8CF9FB19}" presName="spaceRect" presStyleCnt="0"/>
      <dgm:spPr/>
    </dgm:pt>
    <dgm:pt modelId="{1D787952-21CA-405A-BB94-AE441A8CD273}" type="pres">
      <dgm:prSet presAssocID="{D95D9CC0-F92E-4341-87A9-DAEE8CF9FB19}" presName="parTx" presStyleLbl="revTx" presStyleIdx="1" presStyleCnt="3">
        <dgm:presLayoutVars>
          <dgm:chMax val="0"/>
          <dgm:chPref val="0"/>
        </dgm:presLayoutVars>
      </dgm:prSet>
      <dgm:spPr/>
    </dgm:pt>
    <dgm:pt modelId="{D9139AEE-26F3-4407-98D5-34C36EBBFC2F}" type="pres">
      <dgm:prSet presAssocID="{F34391C5-0145-4FA2-B30F-600A83701404}" presName="sibTrans" presStyleCnt="0"/>
      <dgm:spPr/>
    </dgm:pt>
    <dgm:pt modelId="{60728F5F-87A8-438B-9454-AE60D1C67411}" type="pres">
      <dgm:prSet presAssocID="{408555DB-0C74-4441-B0E1-3DB2194F2743}" presName="compNode" presStyleCnt="0"/>
      <dgm:spPr/>
    </dgm:pt>
    <dgm:pt modelId="{EC5D6488-A4D1-442D-821F-C656C9DF5502}" type="pres">
      <dgm:prSet presAssocID="{408555DB-0C74-4441-B0E1-3DB2194F2743}" presName="bgRect" presStyleLbl="bgShp" presStyleIdx="2" presStyleCnt="3"/>
      <dgm:spPr/>
    </dgm:pt>
    <dgm:pt modelId="{46AEBFD4-EFAE-4AC8-B5B1-DAD00B319253}" type="pres">
      <dgm:prSet presAssocID="{408555DB-0C74-4441-B0E1-3DB2194F274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9A2F4B89-407E-4CE9-96E5-6B0EBE0A4156}" type="pres">
      <dgm:prSet presAssocID="{408555DB-0C74-4441-B0E1-3DB2194F2743}" presName="spaceRect" presStyleCnt="0"/>
      <dgm:spPr/>
    </dgm:pt>
    <dgm:pt modelId="{78DA54D6-4CB9-4F24-A7AD-7AAF320536CA}" type="pres">
      <dgm:prSet presAssocID="{408555DB-0C74-4441-B0E1-3DB2194F274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CD70B12-1E5A-4158-88FD-DB9E79A2CE54}" srcId="{DAEB6B0A-BD33-41A0-BDAB-67B0B2E68656}" destId="{FB2AF9A7-C153-4E15-9F84-1FE27A543C72}" srcOrd="0" destOrd="0" parTransId="{FAD1292D-821D-43E3-A364-52257DD2910A}" sibTransId="{B3CA272F-0EA6-4D37-86B8-D8700CE0734E}"/>
    <dgm:cxn modelId="{AF554E45-B398-4786-8122-4F0482043130}" type="presOf" srcId="{D95D9CC0-F92E-4341-87A9-DAEE8CF9FB19}" destId="{1D787952-21CA-405A-BB94-AE441A8CD273}" srcOrd="0" destOrd="0" presId="urn:microsoft.com/office/officeart/2018/2/layout/IconVerticalSolidList"/>
    <dgm:cxn modelId="{8E90BE8C-D10C-4903-BBD6-85D444ADC2CD}" type="presOf" srcId="{FB2AF9A7-C153-4E15-9F84-1FE27A543C72}" destId="{FC7DAC40-E312-42D9-9114-D52B5F450F8D}" srcOrd="0" destOrd="0" presId="urn:microsoft.com/office/officeart/2018/2/layout/IconVerticalSolidList"/>
    <dgm:cxn modelId="{D94A3B8E-77C9-420D-8B61-C0D81211E4D0}" type="presOf" srcId="{DAEB6B0A-BD33-41A0-BDAB-67B0B2E68656}" destId="{930F283D-C273-487E-8F17-53F4BF9738C4}" srcOrd="0" destOrd="0" presId="urn:microsoft.com/office/officeart/2018/2/layout/IconVerticalSolidList"/>
    <dgm:cxn modelId="{B21025B4-7C86-4885-AC02-F008518C6D9D}" srcId="{DAEB6B0A-BD33-41A0-BDAB-67B0B2E68656}" destId="{D95D9CC0-F92E-4341-87A9-DAEE8CF9FB19}" srcOrd="1" destOrd="0" parTransId="{6BDDECCD-A086-4A47-B397-3A9D17EA7CA2}" sibTransId="{F34391C5-0145-4FA2-B30F-600A83701404}"/>
    <dgm:cxn modelId="{CC7315B7-8D87-4611-8D8A-77AA08032057}" type="presOf" srcId="{408555DB-0C74-4441-B0E1-3DB2194F2743}" destId="{78DA54D6-4CB9-4F24-A7AD-7AAF320536CA}" srcOrd="0" destOrd="0" presId="urn:microsoft.com/office/officeart/2018/2/layout/IconVerticalSolidList"/>
    <dgm:cxn modelId="{AEB681F5-2327-4500-B15E-C0D7795EBCFC}" srcId="{DAEB6B0A-BD33-41A0-BDAB-67B0B2E68656}" destId="{408555DB-0C74-4441-B0E1-3DB2194F2743}" srcOrd="2" destOrd="0" parTransId="{7AE70C72-9FA0-4557-B814-635DB4AC1C41}" sibTransId="{28AB2CE9-C837-4769-A4D2-D3A1CFC4CC13}"/>
    <dgm:cxn modelId="{B0F47759-B7D4-4703-A4D1-FC0876CDC2CA}" type="presParOf" srcId="{930F283D-C273-487E-8F17-53F4BF9738C4}" destId="{D64F972F-4A91-44ED-B181-7A3491C4BD76}" srcOrd="0" destOrd="0" presId="urn:microsoft.com/office/officeart/2018/2/layout/IconVerticalSolidList"/>
    <dgm:cxn modelId="{30335F87-7BBE-434B-92F3-CF7107DA8D85}" type="presParOf" srcId="{D64F972F-4A91-44ED-B181-7A3491C4BD76}" destId="{3DB6E22C-5F88-4ED7-9CCD-31B1BD772BD3}" srcOrd="0" destOrd="0" presId="urn:microsoft.com/office/officeart/2018/2/layout/IconVerticalSolidList"/>
    <dgm:cxn modelId="{AC516634-A535-417D-8511-9EA928F2D2D5}" type="presParOf" srcId="{D64F972F-4A91-44ED-B181-7A3491C4BD76}" destId="{52FCBFD8-FF2F-4DC8-A973-D22DEB53AD26}" srcOrd="1" destOrd="0" presId="urn:microsoft.com/office/officeart/2018/2/layout/IconVerticalSolidList"/>
    <dgm:cxn modelId="{B5D6720F-2673-4F03-8449-82F341B9CA4D}" type="presParOf" srcId="{D64F972F-4A91-44ED-B181-7A3491C4BD76}" destId="{F459F820-F9D9-4CF1-993E-08CFC2ABA209}" srcOrd="2" destOrd="0" presId="urn:microsoft.com/office/officeart/2018/2/layout/IconVerticalSolidList"/>
    <dgm:cxn modelId="{D3AE9C68-4847-407F-AF5F-1D0033A97ED5}" type="presParOf" srcId="{D64F972F-4A91-44ED-B181-7A3491C4BD76}" destId="{FC7DAC40-E312-42D9-9114-D52B5F450F8D}" srcOrd="3" destOrd="0" presId="urn:microsoft.com/office/officeart/2018/2/layout/IconVerticalSolidList"/>
    <dgm:cxn modelId="{C464FB42-671F-4BB9-A194-125BBA8D5AA0}" type="presParOf" srcId="{930F283D-C273-487E-8F17-53F4BF9738C4}" destId="{54740E62-4823-4905-93B5-70789FCAE764}" srcOrd="1" destOrd="0" presId="urn:microsoft.com/office/officeart/2018/2/layout/IconVerticalSolidList"/>
    <dgm:cxn modelId="{3607CE4B-5E4B-449D-B8EF-D2F77A4FDE8E}" type="presParOf" srcId="{930F283D-C273-487E-8F17-53F4BF9738C4}" destId="{DB5D6584-E3D0-430C-9D87-7C98241AD81F}" srcOrd="2" destOrd="0" presId="urn:microsoft.com/office/officeart/2018/2/layout/IconVerticalSolidList"/>
    <dgm:cxn modelId="{5F8A3A2E-DA9E-41E5-8B1E-B77EB452C8DF}" type="presParOf" srcId="{DB5D6584-E3D0-430C-9D87-7C98241AD81F}" destId="{4F90B872-4FAE-456C-9302-4ABBC3C3DA02}" srcOrd="0" destOrd="0" presId="urn:microsoft.com/office/officeart/2018/2/layout/IconVerticalSolidList"/>
    <dgm:cxn modelId="{7BA0ADE3-9B43-4F69-8C6F-320827F20093}" type="presParOf" srcId="{DB5D6584-E3D0-430C-9D87-7C98241AD81F}" destId="{EC1965C4-95B0-4C27-87C5-4988DBC43953}" srcOrd="1" destOrd="0" presId="urn:microsoft.com/office/officeart/2018/2/layout/IconVerticalSolidList"/>
    <dgm:cxn modelId="{329FBF46-2EE5-40B7-BA7E-C5A4FB69F66A}" type="presParOf" srcId="{DB5D6584-E3D0-430C-9D87-7C98241AD81F}" destId="{126F24ED-158B-436B-9845-2331583C88AE}" srcOrd="2" destOrd="0" presId="urn:microsoft.com/office/officeart/2018/2/layout/IconVerticalSolidList"/>
    <dgm:cxn modelId="{D8684312-D1A6-4CE9-BD42-A7814F71288D}" type="presParOf" srcId="{DB5D6584-E3D0-430C-9D87-7C98241AD81F}" destId="{1D787952-21CA-405A-BB94-AE441A8CD273}" srcOrd="3" destOrd="0" presId="urn:microsoft.com/office/officeart/2018/2/layout/IconVerticalSolidList"/>
    <dgm:cxn modelId="{3584BBBD-80F6-4E9E-AA7B-D97CB9A26882}" type="presParOf" srcId="{930F283D-C273-487E-8F17-53F4BF9738C4}" destId="{D9139AEE-26F3-4407-98D5-34C36EBBFC2F}" srcOrd="3" destOrd="0" presId="urn:microsoft.com/office/officeart/2018/2/layout/IconVerticalSolidList"/>
    <dgm:cxn modelId="{4216F0DA-532F-4540-A811-065712328C26}" type="presParOf" srcId="{930F283D-C273-487E-8F17-53F4BF9738C4}" destId="{60728F5F-87A8-438B-9454-AE60D1C67411}" srcOrd="4" destOrd="0" presId="urn:microsoft.com/office/officeart/2018/2/layout/IconVerticalSolidList"/>
    <dgm:cxn modelId="{46470868-B5AF-44D0-9B7C-41EE2B5FED5B}" type="presParOf" srcId="{60728F5F-87A8-438B-9454-AE60D1C67411}" destId="{EC5D6488-A4D1-442D-821F-C656C9DF5502}" srcOrd="0" destOrd="0" presId="urn:microsoft.com/office/officeart/2018/2/layout/IconVerticalSolidList"/>
    <dgm:cxn modelId="{976BB79C-C36B-4EE8-B656-1C86C8EB3DB8}" type="presParOf" srcId="{60728F5F-87A8-438B-9454-AE60D1C67411}" destId="{46AEBFD4-EFAE-4AC8-B5B1-DAD00B319253}" srcOrd="1" destOrd="0" presId="urn:microsoft.com/office/officeart/2018/2/layout/IconVerticalSolidList"/>
    <dgm:cxn modelId="{8C10DBAF-393B-4B51-9D6E-EFB7B0ADEDBD}" type="presParOf" srcId="{60728F5F-87A8-438B-9454-AE60D1C67411}" destId="{9A2F4B89-407E-4CE9-96E5-6B0EBE0A4156}" srcOrd="2" destOrd="0" presId="urn:microsoft.com/office/officeart/2018/2/layout/IconVerticalSolidList"/>
    <dgm:cxn modelId="{B9D47560-A166-43BF-BA75-6D00B005D69D}" type="presParOf" srcId="{60728F5F-87A8-438B-9454-AE60D1C67411}" destId="{78DA54D6-4CB9-4F24-A7AD-7AAF320536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57C84E-4D1D-4DA0-993C-04B732331EB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873A2BB-72E7-436D-84AF-F1915AB696D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La entrevista es una “conversación con cierto propósito” </a:t>
          </a:r>
          <a:endParaRPr lang="en-US"/>
        </a:p>
      </dgm:t>
    </dgm:pt>
    <dgm:pt modelId="{4BC3A22F-BCEB-4491-8BCE-168DF93D9023}" type="parTrans" cxnId="{C2290CDB-D6A3-40CC-AEE9-7AE471F2BA89}">
      <dgm:prSet/>
      <dgm:spPr/>
      <dgm:t>
        <a:bodyPr/>
        <a:lstStyle/>
        <a:p>
          <a:endParaRPr lang="en-US"/>
        </a:p>
      </dgm:t>
    </dgm:pt>
    <dgm:pt modelId="{217FCED8-0B0E-48DF-93D2-B42820008450}" type="sibTrans" cxnId="{C2290CDB-D6A3-40CC-AEE9-7AE471F2BA8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4142DCE-AAED-4FB4-85A3-0BCE8C9C734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(Bingham y Moore, 1959)</a:t>
          </a:r>
          <a:endParaRPr lang="en-US"/>
        </a:p>
      </dgm:t>
    </dgm:pt>
    <dgm:pt modelId="{BCB611E5-2C4D-4A3F-AD55-9796C0FF2B4A}" type="parTrans" cxnId="{EE13D422-5A9D-4CA2-9AE4-50B031CB381B}">
      <dgm:prSet/>
      <dgm:spPr/>
      <dgm:t>
        <a:bodyPr/>
        <a:lstStyle/>
        <a:p>
          <a:endParaRPr lang="en-US"/>
        </a:p>
      </dgm:t>
    </dgm:pt>
    <dgm:pt modelId="{0036417A-881B-442F-AA10-2A6838603505}" type="sibTrans" cxnId="{EE13D422-5A9D-4CA2-9AE4-50B031CB381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3A2B06D-69EE-40F4-B741-E328ED830E5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- Gran fuente de datos de investigación</a:t>
          </a:r>
          <a:endParaRPr lang="en-US"/>
        </a:p>
      </dgm:t>
    </dgm:pt>
    <dgm:pt modelId="{70E47D02-FBA5-4D67-BA2F-EFBB3232ED15}" type="parTrans" cxnId="{92B1E49C-5E6E-4E1C-9B09-FCCA05037FEA}">
      <dgm:prSet/>
      <dgm:spPr/>
      <dgm:t>
        <a:bodyPr/>
        <a:lstStyle/>
        <a:p>
          <a:endParaRPr lang="en-US"/>
        </a:p>
      </dgm:t>
    </dgm:pt>
    <dgm:pt modelId="{88146D10-0B7F-4655-8903-C191E49FB2ED}" type="sibTrans" cxnId="{92B1E49C-5E6E-4E1C-9B09-FCCA05037FE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955F474-CB60-4779-B9B6-3AF44A695EB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- La interacción personal cobra especial relevancia</a:t>
          </a:r>
          <a:endParaRPr lang="en-US"/>
        </a:p>
      </dgm:t>
    </dgm:pt>
    <dgm:pt modelId="{FD1D9FDB-9FEE-4C43-9734-CBC082B57E2E}" type="parTrans" cxnId="{B71790E5-A4CF-438B-AFD7-9858994BA8DB}">
      <dgm:prSet/>
      <dgm:spPr/>
      <dgm:t>
        <a:bodyPr/>
        <a:lstStyle/>
        <a:p>
          <a:endParaRPr lang="en-US"/>
        </a:p>
      </dgm:t>
    </dgm:pt>
    <dgm:pt modelId="{93E29D47-F27B-4AE9-9077-06805394FD94}" type="sibTrans" cxnId="{B71790E5-A4CF-438B-AFD7-9858994BA8D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42BFFAA-C5DE-417A-B313-04D2ACEA56D1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- Dar la oportunidad a las personas de poder expresarse verbalmente</a:t>
          </a:r>
          <a:endParaRPr lang="en-US"/>
        </a:p>
      </dgm:t>
    </dgm:pt>
    <dgm:pt modelId="{DC5A8600-5FEF-4DEA-9280-181F0AB99724}" type="parTrans" cxnId="{7225338C-561E-4E4C-A371-FB9A39782A10}">
      <dgm:prSet/>
      <dgm:spPr/>
      <dgm:t>
        <a:bodyPr/>
        <a:lstStyle/>
        <a:p>
          <a:endParaRPr lang="en-US"/>
        </a:p>
      </dgm:t>
    </dgm:pt>
    <dgm:pt modelId="{A280B013-3F10-4033-8685-DFC2F7F6C492}" type="sibTrans" cxnId="{7225338C-561E-4E4C-A371-FB9A39782A10}">
      <dgm:prSet/>
      <dgm:spPr/>
      <dgm:t>
        <a:bodyPr/>
        <a:lstStyle/>
        <a:p>
          <a:endParaRPr lang="en-US"/>
        </a:p>
      </dgm:t>
    </dgm:pt>
    <dgm:pt modelId="{58BD5789-F5E7-47D6-A283-DF4F60039C18}" type="pres">
      <dgm:prSet presAssocID="{6B57C84E-4D1D-4DA0-993C-04B732331EBD}" presName="root" presStyleCnt="0">
        <dgm:presLayoutVars>
          <dgm:dir/>
          <dgm:resizeHandles val="exact"/>
        </dgm:presLayoutVars>
      </dgm:prSet>
      <dgm:spPr/>
    </dgm:pt>
    <dgm:pt modelId="{9D340104-82C1-4731-B282-A7948F1BE179}" type="pres">
      <dgm:prSet presAssocID="{6B57C84E-4D1D-4DA0-993C-04B732331EBD}" presName="container" presStyleCnt="0">
        <dgm:presLayoutVars>
          <dgm:dir/>
          <dgm:resizeHandles val="exact"/>
        </dgm:presLayoutVars>
      </dgm:prSet>
      <dgm:spPr/>
    </dgm:pt>
    <dgm:pt modelId="{DD989221-C573-443F-BD42-7A2A8F12A161}" type="pres">
      <dgm:prSet presAssocID="{B873A2BB-72E7-436D-84AF-F1915AB696DC}" presName="compNode" presStyleCnt="0"/>
      <dgm:spPr/>
    </dgm:pt>
    <dgm:pt modelId="{01DD8521-EEC3-43A2-AD1A-64822784471E}" type="pres">
      <dgm:prSet presAssocID="{B873A2BB-72E7-436D-84AF-F1915AB696DC}" presName="iconBgRect" presStyleLbl="bgShp" presStyleIdx="0" presStyleCnt="5"/>
      <dgm:spPr/>
    </dgm:pt>
    <dgm:pt modelId="{FF4FBD20-50D4-42AA-BCA0-36A2044272A9}" type="pres">
      <dgm:prSet presAssocID="{B873A2BB-72E7-436D-84AF-F1915AB696D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8DDEF278-2D7E-400C-BAA7-18F2971F15B7}" type="pres">
      <dgm:prSet presAssocID="{B873A2BB-72E7-436D-84AF-F1915AB696DC}" presName="spaceRect" presStyleCnt="0"/>
      <dgm:spPr/>
    </dgm:pt>
    <dgm:pt modelId="{D862C6ED-56DA-4D4D-A844-9C83870A5F40}" type="pres">
      <dgm:prSet presAssocID="{B873A2BB-72E7-436D-84AF-F1915AB696DC}" presName="textRect" presStyleLbl="revTx" presStyleIdx="0" presStyleCnt="5">
        <dgm:presLayoutVars>
          <dgm:chMax val="1"/>
          <dgm:chPref val="1"/>
        </dgm:presLayoutVars>
      </dgm:prSet>
      <dgm:spPr/>
    </dgm:pt>
    <dgm:pt modelId="{3F36639F-30CF-4C61-AA5B-AEB932F8F2C0}" type="pres">
      <dgm:prSet presAssocID="{217FCED8-0B0E-48DF-93D2-B42820008450}" presName="sibTrans" presStyleLbl="sibTrans2D1" presStyleIdx="0" presStyleCnt="0"/>
      <dgm:spPr/>
    </dgm:pt>
    <dgm:pt modelId="{DF557E1B-3CC7-42F8-BA70-E72A08520E01}" type="pres">
      <dgm:prSet presAssocID="{44142DCE-AAED-4FB4-85A3-0BCE8C9C7346}" presName="compNode" presStyleCnt="0"/>
      <dgm:spPr/>
    </dgm:pt>
    <dgm:pt modelId="{C5979E86-AA8C-43C1-B440-9514A58FF7E0}" type="pres">
      <dgm:prSet presAssocID="{44142DCE-AAED-4FB4-85A3-0BCE8C9C7346}" presName="iconBgRect" presStyleLbl="bgShp" presStyleIdx="1" presStyleCnt="5"/>
      <dgm:spPr/>
    </dgm:pt>
    <dgm:pt modelId="{13288367-1514-47D3-97A5-8A1CFCB1819A}" type="pres">
      <dgm:prSet presAssocID="{44142DCE-AAED-4FB4-85A3-0BCE8C9C734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dding Cake"/>
        </a:ext>
      </dgm:extLst>
    </dgm:pt>
    <dgm:pt modelId="{1A65AC69-BDD1-4943-9337-89473B44644C}" type="pres">
      <dgm:prSet presAssocID="{44142DCE-AAED-4FB4-85A3-0BCE8C9C7346}" presName="spaceRect" presStyleCnt="0"/>
      <dgm:spPr/>
    </dgm:pt>
    <dgm:pt modelId="{44ECD6A8-B48A-45D0-905C-D2978DB99277}" type="pres">
      <dgm:prSet presAssocID="{44142DCE-AAED-4FB4-85A3-0BCE8C9C7346}" presName="textRect" presStyleLbl="revTx" presStyleIdx="1" presStyleCnt="5">
        <dgm:presLayoutVars>
          <dgm:chMax val="1"/>
          <dgm:chPref val="1"/>
        </dgm:presLayoutVars>
      </dgm:prSet>
      <dgm:spPr/>
    </dgm:pt>
    <dgm:pt modelId="{F0DEB2A6-71A6-499E-937F-0003AA079B7C}" type="pres">
      <dgm:prSet presAssocID="{0036417A-881B-442F-AA10-2A6838603505}" presName="sibTrans" presStyleLbl="sibTrans2D1" presStyleIdx="0" presStyleCnt="0"/>
      <dgm:spPr/>
    </dgm:pt>
    <dgm:pt modelId="{FAFC4CC7-7CAE-463F-8ED7-1BB86F060696}" type="pres">
      <dgm:prSet presAssocID="{D3A2B06D-69EE-40F4-B741-E328ED830E54}" presName="compNode" presStyleCnt="0"/>
      <dgm:spPr/>
    </dgm:pt>
    <dgm:pt modelId="{A5E3AEDC-9051-42A1-BBD7-C980D9429CB1}" type="pres">
      <dgm:prSet presAssocID="{D3A2B06D-69EE-40F4-B741-E328ED830E54}" presName="iconBgRect" presStyleLbl="bgShp" presStyleIdx="2" presStyleCnt="5"/>
      <dgm:spPr/>
    </dgm:pt>
    <dgm:pt modelId="{6353A96C-5CB0-4524-A539-FBE9AF8B63BD}" type="pres">
      <dgm:prSet presAssocID="{D3A2B06D-69EE-40F4-B741-E328ED830E5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BB8BDE6-BDA2-41F2-8449-78853CD9F4AA}" type="pres">
      <dgm:prSet presAssocID="{D3A2B06D-69EE-40F4-B741-E328ED830E54}" presName="spaceRect" presStyleCnt="0"/>
      <dgm:spPr/>
    </dgm:pt>
    <dgm:pt modelId="{E7428BFE-11A3-433A-ACEA-9544DFB36E43}" type="pres">
      <dgm:prSet presAssocID="{D3A2B06D-69EE-40F4-B741-E328ED830E54}" presName="textRect" presStyleLbl="revTx" presStyleIdx="2" presStyleCnt="5">
        <dgm:presLayoutVars>
          <dgm:chMax val="1"/>
          <dgm:chPref val="1"/>
        </dgm:presLayoutVars>
      </dgm:prSet>
      <dgm:spPr/>
    </dgm:pt>
    <dgm:pt modelId="{8125B831-15D7-4448-B399-B12043F2A97E}" type="pres">
      <dgm:prSet presAssocID="{88146D10-0B7F-4655-8903-C191E49FB2ED}" presName="sibTrans" presStyleLbl="sibTrans2D1" presStyleIdx="0" presStyleCnt="0"/>
      <dgm:spPr/>
    </dgm:pt>
    <dgm:pt modelId="{195267C5-AE1E-49D6-9E37-A0B46EEFC39D}" type="pres">
      <dgm:prSet presAssocID="{2955F474-CB60-4779-B9B6-3AF44A695EB6}" presName="compNode" presStyleCnt="0"/>
      <dgm:spPr/>
    </dgm:pt>
    <dgm:pt modelId="{AF4E569D-0E2B-444D-9756-03F0F3DCF869}" type="pres">
      <dgm:prSet presAssocID="{2955F474-CB60-4779-B9B6-3AF44A695EB6}" presName="iconBgRect" presStyleLbl="bgShp" presStyleIdx="3" presStyleCnt="5"/>
      <dgm:spPr/>
    </dgm:pt>
    <dgm:pt modelId="{51151BA1-7BF4-4074-9F1F-284800F8C599}" type="pres">
      <dgm:prSet presAssocID="{2955F474-CB60-4779-B9B6-3AF44A695EB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91538B6E-2BAD-46A7-B25D-57E08BE584B5}" type="pres">
      <dgm:prSet presAssocID="{2955F474-CB60-4779-B9B6-3AF44A695EB6}" presName="spaceRect" presStyleCnt="0"/>
      <dgm:spPr/>
    </dgm:pt>
    <dgm:pt modelId="{DE152F02-B5E5-4599-95AB-9EDF9B33A6D8}" type="pres">
      <dgm:prSet presAssocID="{2955F474-CB60-4779-B9B6-3AF44A695EB6}" presName="textRect" presStyleLbl="revTx" presStyleIdx="3" presStyleCnt="5">
        <dgm:presLayoutVars>
          <dgm:chMax val="1"/>
          <dgm:chPref val="1"/>
        </dgm:presLayoutVars>
      </dgm:prSet>
      <dgm:spPr/>
    </dgm:pt>
    <dgm:pt modelId="{BA6064DE-CAB0-4512-8ACC-5C7B508B94AE}" type="pres">
      <dgm:prSet presAssocID="{93E29D47-F27B-4AE9-9077-06805394FD94}" presName="sibTrans" presStyleLbl="sibTrans2D1" presStyleIdx="0" presStyleCnt="0"/>
      <dgm:spPr/>
    </dgm:pt>
    <dgm:pt modelId="{59A3CF8D-E6D9-4C92-9793-55684CC06262}" type="pres">
      <dgm:prSet presAssocID="{F42BFFAA-C5DE-417A-B313-04D2ACEA56D1}" presName="compNode" presStyleCnt="0"/>
      <dgm:spPr/>
    </dgm:pt>
    <dgm:pt modelId="{E3C8B6A0-C9A4-47AF-BA12-46358A1865CC}" type="pres">
      <dgm:prSet presAssocID="{F42BFFAA-C5DE-417A-B313-04D2ACEA56D1}" presName="iconBgRect" presStyleLbl="bgShp" presStyleIdx="4" presStyleCnt="5"/>
      <dgm:spPr/>
    </dgm:pt>
    <dgm:pt modelId="{B1F43EC2-3D46-421C-BBE1-4E1C392396BA}" type="pres">
      <dgm:prSet presAssocID="{F42BFFAA-C5DE-417A-B313-04D2ACEA56D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exiones"/>
        </a:ext>
      </dgm:extLst>
    </dgm:pt>
    <dgm:pt modelId="{6CB4CE01-F853-433E-A77C-1B74777F1EF2}" type="pres">
      <dgm:prSet presAssocID="{F42BFFAA-C5DE-417A-B313-04D2ACEA56D1}" presName="spaceRect" presStyleCnt="0"/>
      <dgm:spPr/>
    </dgm:pt>
    <dgm:pt modelId="{A82CA7E7-0A4B-4AB9-ADEB-8598DA8E5DB1}" type="pres">
      <dgm:prSet presAssocID="{F42BFFAA-C5DE-417A-B313-04D2ACEA56D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E13D422-5A9D-4CA2-9AE4-50B031CB381B}" srcId="{6B57C84E-4D1D-4DA0-993C-04B732331EBD}" destId="{44142DCE-AAED-4FB4-85A3-0BCE8C9C7346}" srcOrd="1" destOrd="0" parTransId="{BCB611E5-2C4D-4A3F-AD55-9796C0FF2B4A}" sibTransId="{0036417A-881B-442F-AA10-2A6838603505}"/>
    <dgm:cxn modelId="{87605A2E-DF1E-44C3-8DEC-C7A22BBFABED}" type="presOf" srcId="{D3A2B06D-69EE-40F4-B741-E328ED830E54}" destId="{E7428BFE-11A3-433A-ACEA-9544DFB36E43}" srcOrd="0" destOrd="0" presId="urn:microsoft.com/office/officeart/2018/2/layout/IconCircleList"/>
    <dgm:cxn modelId="{F95E2337-DCB0-4ABC-922D-8C71C44674A0}" type="presOf" srcId="{B873A2BB-72E7-436D-84AF-F1915AB696DC}" destId="{D862C6ED-56DA-4D4D-A844-9C83870A5F40}" srcOrd="0" destOrd="0" presId="urn:microsoft.com/office/officeart/2018/2/layout/IconCircleList"/>
    <dgm:cxn modelId="{03F18E47-A255-4BBA-A168-FEA98A7F567A}" type="presOf" srcId="{F42BFFAA-C5DE-417A-B313-04D2ACEA56D1}" destId="{A82CA7E7-0A4B-4AB9-ADEB-8598DA8E5DB1}" srcOrd="0" destOrd="0" presId="urn:microsoft.com/office/officeart/2018/2/layout/IconCircleList"/>
    <dgm:cxn modelId="{3CFA2363-9097-4A5D-BB45-E437116A116B}" type="presOf" srcId="{0036417A-881B-442F-AA10-2A6838603505}" destId="{F0DEB2A6-71A6-499E-937F-0003AA079B7C}" srcOrd="0" destOrd="0" presId="urn:microsoft.com/office/officeart/2018/2/layout/IconCircleList"/>
    <dgm:cxn modelId="{98B5AD68-57F0-4C83-9506-B7F31BD28BFC}" type="presOf" srcId="{44142DCE-AAED-4FB4-85A3-0BCE8C9C7346}" destId="{44ECD6A8-B48A-45D0-905C-D2978DB99277}" srcOrd="0" destOrd="0" presId="urn:microsoft.com/office/officeart/2018/2/layout/IconCircleList"/>
    <dgm:cxn modelId="{7225338C-561E-4E4C-A371-FB9A39782A10}" srcId="{6B57C84E-4D1D-4DA0-993C-04B732331EBD}" destId="{F42BFFAA-C5DE-417A-B313-04D2ACEA56D1}" srcOrd="4" destOrd="0" parTransId="{DC5A8600-5FEF-4DEA-9280-181F0AB99724}" sibTransId="{A280B013-3F10-4033-8685-DFC2F7F6C492}"/>
    <dgm:cxn modelId="{8003A495-70FD-4F4D-9701-BCD6DB8EA784}" type="presOf" srcId="{88146D10-0B7F-4655-8903-C191E49FB2ED}" destId="{8125B831-15D7-4448-B399-B12043F2A97E}" srcOrd="0" destOrd="0" presId="urn:microsoft.com/office/officeart/2018/2/layout/IconCircleList"/>
    <dgm:cxn modelId="{92B1E49C-5E6E-4E1C-9B09-FCCA05037FEA}" srcId="{6B57C84E-4D1D-4DA0-993C-04B732331EBD}" destId="{D3A2B06D-69EE-40F4-B741-E328ED830E54}" srcOrd="2" destOrd="0" parTransId="{70E47D02-FBA5-4D67-BA2F-EFBB3232ED15}" sibTransId="{88146D10-0B7F-4655-8903-C191E49FB2ED}"/>
    <dgm:cxn modelId="{55495AA4-54C2-4C3C-9464-B5B25FE84B57}" type="presOf" srcId="{2955F474-CB60-4779-B9B6-3AF44A695EB6}" destId="{DE152F02-B5E5-4599-95AB-9EDF9B33A6D8}" srcOrd="0" destOrd="0" presId="urn:microsoft.com/office/officeart/2018/2/layout/IconCircleList"/>
    <dgm:cxn modelId="{9294AAAE-A94E-4CED-8059-5FA4B34DAEEE}" type="presOf" srcId="{6B57C84E-4D1D-4DA0-993C-04B732331EBD}" destId="{58BD5789-F5E7-47D6-A283-DF4F60039C18}" srcOrd="0" destOrd="0" presId="urn:microsoft.com/office/officeart/2018/2/layout/IconCircleList"/>
    <dgm:cxn modelId="{E3B803B9-D667-4C72-AA55-C07C62521A94}" type="presOf" srcId="{93E29D47-F27B-4AE9-9077-06805394FD94}" destId="{BA6064DE-CAB0-4512-8ACC-5C7B508B94AE}" srcOrd="0" destOrd="0" presId="urn:microsoft.com/office/officeart/2018/2/layout/IconCircleList"/>
    <dgm:cxn modelId="{C2290CDB-D6A3-40CC-AEE9-7AE471F2BA89}" srcId="{6B57C84E-4D1D-4DA0-993C-04B732331EBD}" destId="{B873A2BB-72E7-436D-84AF-F1915AB696DC}" srcOrd="0" destOrd="0" parTransId="{4BC3A22F-BCEB-4491-8BCE-168DF93D9023}" sibTransId="{217FCED8-0B0E-48DF-93D2-B42820008450}"/>
    <dgm:cxn modelId="{B71790E5-A4CF-438B-AFD7-9858994BA8DB}" srcId="{6B57C84E-4D1D-4DA0-993C-04B732331EBD}" destId="{2955F474-CB60-4779-B9B6-3AF44A695EB6}" srcOrd="3" destOrd="0" parTransId="{FD1D9FDB-9FEE-4C43-9734-CBC082B57E2E}" sibTransId="{93E29D47-F27B-4AE9-9077-06805394FD94}"/>
    <dgm:cxn modelId="{2ACE0AE8-FA79-4B42-8B04-976B082654F0}" type="presOf" srcId="{217FCED8-0B0E-48DF-93D2-B42820008450}" destId="{3F36639F-30CF-4C61-AA5B-AEB932F8F2C0}" srcOrd="0" destOrd="0" presId="urn:microsoft.com/office/officeart/2018/2/layout/IconCircleList"/>
    <dgm:cxn modelId="{FC9AC5E7-B78A-4F2E-B1D6-7100579B007F}" type="presParOf" srcId="{58BD5789-F5E7-47D6-A283-DF4F60039C18}" destId="{9D340104-82C1-4731-B282-A7948F1BE179}" srcOrd="0" destOrd="0" presId="urn:microsoft.com/office/officeart/2018/2/layout/IconCircleList"/>
    <dgm:cxn modelId="{41AA442A-4872-40B1-98EB-AA8642A6B9FD}" type="presParOf" srcId="{9D340104-82C1-4731-B282-A7948F1BE179}" destId="{DD989221-C573-443F-BD42-7A2A8F12A161}" srcOrd="0" destOrd="0" presId="urn:microsoft.com/office/officeart/2018/2/layout/IconCircleList"/>
    <dgm:cxn modelId="{02FFAE8B-AE27-4C46-81F9-5B51FF1EC78B}" type="presParOf" srcId="{DD989221-C573-443F-BD42-7A2A8F12A161}" destId="{01DD8521-EEC3-43A2-AD1A-64822784471E}" srcOrd="0" destOrd="0" presId="urn:microsoft.com/office/officeart/2018/2/layout/IconCircleList"/>
    <dgm:cxn modelId="{99D51898-4141-4F10-B68B-47EA14625821}" type="presParOf" srcId="{DD989221-C573-443F-BD42-7A2A8F12A161}" destId="{FF4FBD20-50D4-42AA-BCA0-36A2044272A9}" srcOrd="1" destOrd="0" presId="urn:microsoft.com/office/officeart/2018/2/layout/IconCircleList"/>
    <dgm:cxn modelId="{09DE204F-7F6D-4580-A7E2-B8A2F9D73AC2}" type="presParOf" srcId="{DD989221-C573-443F-BD42-7A2A8F12A161}" destId="{8DDEF278-2D7E-400C-BAA7-18F2971F15B7}" srcOrd="2" destOrd="0" presId="urn:microsoft.com/office/officeart/2018/2/layout/IconCircleList"/>
    <dgm:cxn modelId="{54F1C563-6FD1-46BA-AC24-52719F013DD4}" type="presParOf" srcId="{DD989221-C573-443F-BD42-7A2A8F12A161}" destId="{D862C6ED-56DA-4D4D-A844-9C83870A5F40}" srcOrd="3" destOrd="0" presId="urn:microsoft.com/office/officeart/2018/2/layout/IconCircleList"/>
    <dgm:cxn modelId="{D264C7E8-E1B4-445B-87C4-DBDE242788B9}" type="presParOf" srcId="{9D340104-82C1-4731-B282-A7948F1BE179}" destId="{3F36639F-30CF-4C61-AA5B-AEB932F8F2C0}" srcOrd="1" destOrd="0" presId="urn:microsoft.com/office/officeart/2018/2/layout/IconCircleList"/>
    <dgm:cxn modelId="{E3DC7EF9-0059-4710-8561-09E72DC1944E}" type="presParOf" srcId="{9D340104-82C1-4731-B282-A7948F1BE179}" destId="{DF557E1B-3CC7-42F8-BA70-E72A08520E01}" srcOrd="2" destOrd="0" presId="urn:microsoft.com/office/officeart/2018/2/layout/IconCircleList"/>
    <dgm:cxn modelId="{3E1DA881-C37E-40A0-8F42-679DDC19F2E0}" type="presParOf" srcId="{DF557E1B-3CC7-42F8-BA70-E72A08520E01}" destId="{C5979E86-AA8C-43C1-B440-9514A58FF7E0}" srcOrd="0" destOrd="0" presId="urn:microsoft.com/office/officeart/2018/2/layout/IconCircleList"/>
    <dgm:cxn modelId="{C3BBE3F9-E58A-4CCC-893F-F924BDFF59E3}" type="presParOf" srcId="{DF557E1B-3CC7-42F8-BA70-E72A08520E01}" destId="{13288367-1514-47D3-97A5-8A1CFCB1819A}" srcOrd="1" destOrd="0" presId="urn:microsoft.com/office/officeart/2018/2/layout/IconCircleList"/>
    <dgm:cxn modelId="{50A756E6-AA58-4DFE-9239-49CC6876E9CD}" type="presParOf" srcId="{DF557E1B-3CC7-42F8-BA70-E72A08520E01}" destId="{1A65AC69-BDD1-4943-9337-89473B44644C}" srcOrd="2" destOrd="0" presId="urn:microsoft.com/office/officeart/2018/2/layout/IconCircleList"/>
    <dgm:cxn modelId="{47D1F867-8D07-4E2D-839C-BF71471B5EB2}" type="presParOf" srcId="{DF557E1B-3CC7-42F8-BA70-E72A08520E01}" destId="{44ECD6A8-B48A-45D0-905C-D2978DB99277}" srcOrd="3" destOrd="0" presId="urn:microsoft.com/office/officeart/2018/2/layout/IconCircleList"/>
    <dgm:cxn modelId="{D04A1FF9-5B46-40B4-8EA9-0C9D66F4D9E5}" type="presParOf" srcId="{9D340104-82C1-4731-B282-A7948F1BE179}" destId="{F0DEB2A6-71A6-499E-937F-0003AA079B7C}" srcOrd="3" destOrd="0" presId="urn:microsoft.com/office/officeart/2018/2/layout/IconCircleList"/>
    <dgm:cxn modelId="{0EEDE0F9-919D-4BCF-B4F5-A411B15CF8AE}" type="presParOf" srcId="{9D340104-82C1-4731-B282-A7948F1BE179}" destId="{FAFC4CC7-7CAE-463F-8ED7-1BB86F060696}" srcOrd="4" destOrd="0" presId="urn:microsoft.com/office/officeart/2018/2/layout/IconCircleList"/>
    <dgm:cxn modelId="{6ECC4FBE-3E8B-4F91-9ADE-71385F3B63A3}" type="presParOf" srcId="{FAFC4CC7-7CAE-463F-8ED7-1BB86F060696}" destId="{A5E3AEDC-9051-42A1-BBD7-C980D9429CB1}" srcOrd="0" destOrd="0" presId="urn:microsoft.com/office/officeart/2018/2/layout/IconCircleList"/>
    <dgm:cxn modelId="{4017E47C-077F-4EAD-A23E-1719FC7A0244}" type="presParOf" srcId="{FAFC4CC7-7CAE-463F-8ED7-1BB86F060696}" destId="{6353A96C-5CB0-4524-A539-FBE9AF8B63BD}" srcOrd="1" destOrd="0" presId="urn:microsoft.com/office/officeart/2018/2/layout/IconCircleList"/>
    <dgm:cxn modelId="{E9FD9FBF-1B86-4113-8E3E-DC6828E4B165}" type="presParOf" srcId="{FAFC4CC7-7CAE-463F-8ED7-1BB86F060696}" destId="{4BB8BDE6-BDA2-41F2-8449-78853CD9F4AA}" srcOrd="2" destOrd="0" presId="urn:microsoft.com/office/officeart/2018/2/layout/IconCircleList"/>
    <dgm:cxn modelId="{28ACBA6E-3E19-4B18-98A2-3FABBC89B5B6}" type="presParOf" srcId="{FAFC4CC7-7CAE-463F-8ED7-1BB86F060696}" destId="{E7428BFE-11A3-433A-ACEA-9544DFB36E43}" srcOrd="3" destOrd="0" presId="urn:microsoft.com/office/officeart/2018/2/layout/IconCircleList"/>
    <dgm:cxn modelId="{DA4FDA22-5784-4820-B2BB-D2DC00040BFD}" type="presParOf" srcId="{9D340104-82C1-4731-B282-A7948F1BE179}" destId="{8125B831-15D7-4448-B399-B12043F2A97E}" srcOrd="5" destOrd="0" presId="urn:microsoft.com/office/officeart/2018/2/layout/IconCircleList"/>
    <dgm:cxn modelId="{88E2656A-9924-4AED-8AEE-DE04C7670D28}" type="presParOf" srcId="{9D340104-82C1-4731-B282-A7948F1BE179}" destId="{195267C5-AE1E-49D6-9E37-A0B46EEFC39D}" srcOrd="6" destOrd="0" presId="urn:microsoft.com/office/officeart/2018/2/layout/IconCircleList"/>
    <dgm:cxn modelId="{8337D3FA-C403-4958-820C-FF2C0CDD37B2}" type="presParOf" srcId="{195267C5-AE1E-49D6-9E37-A0B46EEFC39D}" destId="{AF4E569D-0E2B-444D-9756-03F0F3DCF869}" srcOrd="0" destOrd="0" presId="urn:microsoft.com/office/officeart/2018/2/layout/IconCircleList"/>
    <dgm:cxn modelId="{A79D2D9B-EF0A-4B8B-880C-BF5233B8417C}" type="presParOf" srcId="{195267C5-AE1E-49D6-9E37-A0B46EEFC39D}" destId="{51151BA1-7BF4-4074-9F1F-284800F8C599}" srcOrd="1" destOrd="0" presId="urn:microsoft.com/office/officeart/2018/2/layout/IconCircleList"/>
    <dgm:cxn modelId="{CF4ACD7D-3608-4402-A4D4-CAE09994C826}" type="presParOf" srcId="{195267C5-AE1E-49D6-9E37-A0B46EEFC39D}" destId="{91538B6E-2BAD-46A7-B25D-57E08BE584B5}" srcOrd="2" destOrd="0" presId="urn:microsoft.com/office/officeart/2018/2/layout/IconCircleList"/>
    <dgm:cxn modelId="{07805988-6185-43CA-9936-9084C9E66C65}" type="presParOf" srcId="{195267C5-AE1E-49D6-9E37-A0B46EEFC39D}" destId="{DE152F02-B5E5-4599-95AB-9EDF9B33A6D8}" srcOrd="3" destOrd="0" presId="urn:microsoft.com/office/officeart/2018/2/layout/IconCircleList"/>
    <dgm:cxn modelId="{089CD795-AF88-4E36-BA1D-F9586AA2D3C7}" type="presParOf" srcId="{9D340104-82C1-4731-B282-A7948F1BE179}" destId="{BA6064DE-CAB0-4512-8ACC-5C7B508B94AE}" srcOrd="7" destOrd="0" presId="urn:microsoft.com/office/officeart/2018/2/layout/IconCircleList"/>
    <dgm:cxn modelId="{0813CADC-A22B-4BE8-A35B-DC99573D7BCF}" type="presParOf" srcId="{9D340104-82C1-4731-B282-A7948F1BE179}" destId="{59A3CF8D-E6D9-4C92-9793-55684CC06262}" srcOrd="8" destOrd="0" presId="urn:microsoft.com/office/officeart/2018/2/layout/IconCircleList"/>
    <dgm:cxn modelId="{B6DA1615-C96D-41D6-B19C-6FAB534ECA83}" type="presParOf" srcId="{59A3CF8D-E6D9-4C92-9793-55684CC06262}" destId="{E3C8B6A0-C9A4-47AF-BA12-46358A1865CC}" srcOrd="0" destOrd="0" presId="urn:microsoft.com/office/officeart/2018/2/layout/IconCircleList"/>
    <dgm:cxn modelId="{50F663F2-9F78-4900-83FF-D41EBF122B55}" type="presParOf" srcId="{59A3CF8D-E6D9-4C92-9793-55684CC06262}" destId="{B1F43EC2-3D46-421C-BBE1-4E1C392396BA}" srcOrd="1" destOrd="0" presId="urn:microsoft.com/office/officeart/2018/2/layout/IconCircleList"/>
    <dgm:cxn modelId="{B70550C6-9F89-4141-90EF-1098D07BE081}" type="presParOf" srcId="{59A3CF8D-E6D9-4C92-9793-55684CC06262}" destId="{6CB4CE01-F853-433E-A77C-1B74777F1EF2}" srcOrd="2" destOrd="0" presId="urn:microsoft.com/office/officeart/2018/2/layout/IconCircleList"/>
    <dgm:cxn modelId="{0C7ACC4B-A438-490C-ACC8-B9DD8FA1DCE3}" type="presParOf" srcId="{59A3CF8D-E6D9-4C92-9793-55684CC06262}" destId="{A82CA7E7-0A4B-4AB9-ADEB-8598DA8E5DB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E10C72A-B01A-4633-9108-156C82B2F4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40042B2-B102-4857-AB12-D52CBFAAD891}">
      <dgm:prSet/>
      <dgm:spPr/>
      <dgm:t>
        <a:bodyPr/>
        <a:lstStyle/>
        <a:p>
          <a:r>
            <a:rPr lang="es-ES"/>
            <a:t>- Evitar cuestionarios demasiado largos</a:t>
          </a:r>
          <a:endParaRPr lang="en-US"/>
        </a:p>
      </dgm:t>
    </dgm:pt>
    <dgm:pt modelId="{A6A2591F-7123-486E-947E-113C346792A4}" type="parTrans" cxnId="{6A158294-466C-42BC-9B4D-6261B0DB46C8}">
      <dgm:prSet/>
      <dgm:spPr/>
      <dgm:t>
        <a:bodyPr/>
        <a:lstStyle/>
        <a:p>
          <a:endParaRPr lang="en-US"/>
        </a:p>
      </dgm:t>
    </dgm:pt>
    <dgm:pt modelId="{CC5E78A4-0A35-4BBC-A9BB-25167F727FF5}" type="sibTrans" cxnId="{6A158294-466C-42BC-9B4D-6261B0DB46C8}">
      <dgm:prSet/>
      <dgm:spPr/>
      <dgm:t>
        <a:bodyPr/>
        <a:lstStyle/>
        <a:p>
          <a:endParaRPr lang="en-US"/>
        </a:p>
      </dgm:t>
    </dgm:pt>
    <dgm:pt modelId="{B3CFF58A-9479-4B90-831A-8AD6E9077DBB}">
      <dgm:prSet/>
      <dgm:spPr/>
      <dgm:t>
        <a:bodyPr/>
        <a:lstStyle/>
        <a:p>
          <a:r>
            <a:rPr lang="es-ES"/>
            <a:t>- Evitar interrogantes dobles</a:t>
          </a:r>
          <a:endParaRPr lang="en-US"/>
        </a:p>
      </dgm:t>
    </dgm:pt>
    <dgm:pt modelId="{CB98430F-A08D-460C-9B8D-E22442FB1E18}" type="parTrans" cxnId="{3B5D1836-F596-4F15-964F-5FB65AD25DAF}">
      <dgm:prSet/>
      <dgm:spPr/>
      <dgm:t>
        <a:bodyPr/>
        <a:lstStyle/>
        <a:p>
          <a:endParaRPr lang="en-US"/>
        </a:p>
      </dgm:t>
    </dgm:pt>
    <dgm:pt modelId="{21929424-6EAE-427C-A323-582895D06E16}" type="sibTrans" cxnId="{3B5D1836-F596-4F15-964F-5FB65AD25DAF}">
      <dgm:prSet/>
      <dgm:spPr/>
      <dgm:t>
        <a:bodyPr/>
        <a:lstStyle/>
        <a:p>
          <a:endParaRPr lang="en-US"/>
        </a:p>
      </dgm:t>
    </dgm:pt>
    <dgm:pt modelId="{567B9731-045E-4462-B5D0-23AA3A55EE3B}">
      <dgm:prSet/>
      <dgm:spPr/>
      <dgm:t>
        <a:bodyPr/>
        <a:lstStyle/>
        <a:p>
          <a:r>
            <a:rPr lang="es-ES"/>
            <a:t>- Utilizar vocabulario accesible </a:t>
          </a:r>
          <a:endParaRPr lang="en-US"/>
        </a:p>
      </dgm:t>
    </dgm:pt>
    <dgm:pt modelId="{8FD8B4D5-4B55-47F4-B233-A73DACC89B69}" type="parTrans" cxnId="{35C0ECD0-FD64-45CF-AAA0-B334BD1F805C}">
      <dgm:prSet/>
      <dgm:spPr/>
      <dgm:t>
        <a:bodyPr/>
        <a:lstStyle/>
        <a:p>
          <a:endParaRPr lang="en-US"/>
        </a:p>
      </dgm:t>
    </dgm:pt>
    <dgm:pt modelId="{870BCF11-DAF6-41ED-99D3-52B4C9FF9D23}" type="sibTrans" cxnId="{35C0ECD0-FD64-45CF-AAA0-B334BD1F805C}">
      <dgm:prSet/>
      <dgm:spPr/>
      <dgm:t>
        <a:bodyPr/>
        <a:lstStyle/>
        <a:p>
          <a:endParaRPr lang="en-US"/>
        </a:p>
      </dgm:t>
    </dgm:pt>
    <dgm:pt modelId="{1FE2058B-456B-4ECE-91D7-943EEFEBDC84}">
      <dgm:prSet/>
      <dgm:spPr/>
      <dgm:t>
        <a:bodyPr/>
        <a:lstStyle/>
        <a:p>
          <a:r>
            <a:rPr lang="es-ES"/>
            <a:t>- Buscar la neutralidad de las preguntas:</a:t>
          </a:r>
          <a:endParaRPr lang="en-US"/>
        </a:p>
      </dgm:t>
    </dgm:pt>
    <dgm:pt modelId="{FBD4D90C-52C3-43CE-B178-17625BE34017}" type="parTrans" cxnId="{70E45972-E872-4B45-9CE4-2013A0398034}">
      <dgm:prSet/>
      <dgm:spPr/>
      <dgm:t>
        <a:bodyPr/>
        <a:lstStyle/>
        <a:p>
          <a:endParaRPr lang="en-US"/>
        </a:p>
      </dgm:t>
    </dgm:pt>
    <dgm:pt modelId="{591FD8F4-F851-4788-AFFB-096446262501}" type="sibTrans" cxnId="{70E45972-E872-4B45-9CE4-2013A0398034}">
      <dgm:prSet/>
      <dgm:spPr/>
      <dgm:t>
        <a:bodyPr/>
        <a:lstStyle/>
        <a:p>
          <a:endParaRPr lang="en-US"/>
        </a:p>
      </dgm:t>
    </dgm:pt>
    <dgm:pt modelId="{04E201C2-D35F-490C-9E3B-8C68B4D0D5E4}" type="pres">
      <dgm:prSet presAssocID="{EE10C72A-B01A-4633-9108-156C82B2F48F}" presName="root" presStyleCnt="0">
        <dgm:presLayoutVars>
          <dgm:dir/>
          <dgm:resizeHandles val="exact"/>
        </dgm:presLayoutVars>
      </dgm:prSet>
      <dgm:spPr/>
    </dgm:pt>
    <dgm:pt modelId="{65638FBA-B858-44F4-9195-60E993153C97}" type="pres">
      <dgm:prSet presAssocID="{440042B2-B102-4857-AB12-D52CBFAAD891}" presName="compNode" presStyleCnt="0"/>
      <dgm:spPr/>
    </dgm:pt>
    <dgm:pt modelId="{C8289D44-3858-4BE5-BBE0-B11FFC454099}" type="pres">
      <dgm:prSet presAssocID="{440042B2-B102-4857-AB12-D52CBFAAD891}" presName="bgRect" presStyleLbl="bgShp" presStyleIdx="0" presStyleCnt="4"/>
      <dgm:spPr/>
    </dgm:pt>
    <dgm:pt modelId="{FEECB530-DC5E-49E6-8671-0AB5CBDD7D22}" type="pres">
      <dgm:prSet presAssocID="{440042B2-B102-4857-AB12-D52CBFAAD8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46C2278D-3B7E-4FE2-97BE-E3B933E80B92}" type="pres">
      <dgm:prSet presAssocID="{440042B2-B102-4857-AB12-D52CBFAAD891}" presName="spaceRect" presStyleCnt="0"/>
      <dgm:spPr/>
    </dgm:pt>
    <dgm:pt modelId="{34A5287E-90D3-470A-86B3-C681B7BBCFF0}" type="pres">
      <dgm:prSet presAssocID="{440042B2-B102-4857-AB12-D52CBFAAD891}" presName="parTx" presStyleLbl="revTx" presStyleIdx="0" presStyleCnt="4">
        <dgm:presLayoutVars>
          <dgm:chMax val="0"/>
          <dgm:chPref val="0"/>
        </dgm:presLayoutVars>
      </dgm:prSet>
      <dgm:spPr/>
    </dgm:pt>
    <dgm:pt modelId="{2E8B4F3C-C730-4B35-A52D-503BEE844C4F}" type="pres">
      <dgm:prSet presAssocID="{CC5E78A4-0A35-4BBC-A9BB-25167F727FF5}" presName="sibTrans" presStyleCnt="0"/>
      <dgm:spPr/>
    </dgm:pt>
    <dgm:pt modelId="{1AE8B6D7-3DDA-421F-AFE1-1BEBB6A05B1A}" type="pres">
      <dgm:prSet presAssocID="{B3CFF58A-9479-4B90-831A-8AD6E9077DBB}" presName="compNode" presStyleCnt="0"/>
      <dgm:spPr/>
    </dgm:pt>
    <dgm:pt modelId="{2D99D35C-2136-4C57-8E4C-47532E9C0CA7}" type="pres">
      <dgm:prSet presAssocID="{B3CFF58A-9479-4B90-831A-8AD6E9077DBB}" presName="bgRect" presStyleLbl="bgShp" presStyleIdx="1" presStyleCnt="4"/>
      <dgm:spPr/>
    </dgm:pt>
    <dgm:pt modelId="{2925BB9E-BA60-42B1-8445-3B677EB20245}" type="pres">
      <dgm:prSet presAssocID="{B3CFF58A-9479-4B90-831A-8AD6E9077DB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sed Hand"/>
        </a:ext>
      </dgm:extLst>
    </dgm:pt>
    <dgm:pt modelId="{DDEC98A6-E65A-451F-957F-FF4DF812FF5E}" type="pres">
      <dgm:prSet presAssocID="{B3CFF58A-9479-4B90-831A-8AD6E9077DBB}" presName="spaceRect" presStyleCnt="0"/>
      <dgm:spPr/>
    </dgm:pt>
    <dgm:pt modelId="{C7B0A26C-1DF3-4B5C-9363-29523C9334EB}" type="pres">
      <dgm:prSet presAssocID="{B3CFF58A-9479-4B90-831A-8AD6E9077DBB}" presName="parTx" presStyleLbl="revTx" presStyleIdx="1" presStyleCnt="4">
        <dgm:presLayoutVars>
          <dgm:chMax val="0"/>
          <dgm:chPref val="0"/>
        </dgm:presLayoutVars>
      </dgm:prSet>
      <dgm:spPr/>
    </dgm:pt>
    <dgm:pt modelId="{B3AEC23C-6AFF-4780-B81F-8DD15EC1B8C8}" type="pres">
      <dgm:prSet presAssocID="{21929424-6EAE-427C-A323-582895D06E16}" presName="sibTrans" presStyleCnt="0"/>
      <dgm:spPr/>
    </dgm:pt>
    <dgm:pt modelId="{43AE9AD4-CC86-432A-955D-C7C4877C00E8}" type="pres">
      <dgm:prSet presAssocID="{567B9731-045E-4462-B5D0-23AA3A55EE3B}" presName="compNode" presStyleCnt="0"/>
      <dgm:spPr/>
    </dgm:pt>
    <dgm:pt modelId="{6267107E-4C69-4C18-A9DA-70E58A581FD9}" type="pres">
      <dgm:prSet presAssocID="{567B9731-045E-4462-B5D0-23AA3A55EE3B}" presName="bgRect" presStyleLbl="bgShp" presStyleIdx="2" presStyleCnt="4"/>
      <dgm:spPr/>
    </dgm:pt>
    <dgm:pt modelId="{A66DE936-84A6-4196-975B-2BC9248604B0}" type="pres">
      <dgm:prSet presAssocID="{567B9731-045E-4462-B5D0-23AA3A55EE3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07BF1040-BABB-4CB0-B9FC-37AEC35BD8FE}" type="pres">
      <dgm:prSet presAssocID="{567B9731-045E-4462-B5D0-23AA3A55EE3B}" presName="spaceRect" presStyleCnt="0"/>
      <dgm:spPr/>
    </dgm:pt>
    <dgm:pt modelId="{2516E24F-3E96-4C13-ABC9-55EA69EF31A9}" type="pres">
      <dgm:prSet presAssocID="{567B9731-045E-4462-B5D0-23AA3A55EE3B}" presName="parTx" presStyleLbl="revTx" presStyleIdx="2" presStyleCnt="4">
        <dgm:presLayoutVars>
          <dgm:chMax val="0"/>
          <dgm:chPref val="0"/>
        </dgm:presLayoutVars>
      </dgm:prSet>
      <dgm:spPr/>
    </dgm:pt>
    <dgm:pt modelId="{A69CF518-5F6C-4768-9B27-D1DB548E4AF2}" type="pres">
      <dgm:prSet presAssocID="{870BCF11-DAF6-41ED-99D3-52B4C9FF9D23}" presName="sibTrans" presStyleCnt="0"/>
      <dgm:spPr/>
    </dgm:pt>
    <dgm:pt modelId="{BC93D86A-9BD8-46A1-990B-5A09B8C1FA1F}" type="pres">
      <dgm:prSet presAssocID="{1FE2058B-456B-4ECE-91D7-943EEFEBDC84}" presName="compNode" presStyleCnt="0"/>
      <dgm:spPr/>
    </dgm:pt>
    <dgm:pt modelId="{E0DA0633-C968-4275-A97E-0165F4573B6B}" type="pres">
      <dgm:prSet presAssocID="{1FE2058B-456B-4ECE-91D7-943EEFEBDC84}" presName="bgRect" presStyleLbl="bgShp" presStyleIdx="3" presStyleCnt="4"/>
      <dgm:spPr/>
    </dgm:pt>
    <dgm:pt modelId="{26327851-E5E1-481A-8AE1-DDCAD1EB41C6}" type="pres">
      <dgm:prSet presAssocID="{1FE2058B-456B-4ECE-91D7-943EEFEBDC8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0CC40990-AB4A-4F47-8568-73E7C6ED98F7}" type="pres">
      <dgm:prSet presAssocID="{1FE2058B-456B-4ECE-91D7-943EEFEBDC84}" presName="spaceRect" presStyleCnt="0"/>
      <dgm:spPr/>
    </dgm:pt>
    <dgm:pt modelId="{FDB2E3D9-E950-4935-9801-6631739939AB}" type="pres">
      <dgm:prSet presAssocID="{1FE2058B-456B-4ECE-91D7-943EEFEBDC8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B5D1836-F596-4F15-964F-5FB65AD25DAF}" srcId="{EE10C72A-B01A-4633-9108-156C82B2F48F}" destId="{B3CFF58A-9479-4B90-831A-8AD6E9077DBB}" srcOrd="1" destOrd="0" parTransId="{CB98430F-A08D-460C-9B8D-E22442FB1E18}" sibTransId="{21929424-6EAE-427C-A323-582895D06E16}"/>
    <dgm:cxn modelId="{B0918848-53A3-4020-944D-1BD55ACED75E}" type="presOf" srcId="{B3CFF58A-9479-4B90-831A-8AD6E9077DBB}" destId="{C7B0A26C-1DF3-4B5C-9363-29523C9334EB}" srcOrd="0" destOrd="0" presId="urn:microsoft.com/office/officeart/2018/2/layout/IconVerticalSolidList"/>
    <dgm:cxn modelId="{70E45972-E872-4B45-9CE4-2013A0398034}" srcId="{EE10C72A-B01A-4633-9108-156C82B2F48F}" destId="{1FE2058B-456B-4ECE-91D7-943EEFEBDC84}" srcOrd="3" destOrd="0" parTransId="{FBD4D90C-52C3-43CE-B178-17625BE34017}" sibTransId="{591FD8F4-F851-4788-AFFB-096446262501}"/>
    <dgm:cxn modelId="{E6A3477F-17AC-45E4-BB04-F1624847C77E}" type="presOf" srcId="{440042B2-B102-4857-AB12-D52CBFAAD891}" destId="{34A5287E-90D3-470A-86B3-C681B7BBCFF0}" srcOrd="0" destOrd="0" presId="urn:microsoft.com/office/officeart/2018/2/layout/IconVerticalSolidList"/>
    <dgm:cxn modelId="{6A158294-466C-42BC-9B4D-6261B0DB46C8}" srcId="{EE10C72A-B01A-4633-9108-156C82B2F48F}" destId="{440042B2-B102-4857-AB12-D52CBFAAD891}" srcOrd="0" destOrd="0" parTransId="{A6A2591F-7123-486E-947E-113C346792A4}" sibTransId="{CC5E78A4-0A35-4BBC-A9BB-25167F727FF5}"/>
    <dgm:cxn modelId="{EE7C2DA0-B3C6-4803-9ACC-A9D188D276C3}" type="presOf" srcId="{1FE2058B-456B-4ECE-91D7-943EEFEBDC84}" destId="{FDB2E3D9-E950-4935-9801-6631739939AB}" srcOrd="0" destOrd="0" presId="urn:microsoft.com/office/officeart/2018/2/layout/IconVerticalSolidList"/>
    <dgm:cxn modelId="{F905DEB5-63C6-432B-9AA7-5F75CE518980}" type="presOf" srcId="{567B9731-045E-4462-B5D0-23AA3A55EE3B}" destId="{2516E24F-3E96-4C13-ABC9-55EA69EF31A9}" srcOrd="0" destOrd="0" presId="urn:microsoft.com/office/officeart/2018/2/layout/IconVerticalSolidList"/>
    <dgm:cxn modelId="{35C0ECD0-FD64-45CF-AAA0-B334BD1F805C}" srcId="{EE10C72A-B01A-4633-9108-156C82B2F48F}" destId="{567B9731-045E-4462-B5D0-23AA3A55EE3B}" srcOrd="2" destOrd="0" parTransId="{8FD8B4D5-4B55-47F4-B233-A73DACC89B69}" sibTransId="{870BCF11-DAF6-41ED-99D3-52B4C9FF9D23}"/>
    <dgm:cxn modelId="{475657F9-4D2A-4C40-8D39-7EC74C459EFE}" type="presOf" srcId="{EE10C72A-B01A-4633-9108-156C82B2F48F}" destId="{04E201C2-D35F-490C-9E3B-8C68B4D0D5E4}" srcOrd="0" destOrd="0" presId="urn:microsoft.com/office/officeart/2018/2/layout/IconVerticalSolidList"/>
    <dgm:cxn modelId="{A6E00189-0D23-42B5-89F9-B7B3CE2ED335}" type="presParOf" srcId="{04E201C2-D35F-490C-9E3B-8C68B4D0D5E4}" destId="{65638FBA-B858-44F4-9195-60E993153C97}" srcOrd="0" destOrd="0" presId="urn:microsoft.com/office/officeart/2018/2/layout/IconVerticalSolidList"/>
    <dgm:cxn modelId="{9994EED6-A664-481E-84C8-925B47263AC0}" type="presParOf" srcId="{65638FBA-B858-44F4-9195-60E993153C97}" destId="{C8289D44-3858-4BE5-BBE0-B11FFC454099}" srcOrd="0" destOrd="0" presId="urn:microsoft.com/office/officeart/2018/2/layout/IconVerticalSolidList"/>
    <dgm:cxn modelId="{E737A475-8BE6-4B5D-80BE-58FDB8D2CB47}" type="presParOf" srcId="{65638FBA-B858-44F4-9195-60E993153C97}" destId="{FEECB530-DC5E-49E6-8671-0AB5CBDD7D22}" srcOrd="1" destOrd="0" presId="urn:microsoft.com/office/officeart/2018/2/layout/IconVerticalSolidList"/>
    <dgm:cxn modelId="{8CC79438-3644-4F80-B244-CFAB37CD57FE}" type="presParOf" srcId="{65638FBA-B858-44F4-9195-60E993153C97}" destId="{46C2278D-3B7E-4FE2-97BE-E3B933E80B92}" srcOrd="2" destOrd="0" presId="urn:microsoft.com/office/officeart/2018/2/layout/IconVerticalSolidList"/>
    <dgm:cxn modelId="{38A13FEE-7314-454E-A645-D4A58C4DD200}" type="presParOf" srcId="{65638FBA-B858-44F4-9195-60E993153C97}" destId="{34A5287E-90D3-470A-86B3-C681B7BBCFF0}" srcOrd="3" destOrd="0" presId="urn:microsoft.com/office/officeart/2018/2/layout/IconVerticalSolidList"/>
    <dgm:cxn modelId="{1FC9AD65-50AB-42CF-BDC8-0AB0F062C040}" type="presParOf" srcId="{04E201C2-D35F-490C-9E3B-8C68B4D0D5E4}" destId="{2E8B4F3C-C730-4B35-A52D-503BEE844C4F}" srcOrd="1" destOrd="0" presId="urn:microsoft.com/office/officeart/2018/2/layout/IconVerticalSolidList"/>
    <dgm:cxn modelId="{4C0780EC-F14F-42FD-B717-DAAC9F6DD9E0}" type="presParOf" srcId="{04E201C2-D35F-490C-9E3B-8C68B4D0D5E4}" destId="{1AE8B6D7-3DDA-421F-AFE1-1BEBB6A05B1A}" srcOrd="2" destOrd="0" presId="urn:microsoft.com/office/officeart/2018/2/layout/IconVerticalSolidList"/>
    <dgm:cxn modelId="{84AF213F-5C3B-4096-8AEF-A6D96BA47AEA}" type="presParOf" srcId="{1AE8B6D7-3DDA-421F-AFE1-1BEBB6A05B1A}" destId="{2D99D35C-2136-4C57-8E4C-47532E9C0CA7}" srcOrd="0" destOrd="0" presId="urn:microsoft.com/office/officeart/2018/2/layout/IconVerticalSolidList"/>
    <dgm:cxn modelId="{866787AB-C043-4F34-B96F-815B66D56653}" type="presParOf" srcId="{1AE8B6D7-3DDA-421F-AFE1-1BEBB6A05B1A}" destId="{2925BB9E-BA60-42B1-8445-3B677EB20245}" srcOrd="1" destOrd="0" presId="urn:microsoft.com/office/officeart/2018/2/layout/IconVerticalSolidList"/>
    <dgm:cxn modelId="{2E083A77-59A0-49F6-A5E0-BEA373B467E5}" type="presParOf" srcId="{1AE8B6D7-3DDA-421F-AFE1-1BEBB6A05B1A}" destId="{DDEC98A6-E65A-451F-957F-FF4DF812FF5E}" srcOrd="2" destOrd="0" presId="urn:microsoft.com/office/officeart/2018/2/layout/IconVerticalSolidList"/>
    <dgm:cxn modelId="{7AB4D73D-CBAE-4997-B890-80EE8ACEB3D6}" type="presParOf" srcId="{1AE8B6D7-3DDA-421F-AFE1-1BEBB6A05B1A}" destId="{C7B0A26C-1DF3-4B5C-9363-29523C9334EB}" srcOrd="3" destOrd="0" presId="urn:microsoft.com/office/officeart/2018/2/layout/IconVerticalSolidList"/>
    <dgm:cxn modelId="{DF82C76B-1FB2-4FC0-8195-E9DF9B909116}" type="presParOf" srcId="{04E201C2-D35F-490C-9E3B-8C68B4D0D5E4}" destId="{B3AEC23C-6AFF-4780-B81F-8DD15EC1B8C8}" srcOrd="3" destOrd="0" presId="urn:microsoft.com/office/officeart/2018/2/layout/IconVerticalSolidList"/>
    <dgm:cxn modelId="{5FF87A2E-E8D8-47B5-972C-4ED5E7053B2F}" type="presParOf" srcId="{04E201C2-D35F-490C-9E3B-8C68B4D0D5E4}" destId="{43AE9AD4-CC86-432A-955D-C7C4877C00E8}" srcOrd="4" destOrd="0" presId="urn:microsoft.com/office/officeart/2018/2/layout/IconVerticalSolidList"/>
    <dgm:cxn modelId="{835274F1-38CD-4C2F-BC17-72793F54DEB4}" type="presParOf" srcId="{43AE9AD4-CC86-432A-955D-C7C4877C00E8}" destId="{6267107E-4C69-4C18-A9DA-70E58A581FD9}" srcOrd="0" destOrd="0" presId="urn:microsoft.com/office/officeart/2018/2/layout/IconVerticalSolidList"/>
    <dgm:cxn modelId="{12BDBA9D-E360-4718-B4E3-A03B90657C4B}" type="presParOf" srcId="{43AE9AD4-CC86-432A-955D-C7C4877C00E8}" destId="{A66DE936-84A6-4196-975B-2BC9248604B0}" srcOrd="1" destOrd="0" presId="urn:microsoft.com/office/officeart/2018/2/layout/IconVerticalSolidList"/>
    <dgm:cxn modelId="{6D19C5ED-56CA-4A41-9B09-672C77F92C10}" type="presParOf" srcId="{43AE9AD4-CC86-432A-955D-C7C4877C00E8}" destId="{07BF1040-BABB-4CB0-B9FC-37AEC35BD8FE}" srcOrd="2" destOrd="0" presId="urn:microsoft.com/office/officeart/2018/2/layout/IconVerticalSolidList"/>
    <dgm:cxn modelId="{3126C503-A5B2-4127-A02B-D91EF6FC02AC}" type="presParOf" srcId="{43AE9AD4-CC86-432A-955D-C7C4877C00E8}" destId="{2516E24F-3E96-4C13-ABC9-55EA69EF31A9}" srcOrd="3" destOrd="0" presId="urn:microsoft.com/office/officeart/2018/2/layout/IconVerticalSolidList"/>
    <dgm:cxn modelId="{DA955CC2-1836-4A03-BA98-0E53211337E0}" type="presParOf" srcId="{04E201C2-D35F-490C-9E3B-8C68B4D0D5E4}" destId="{A69CF518-5F6C-4768-9B27-D1DB548E4AF2}" srcOrd="5" destOrd="0" presId="urn:microsoft.com/office/officeart/2018/2/layout/IconVerticalSolidList"/>
    <dgm:cxn modelId="{FAE88F45-6E65-4871-8C6A-5E2256B9E7A9}" type="presParOf" srcId="{04E201C2-D35F-490C-9E3B-8C68B4D0D5E4}" destId="{BC93D86A-9BD8-46A1-990B-5A09B8C1FA1F}" srcOrd="6" destOrd="0" presId="urn:microsoft.com/office/officeart/2018/2/layout/IconVerticalSolidList"/>
    <dgm:cxn modelId="{1F28E36B-E848-4E8D-B3DF-09732092C744}" type="presParOf" srcId="{BC93D86A-9BD8-46A1-990B-5A09B8C1FA1F}" destId="{E0DA0633-C968-4275-A97E-0165F4573B6B}" srcOrd="0" destOrd="0" presId="urn:microsoft.com/office/officeart/2018/2/layout/IconVerticalSolidList"/>
    <dgm:cxn modelId="{2D609EC0-81A5-4AD1-A891-398913FB7244}" type="presParOf" srcId="{BC93D86A-9BD8-46A1-990B-5A09B8C1FA1F}" destId="{26327851-E5E1-481A-8AE1-DDCAD1EB41C6}" srcOrd="1" destOrd="0" presId="urn:microsoft.com/office/officeart/2018/2/layout/IconVerticalSolidList"/>
    <dgm:cxn modelId="{8A19BF76-6486-46D3-920D-832FFF1D7309}" type="presParOf" srcId="{BC93D86A-9BD8-46A1-990B-5A09B8C1FA1F}" destId="{0CC40990-AB4A-4F47-8568-73E7C6ED98F7}" srcOrd="2" destOrd="0" presId="urn:microsoft.com/office/officeart/2018/2/layout/IconVerticalSolidList"/>
    <dgm:cxn modelId="{EAD773EC-49B6-40BF-A63C-95B90EC261DB}" type="presParOf" srcId="{BC93D86A-9BD8-46A1-990B-5A09B8C1FA1F}" destId="{FDB2E3D9-E950-4935-9801-6631739939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DDEB98D-09D6-4757-8511-DFE04959E9A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17847E3-16A0-4FCC-A1D5-2BA97D67AED9}">
      <dgm:prSet/>
      <dgm:spPr/>
      <dgm:t>
        <a:bodyPr/>
        <a:lstStyle/>
        <a:p>
          <a:pPr>
            <a:defRPr cap="all"/>
          </a:pPr>
          <a:r>
            <a:rPr lang="es-ES" cap="none" dirty="0"/>
            <a:t>- Desinterés</a:t>
          </a:r>
          <a:endParaRPr lang="en-US" cap="none" dirty="0"/>
        </a:p>
      </dgm:t>
    </dgm:pt>
    <dgm:pt modelId="{EED7A460-441E-48B1-A01A-E43B496616DF}" type="parTrans" cxnId="{F78F3880-7FC7-4F8F-B865-7F3749AF9DE0}">
      <dgm:prSet/>
      <dgm:spPr/>
      <dgm:t>
        <a:bodyPr/>
        <a:lstStyle/>
        <a:p>
          <a:endParaRPr lang="en-US"/>
        </a:p>
      </dgm:t>
    </dgm:pt>
    <dgm:pt modelId="{FF33ACCB-C7DD-477D-BBAE-778BBC1B95A8}" type="sibTrans" cxnId="{F78F3880-7FC7-4F8F-B865-7F3749AF9DE0}">
      <dgm:prSet/>
      <dgm:spPr/>
      <dgm:t>
        <a:bodyPr/>
        <a:lstStyle/>
        <a:p>
          <a:endParaRPr lang="en-US"/>
        </a:p>
      </dgm:t>
    </dgm:pt>
    <dgm:pt modelId="{F73BDA03-558D-4A5D-A943-3470E240E90E}">
      <dgm:prSet/>
      <dgm:spPr/>
      <dgm:t>
        <a:bodyPr/>
        <a:lstStyle/>
        <a:p>
          <a:pPr>
            <a:defRPr cap="all"/>
          </a:pPr>
          <a:r>
            <a:rPr lang="es-ES" cap="none" dirty="0"/>
            <a:t>- Las preguntas mal redactadas suponen un gran riesgo</a:t>
          </a:r>
          <a:endParaRPr lang="en-US" cap="none" dirty="0"/>
        </a:p>
      </dgm:t>
    </dgm:pt>
    <dgm:pt modelId="{26F7C0D6-5E3B-4790-8EA6-E10DB616DAAF}" type="parTrans" cxnId="{0604F261-03B5-4066-98F9-F823F3C5C98C}">
      <dgm:prSet/>
      <dgm:spPr/>
      <dgm:t>
        <a:bodyPr/>
        <a:lstStyle/>
        <a:p>
          <a:endParaRPr lang="en-US"/>
        </a:p>
      </dgm:t>
    </dgm:pt>
    <dgm:pt modelId="{F6F0C4B1-A8C4-46F6-B776-85D2262C767A}" type="sibTrans" cxnId="{0604F261-03B5-4066-98F9-F823F3C5C98C}">
      <dgm:prSet/>
      <dgm:spPr/>
      <dgm:t>
        <a:bodyPr/>
        <a:lstStyle/>
        <a:p>
          <a:endParaRPr lang="en-US"/>
        </a:p>
      </dgm:t>
    </dgm:pt>
    <dgm:pt modelId="{1D009F68-720F-405F-A50B-4208FF029514}">
      <dgm:prSet/>
      <dgm:spPr/>
      <dgm:t>
        <a:bodyPr/>
        <a:lstStyle/>
        <a:p>
          <a:pPr>
            <a:defRPr cap="all"/>
          </a:pPr>
          <a:r>
            <a:rPr lang="es-ES" cap="none" dirty="0"/>
            <a:t>- Pueden responderse de forma mecánica</a:t>
          </a:r>
          <a:endParaRPr lang="en-US" cap="none" dirty="0"/>
        </a:p>
      </dgm:t>
    </dgm:pt>
    <dgm:pt modelId="{BE02814C-CAF0-4806-9D14-49D4870614ED}" type="parTrans" cxnId="{F0537EC5-0A4D-420D-9428-F7BEBF84AC39}">
      <dgm:prSet/>
      <dgm:spPr/>
      <dgm:t>
        <a:bodyPr/>
        <a:lstStyle/>
        <a:p>
          <a:endParaRPr lang="en-US"/>
        </a:p>
      </dgm:t>
    </dgm:pt>
    <dgm:pt modelId="{C12ADAA2-DB5E-4C2B-8D42-DCCFC2FE638D}" type="sibTrans" cxnId="{F0537EC5-0A4D-420D-9428-F7BEBF84AC39}">
      <dgm:prSet/>
      <dgm:spPr/>
      <dgm:t>
        <a:bodyPr/>
        <a:lstStyle/>
        <a:p>
          <a:endParaRPr lang="en-US"/>
        </a:p>
      </dgm:t>
    </dgm:pt>
    <dgm:pt modelId="{B03DB7D8-B03E-460D-99B4-1ECC13DF98BC}">
      <dgm:prSet/>
      <dgm:spPr/>
      <dgm:t>
        <a:bodyPr/>
        <a:lstStyle/>
        <a:p>
          <a:pPr>
            <a:defRPr cap="all"/>
          </a:pPr>
          <a:r>
            <a:rPr lang="es-ES" cap="none" dirty="0"/>
            <a:t>- Se consideran impersonales</a:t>
          </a:r>
          <a:endParaRPr lang="en-US" cap="none" dirty="0"/>
        </a:p>
      </dgm:t>
    </dgm:pt>
    <dgm:pt modelId="{C4CAAFDA-5CF7-45CA-86D6-6924D7569994}" type="parTrans" cxnId="{906B1AF2-7A3A-4873-80BF-B6D94705E33C}">
      <dgm:prSet/>
      <dgm:spPr/>
      <dgm:t>
        <a:bodyPr/>
        <a:lstStyle/>
        <a:p>
          <a:endParaRPr lang="en-US"/>
        </a:p>
      </dgm:t>
    </dgm:pt>
    <dgm:pt modelId="{4EC28FDA-5305-4C74-B9DA-250219DA355E}" type="sibTrans" cxnId="{906B1AF2-7A3A-4873-80BF-B6D94705E33C}">
      <dgm:prSet/>
      <dgm:spPr/>
      <dgm:t>
        <a:bodyPr/>
        <a:lstStyle/>
        <a:p>
          <a:endParaRPr lang="en-US"/>
        </a:p>
      </dgm:t>
    </dgm:pt>
    <dgm:pt modelId="{19C3847F-F537-49DC-AC3C-862B68D5BAE6}" type="pres">
      <dgm:prSet presAssocID="{CDDEB98D-09D6-4757-8511-DFE04959E9A6}" presName="root" presStyleCnt="0">
        <dgm:presLayoutVars>
          <dgm:dir/>
          <dgm:resizeHandles val="exact"/>
        </dgm:presLayoutVars>
      </dgm:prSet>
      <dgm:spPr/>
    </dgm:pt>
    <dgm:pt modelId="{F7B41661-B97C-4096-A344-AC45A84C6D67}" type="pres">
      <dgm:prSet presAssocID="{617847E3-16A0-4FCC-A1D5-2BA97D67AED9}" presName="compNode" presStyleCnt="0"/>
      <dgm:spPr/>
    </dgm:pt>
    <dgm:pt modelId="{CA4E4361-0360-49A4-ACD6-9AD035B52AE2}" type="pres">
      <dgm:prSet presAssocID="{617847E3-16A0-4FCC-A1D5-2BA97D67AED9}" presName="iconBgRect" presStyleLbl="bgShp" presStyleIdx="0" presStyleCnt="4"/>
      <dgm:spPr/>
    </dgm:pt>
    <dgm:pt modelId="{FE403A8A-CA15-41A1-87B0-7B116A47C306}" type="pres">
      <dgm:prSet presAssocID="{617847E3-16A0-4FCC-A1D5-2BA97D67AED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etti Ball"/>
        </a:ext>
      </dgm:extLst>
    </dgm:pt>
    <dgm:pt modelId="{06D918FC-71BA-47FB-B918-0362DC85E1FB}" type="pres">
      <dgm:prSet presAssocID="{617847E3-16A0-4FCC-A1D5-2BA97D67AED9}" presName="spaceRect" presStyleCnt="0"/>
      <dgm:spPr/>
    </dgm:pt>
    <dgm:pt modelId="{C67E27F4-D993-4EBA-870C-66B4F86AA5E5}" type="pres">
      <dgm:prSet presAssocID="{617847E3-16A0-4FCC-A1D5-2BA97D67AED9}" presName="textRect" presStyleLbl="revTx" presStyleIdx="0" presStyleCnt="4">
        <dgm:presLayoutVars>
          <dgm:chMax val="1"/>
          <dgm:chPref val="1"/>
        </dgm:presLayoutVars>
      </dgm:prSet>
      <dgm:spPr/>
    </dgm:pt>
    <dgm:pt modelId="{883FEE27-8F33-46DF-B92F-BAB53D21B485}" type="pres">
      <dgm:prSet presAssocID="{FF33ACCB-C7DD-477D-BBAE-778BBC1B95A8}" presName="sibTrans" presStyleCnt="0"/>
      <dgm:spPr/>
    </dgm:pt>
    <dgm:pt modelId="{46DCC528-F270-4A94-9D94-3F308346C1FD}" type="pres">
      <dgm:prSet presAssocID="{F73BDA03-558D-4A5D-A943-3470E240E90E}" presName="compNode" presStyleCnt="0"/>
      <dgm:spPr/>
    </dgm:pt>
    <dgm:pt modelId="{09F7FC22-A5C4-49FD-982E-939CD5C9A4BC}" type="pres">
      <dgm:prSet presAssocID="{F73BDA03-558D-4A5D-A943-3470E240E90E}" presName="iconBgRect" presStyleLbl="bgShp" presStyleIdx="1" presStyleCnt="4"/>
      <dgm:spPr/>
    </dgm:pt>
    <dgm:pt modelId="{B5D4E98F-3509-4611-A3CF-9A7163A526E8}" type="pres">
      <dgm:prSet presAssocID="{F73BDA03-558D-4A5D-A943-3470E240E90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CF87E033-93BA-4438-B5FD-F428C2F79A58}" type="pres">
      <dgm:prSet presAssocID="{F73BDA03-558D-4A5D-A943-3470E240E90E}" presName="spaceRect" presStyleCnt="0"/>
      <dgm:spPr/>
    </dgm:pt>
    <dgm:pt modelId="{5DBF0235-9303-4689-9240-4F0F18C957B0}" type="pres">
      <dgm:prSet presAssocID="{F73BDA03-558D-4A5D-A943-3470E240E90E}" presName="textRect" presStyleLbl="revTx" presStyleIdx="1" presStyleCnt="4">
        <dgm:presLayoutVars>
          <dgm:chMax val="1"/>
          <dgm:chPref val="1"/>
        </dgm:presLayoutVars>
      </dgm:prSet>
      <dgm:spPr/>
    </dgm:pt>
    <dgm:pt modelId="{ADB99CED-1A8C-43DA-A991-7A937EF6D2DE}" type="pres">
      <dgm:prSet presAssocID="{F6F0C4B1-A8C4-46F6-B776-85D2262C767A}" presName="sibTrans" presStyleCnt="0"/>
      <dgm:spPr/>
    </dgm:pt>
    <dgm:pt modelId="{52E6B406-3E88-4474-A32A-7ECCE2ADC7AC}" type="pres">
      <dgm:prSet presAssocID="{1D009F68-720F-405F-A50B-4208FF029514}" presName="compNode" presStyleCnt="0"/>
      <dgm:spPr/>
    </dgm:pt>
    <dgm:pt modelId="{214C0AF4-8150-4DFD-873D-2FAC64C87F53}" type="pres">
      <dgm:prSet presAssocID="{1D009F68-720F-405F-A50B-4208FF029514}" presName="iconBgRect" presStyleLbl="bgShp" presStyleIdx="2" presStyleCnt="4"/>
      <dgm:spPr/>
    </dgm:pt>
    <dgm:pt modelId="{13B5CCF6-A2D6-4AB0-9F22-DE3B42379BCD}" type="pres">
      <dgm:prSet presAssocID="{1D009F68-720F-405F-A50B-4208FF02951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dador"/>
        </a:ext>
      </dgm:extLst>
    </dgm:pt>
    <dgm:pt modelId="{C4110E8F-D7E2-414D-9441-13A09C25CDBE}" type="pres">
      <dgm:prSet presAssocID="{1D009F68-720F-405F-A50B-4208FF029514}" presName="spaceRect" presStyleCnt="0"/>
      <dgm:spPr/>
    </dgm:pt>
    <dgm:pt modelId="{5313E33D-E491-4F18-BA66-29B56AFC7DEF}" type="pres">
      <dgm:prSet presAssocID="{1D009F68-720F-405F-A50B-4208FF029514}" presName="textRect" presStyleLbl="revTx" presStyleIdx="2" presStyleCnt="4">
        <dgm:presLayoutVars>
          <dgm:chMax val="1"/>
          <dgm:chPref val="1"/>
        </dgm:presLayoutVars>
      </dgm:prSet>
      <dgm:spPr/>
    </dgm:pt>
    <dgm:pt modelId="{FD2E80C9-A038-4C7F-A68A-9C91594D1EA5}" type="pres">
      <dgm:prSet presAssocID="{C12ADAA2-DB5E-4C2B-8D42-DCCFC2FE638D}" presName="sibTrans" presStyleCnt="0"/>
      <dgm:spPr/>
    </dgm:pt>
    <dgm:pt modelId="{7587D40B-7395-4301-946E-26263C392F34}" type="pres">
      <dgm:prSet presAssocID="{B03DB7D8-B03E-460D-99B4-1ECC13DF98BC}" presName="compNode" presStyleCnt="0"/>
      <dgm:spPr/>
    </dgm:pt>
    <dgm:pt modelId="{3F3B1608-4AEE-45BB-8574-844ABD1397E1}" type="pres">
      <dgm:prSet presAssocID="{B03DB7D8-B03E-460D-99B4-1ECC13DF98BC}" presName="iconBgRect" presStyleLbl="bgShp" presStyleIdx="3" presStyleCnt="4"/>
      <dgm:spPr/>
    </dgm:pt>
    <dgm:pt modelId="{D9BE12CE-ACD9-4B06-8CB2-F9293E1C47C2}" type="pres">
      <dgm:prSet presAssocID="{B03DB7D8-B03E-460D-99B4-1ECC13DF98B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ce cream"/>
        </a:ext>
      </dgm:extLst>
    </dgm:pt>
    <dgm:pt modelId="{ACF1EA30-EEF3-4265-9254-F00B462D196A}" type="pres">
      <dgm:prSet presAssocID="{B03DB7D8-B03E-460D-99B4-1ECC13DF98BC}" presName="spaceRect" presStyleCnt="0"/>
      <dgm:spPr/>
    </dgm:pt>
    <dgm:pt modelId="{C8D4E35F-D96A-4CA2-A375-BF779D18AECF}" type="pres">
      <dgm:prSet presAssocID="{B03DB7D8-B03E-460D-99B4-1ECC13DF98B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9B91455-57E7-423D-B0D6-4BC6AE92FA4C}" type="presOf" srcId="{CDDEB98D-09D6-4757-8511-DFE04959E9A6}" destId="{19C3847F-F537-49DC-AC3C-862B68D5BAE6}" srcOrd="0" destOrd="0" presId="urn:microsoft.com/office/officeart/2018/5/layout/IconCircleLabelList"/>
    <dgm:cxn modelId="{0604F261-03B5-4066-98F9-F823F3C5C98C}" srcId="{CDDEB98D-09D6-4757-8511-DFE04959E9A6}" destId="{F73BDA03-558D-4A5D-A943-3470E240E90E}" srcOrd="1" destOrd="0" parTransId="{26F7C0D6-5E3B-4790-8EA6-E10DB616DAAF}" sibTransId="{F6F0C4B1-A8C4-46F6-B776-85D2262C767A}"/>
    <dgm:cxn modelId="{F78F3880-7FC7-4F8F-B865-7F3749AF9DE0}" srcId="{CDDEB98D-09D6-4757-8511-DFE04959E9A6}" destId="{617847E3-16A0-4FCC-A1D5-2BA97D67AED9}" srcOrd="0" destOrd="0" parTransId="{EED7A460-441E-48B1-A01A-E43B496616DF}" sibTransId="{FF33ACCB-C7DD-477D-BBAE-778BBC1B95A8}"/>
    <dgm:cxn modelId="{4D37CA86-9B9E-4C11-AD96-C6EFB9576EFB}" type="presOf" srcId="{617847E3-16A0-4FCC-A1D5-2BA97D67AED9}" destId="{C67E27F4-D993-4EBA-870C-66B4F86AA5E5}" srcOrd="0" destOrd="0" presId="urn:microsoft.com/office/officeart/2018/5/layout/IconCircleLabelList"/>
    <dgm:cxn modelId="{3201CF87-B7CD-466E-A224-739803FE0EF7}" type="presOf" srcId="{1D009F68-720F-405F-A50B-4208FF029514}" destId="{5313E33D-E491-4F18-BA66-29B56AFC7DEF}" srcOrd="0" destOrd="0" presId="urn:microsoft.com/office/officeart/2018/5/layout/IconCircleLabelList"/>
    <dgm:cxn modelId="{A6BE93A8-3D2F-4DDC-9794-CC940AD8D281}" type="presOf" srcId="{B03DB7D8-B03E-460D-99B4-1ECC13DF98BC}" destId="{C8D4E35F-D96A-4CA2-A375-BF779D18AECF}" srcOrd="0" destOrd="0" presId="urn:microsoft.com/office/officeart/2018/5/layout/IconCircleLabelList"/>
    <dgm:cxn modelId="{F0537EC5-0A4D-420D-9428-F7BEBF84AC39}" srcId="{CDDEB98D-09D6-4757-8511-DFE04959E9A6}" destId="{1D009F68-720F-405F-A50B-4208FF029514}" srcOrd="2" destOrd="0" parTransId="{BE02814C-CAF0-4806-9D14-49D4870614ED}" sibTransId="{C12ADAA2-DB5E-4C2B-8D42-DCCFC2FE638D}"/>
    <dgm:cxn modelId="{0CF260DA-12BB-41C2-A428-7506F881A361}" type="presOf" srcId="{F73BDA03-558D-4A5D-A943-3470E240E90E}" destId="{5DBF0235-9303-4689-9240-4F0F18C957B0}" srcOrd="0" destOrd="0" presId="urn:microsoft.com/office/officeart/2018/5/layout/IconCircleLabelList"/>
    <dgm:cxn modelId="{906B1AF2-7A3A-4873-80BF-B6D94705E33C}" srcId="{CDDEB98D-09D6-4757-8511-DFE04959E9A6}" destId="{B03DB7D8-B03E-460D-99B4-1ECC13DF98BC}" srcOrd="3" destOrd="0" parTransId="{C4CAAFDA-5CF7-45CA-86D6-6924D7569994}" sibTransId="{4EC28FDA-5305-4C74-B9DA-250219DA355E}"/>
    <dgm:cxn modelId="{DBDA5332-892A-4B1F-9E3A-9F9A0524EC34}" type="presParOf" srcId="{19C3847F-F537-49DC-AC3C-862B68D5BAE6}" destId="{F7B41661-B97C-4096-A344-AC45A84C6D67}" srcOrd="0" destOrd="0" presId="urn:microsoft.com/office/officeart/2018/5/layout/IconCircleLabelList"/>
    <dgm:cxn modelId="{0C246BBE-5E53-45CC-9F60-D30EE09514AE}" type="presParOf" srcId="{F7B41661-B97C-4096-A344-AC45A84C6D67}" destId="{CA4E4361-0360-49A4-ACD6-9AD035B52AE2}" srcOrd="0" destOrd="0" presId="urn:microsoft.com/office/officeart/2018/5/layout/IconCircleLabelList"/>
    <dgm:cxn modelId="{5F1F3C1D-3DD3-41E9-82EA-2F317D41447C}" type="presParOf" srcId="{F7B41661-B97C-4096-A344-AC45A84C6D67}" destId="{FE403A8A-CA15-41A1-87B0-7B116A47C306}" srcOrd="1" destOrd="0" presId="urn:microsoft.com/office/officeart/2018/5/layout/IconCircleLabelList"/>
    <dgm:cxn modelId="{9DD9D434-8054-4EE0-A548-44BC4D13CA9C}" type="presParOf" srcId="{F7B41661-B97C-4096-A344-AC45A84C6D67}" destId="{06D918FC-71BA-47FB-B918-0362DC85E1FB}" srcOrd="2" destOrd="0" presId="urn:microsoft.com/office/officeart/2018/5/layout/IconCircleLabelList"/>
    <dgm:cxn modelId="{4C3833F6-F2EF-4BE0-8F62-5987ABCC273B}" type="presParOf" srcId="{F7B41661-B97C-4096-A344-AC45A84C6D67}" destId="{C67E27F4-D993-4EBA-870C-66B4F86AA5E5}" srcOrd="3" destOrd="0" presId="urn:microsoft.com/office/officeart/2018/5/layout/IconCircleLabelList"/>
    <dgm:cxn modelId="{692307B1-C520-4C0D-91BC-3715D96654EA}" type="presParOf" srcId="{19C3847F-F537-49DC-AC3C-862B68D5BAE6}" destId="{883FEE27-8F33-46DF-B92F-BAB53D21B485}" srcOrd="1" destOrd="0" presId="urn:microsoft.com/office/officeart/2018/5/layout/IconCircleLabelList"/>
    <dgm:cxn modelId="{6D56548C-D77F-4F59-B066-81E6B62D483C}" type="presParOf" srcId="{19C3847F-F537-49DC-AC3C-862B68D5BAE6}" destId="{46DCC528-F270-4A94-9D94-3F308346C1FD}" srcOrd="2" destOrd="0" presId="urn:microsoft.com/office/officeart/2018/5/layout/IconCircleLabelList"/>
    <dgm:cxn modelId="{7C852A24-1DF5-48A9-B7C2-26F1E3F8DDFA}" type="presParOf" srcId="{46DCC528-F270-4A94-9D94-3F308346C1FD}" destId="{09F7FC22-A5C4-49FD-982E-939CD5C9A4BC}" srcOrd="0" destOrd="0" presId="urn:microsoft.com/office/officeart/2018/5/layout/IconCircleLabelList"/>
    <dgm:cxn modelId="{62E00838-5EC7-4B68-8305-0C7E1DD8DED0}" type="presParOf" srcId="{46DCC528-F270-4A94-9D94-3F308346C1FD}" destId="{B5D4E98F-3509-4611-A3CF-9A7163A526E8}" srcOrd="1" destOrd="0" presId="urn:microsoft.com/office/officeart/2018/5/layout/IconCircleLabelList"/>
    <dgm:cxn modelId="{EB973AAA-04DA-43A0-BA0B-88868C482F47}" type="presParOf" srcId="{46DCC528-F270-4A94-9D94-3F308346C1FD}" destId="{CF87E033-93BA-4438-B5FD-F428C2F79A58}" srcOrd="2" destOrd="0" presId="urn:microsoft.com/office/officeart/2018/5/layout/IconCircleLabelList"/>
    <dgm:cxn modelId="{69E96C97-5AC6-4DB6-925B-4B32753FF2FD}" type="presParOf" srcId="{46DCC528-F270-4A94-9D94-3F308346C1FD}" destId="{5DBF0235-9303-4689-9240-4F0F18C957B0}" srcOrd="3" destOrd="0" presId="urn:microsoft.com/office/officeart/2018/5/layout/IconCircleLabelList"/>
    <dgm:cxn modelId="{C40BF28C-5097-4D2C-900E-C19931FFBB52}" type="presParOf" srcId="{19C3847F-F537-49DC-AC3C-862B68D5BAE6}" destId="{ADB99CED-1A8C-43DA-A991-7A937EF6D2DE}" srcOrd="3" destOrd="0" presId="urn:microsoft.com/office/officeart/2018/5/layout/IconCircleLabelList"/>
    <dgm:cxn modelId="{8CA201AA-86C2-4915-83BE-F39A95E5DB5B}" type="presParOf" srcId="{19C3847F-F537-49DC-AC3C-862B68D5BAE6}" destId="{52E6B406-3E88-4474-A32A-7ECCE2ADC7AC}" srcOrd="4" destOrd="0" presId="urn:microsoft.com/office/officeart/2018/5/layout/IconCircleLabelList"/>
    <dgm:cxn modelId="{A9455DDD-83F7-4819-BA98-AA315A6D19A1}" type="presParOf" srcId="{52E6B406-3E88-4474-A32A-7ECCE2ADC7AC}" destId="{214C0AF4-8150-4DFD-873D-2FAC64C87F53}" srcOrd="0" destOrd="0" presId="urn:microsoft.com/office/officeart/2018/5/layout/IconCircleLabelList"/>
    <dgm:cxn modelId="{7FEDE94E-CF0A-4C61-B74B-4D8A9714634D}" type="presParOf" srcId="{52E6B406-3E88-4474-A32A-7ECCE2ADC7AC}" destId="{13B5CCF6-A2D6-4AB0-9F22-DE3B42379BCD}" srcOrd="1" destOrd="0" presId="urn:microsoft.com/office/officeart/2018/5/layout/IconCircleLabelList"/>
    <dgm:cxn modelId="{F0EBDC26-EECB-4014-AC27-17DD85D33E28}" type="presParOf" srcId="{52E6B406-3E88-4474-A32A-7ECCE2ADC7AC}" destId="{C4110E8F-D7E2-414D-9441-13A09C25CDBE}" srcOrd="2" destOrd="0" presId="urn:microsoft.com/office/officeart/2018/5/layout/IconCircleLabelList"/>
    <dgm:cxn modelId="{E3CAAD30-B555-489D-95D6-5AB997B627F0}" type="presParOf" srcId="{52E6B406-3E88-4474-A32A-7ECCE2ADC7AC}" destId="{5313E33D-E491-4F18-BA66-29B56AFC7DEF}" srcOrd="3" destOrd="0" presId="urn:microsoft.com/office/officeart/2018/5/layout/IconCircleLabelList"/>
    <dgm:cxn modelId="{39315E9F-DD96-4338-A451-5A691445D94C}" type="presParOf" srcId="{19C3847F-F537-49DC-AC3C-862B68D5BAE6}" destId="{FD2E80C9-A038-4C7F-A68A-9C91594D1EA5}" srcOrd="5" destOrd="0" presId="urn:microsoft.com/office/officeart/2018/5/layout/IconCircleLabelList"/>
    <dgm:cxn modelId="{E41DFA20-6715-4A68-B770-2A8D004B2E12}" type="presParOf" srcId="{19C3847F-F537-49DC-AC3C-862B68D5BAE6}" destId="{7587D40B-7395-4301-946E-26263C392F34}" srcOrd="6" destOrd="0" presId="urn:microsoft.com/office/officeart/2018/5/layout/IconCircleLabelList"/>
    <dgm:cxn modelId="{1690DD27-7C87-4B12-ADD4-86FC3F1350E9}" type="presParOf" srcId="{7587D40B-7395-4301-946E-26263C392F34}" destId="{3F3B1608-4AEE-45BB-8574-844ABD1397E1}" srcOrd="0" destOrd="0" presId="urn:microsoft.com/office/officeart/2018/5/layout/IconCircleLabelList"/>
    <dgm:cxn modelId="{D2720FFF-9142-42AC-9103-D50D28F5B4AA}" type="presParOf" srcId="{7587D40B-7395-4301-946E-26263C392F34}" destId="{D9BE12CE-ACD9-4B06-8CB2-F9293E1C47C2}" srcOrd="1" destOrd="0" presId="urn:microsoft.com/office/officeart/2018/5/layout/IconCircleLabelList"/>
    <dgm:cxn modelId="{90B98402-5C1A-4E0D-B23B-E034F6530BBC}" type="presParOf" srcId="{7587D40B-7395-4301-946E-26263C392F34}" destId="{ACF1EA30-EEF3-4265-9254-F00B462D196A}" srcOrd="2" destOrd="0" presId="urn:microsoft.com/office/officeart/2018/5/layout/IconCircleLabelList"/>
    <dgm:cxn modelId="{FF4BE949-A2DC-4932-BE65-101CC722AEEF}" type="presParOf" srcId="{7587D40B-7395-4301-946E-26263C392F34}" destId="{C8D4E35F-D96A-4CA2-A375-BF779D18AEC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1E1B84A-716B-4134-8CDC-6F5C58CBF29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B126211-C853-4055-9756-0DB6D1D9F981}">
      <dgm:prSet/>
      <dgm:spPr/>
      <dgm:t>
        <a:bodyPr/>
        <a:lstStyle/>
        <a:p>
          <a:r>
            <a:rPr lang="es-CL"/>
            <a:t>- Variables latentes </a:t>
          </a:r>
          <a:r>
            <a:rPr lang="es-CL">
              <a:sym typeface="Wingdings" panose="05000000000000000000" pitchFamily="2" charset="2"/>
            </a:rPr>
            <a:t></a:t>
          </a:r>
          <a:r>
            <a:rPr lang="es-CL"/>
            <a:t> lo veremos más adelante en el curso</a:t>
          </a:r>
          <a:endParaRPr lang="en-US"/>
        </a:p>
      </dgm:t>
    </dgm:pt>
    <dgm:pt modelId="{775B47D2-3532-49FA-8F71-0E5D0D90180C}" type="parTrans" cxnId="{4B281D14-9BFB-4299-A91F-83F0CD69126B}">
      <dgm:prSet/>
      <dgm:spPr/>
      <dgm:t>
        <a:bodyPr/>
        <a:lstStyle/>
        <a:p>
          <a:endParaRPr lang="en-US"/>
        </a:p>
      </dgm:t>
    </dgm:pt>
    <dgm:pt modelId="{0B58C1A6-911F-4668-A0F0-B803CBDA5AC7}" type="sibTrans" cxnId="{4B281D14-9BFB-4299-A91F-83F0CD69126B}">
      <dgm:prSet/>
      <dgm:spPr/>
      <dgm:t>
        <a:bodyPr/>
        <a:lstStyle/>
        <a:p>
          <a:endParaRPr lang="en-US"/>
        </a:p>
      </dgm:t>
    </dgm:pt>
    <dgm:pt modelId="{74D7BE3A-7714-43C7-9CAB-7D29D1AE4631}">
      <dgm:prSet/>
      <dgm:spPr/>
      <dgm:t>
        <a:bodyPr/>
        <a:lstStyle/>
        <a:p>
          <a:r>
            <a:rPr lang="es-CL"/>
            <a:t>- Pruebas que consideran la deseabilidad social </a:t>
          </a:r>
          <a:endParaRPr lang="en-US"/>
        </a:p>
      </dgm:t>
    </dgm:pt>
    <dgm:pt modelId="{B10C05A9-F7A9-407C-863C-C7A12E64E6D1}" type="parTrans" cxnId="{A41B76E2-9330-40F9-954F-149579674002}">
      <dgm:prSet/>
      <dgm:spPr/>
      <dgm:t>
        <a:bodyPr/>
        <a:lstStyle/>
        <a:p>
          <a:endParaRPr lang="en-US"/>
        </a:p>
      </dgm:t>
    </dgm:pt>
    <dgm:pt modelId="{D969C37D-C183-4348-B578-35EBC53F49CF}" type="sibTrans" cxnId="{A41B76E2-9330-40F9-954F-149579674002}">
      <dgm:prSet/>
      <dgm:spPr/>
      <dgm:t>
        <a:bodyPr/>
        <a:lstStyle/>
        <a:p>
          <a:endParaRPr lang="en-US"/>
        </a:p>
      </dgm:t>
    </dgm:pt>
    <dgm:pt modelId="{B2B70F28-C9D0-4A28-B364-A467923ABC38}">
      <dgm:prSet/>
      <dgm:spPr/>
      <dgm:t>
        <a:bodyPr/>
        <a:lstStyle/>
        <a:p>
          <a:r>
            <a:rPr lang="es-CL"/>
            <a:t>Confiabilidad</a:t>
          </a:r>
          <a:endParaRPr lang="en-US"/>
        </a:p>
      </dgm:t>
    </dgm:pt>
    <dgm:pt modelId="{F20A9B5C-2CD6-4821-BFEA-2D56DF8F8A91}" type="parTrans" cxnId="{13E9B684-B93C-46BC-8B16-504F5AF55877}">
      <dgm:prSet/>
      <dgm:spPr/>
      <dgm:t>
        <a:bodyPr/>
        <a:lstStyle/>
        <a:p>
          <a:endParaRPr lang="en-US"/>
        </a:p>
      </dgm:t>
    </dgm:pt>
    <dgm:pt modelId="{5FAE783A-3084-493D-A47D-6E87935232F6}" type="sibTrans" cxnId="{13E9B684-B93C-46BC-8B16-504F5AF55877}">
      <dgm:prSet/>
      <dgm:spPr/>
      <dgm:t>
        <a:bodyPr/>
        <a:lstStyle/>
        <a:p>
          <a:endParaRPr lang="en-US"/>
        </a:p>
      </dgm:t>
    </dgm:pt>
    <dgm:pt modelId="{DA330839-9524-4774-A61D-3AD96D57F33C}" type="pres">
      <dgm:prSet presAssocID="{F1E1B84A-716B-4134-8CDC-6F5C58CBF294}" presName="root" presStyleCnt="0">
        <dgm:presLayoutVars>
          <dgm:dir/>
          <dgm:resizeHandles val="exact"/>
        </dgm:presLayoutVars>
      </dgm:prSet>
      <dgm:spPr/>
    </dgm:pt>
    <dgm:pt modelId="{DBA18596-C8BA-4545-94C2-8DED563B7D2C}" type="pres">
      <dgm:prSet presAssocID="{BB126211-C853-4055-9756-0DB6D1D9F981}" presName="compNode" presStyleCnt="0"/>
      <dgm:spPr/>
    </dgm:pt>
    <dgm:pt modelId="{50709A3D-E243-4903-8A28-87D5BCE687FB}" type="pres">
      <dgm:prSet presAssocID="{BB126211-C853-4055-9756-0DB6D1D9F981}" presName="bgRect" presStyleLbl="bgShp" presStyleIdx="0" presStyleCnt="3"/>
      <dgm:spPr/>
    </dgm:pt>
    <dgm:pt modelId="{34540306-FDD5-46A0-8835-BC2925A0E274}" type="pres">
      <dgm:prSet presAssocID="{BB126211-C853-4055-9756-0DB6D1D9F98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C1A89FB8-1BE5-4C4F-81B7-A2D749360C01}" type="pres">
      <dgm:prSet presAssocID="{BB126211-C853-4055-9756-0DB6D1D9F981}" presName="spaceRect" presStyleCnt="0"/>
      <dgm:spPr/>
    </dgm:pt>
    <dgm:pt modelId="{4C76D1D7-C8FC-4395-8ACA-50BABD32828A}" type="pres">
      <dgm:prSet presAssocID="{BB126211-C853-4055-9756-0DB6D1D9F981}" presName="parTx" presStyleLbl="revTx" presStyleIdx="0" presStyleCnt="3">
        <dgm:presLayoutVars>
          <dgm:chMax val="0"/>
          <dgm:chPref val="0"/>
        </dgm:presLayoutVars>
      </dgm:prSet>
      <dgm:spPr/>
    </dgm:pt>
    <dgm:pt modelId="{D79A1800-5F08-454F-9188-ECF745223824}" type="pres">
      <dgm:prSet presAssocID="{0B58C1A6-911F-4668-A0F0-B803CBDA5AC7}" presName="sibTrans" presStyleCnt="0"/>
      <dgm:spPr/>
    </dgm:pt>
    <dgm:pt modelId="{CC27E8A9-A9B9-42EC-8479-59A89D94EF7E}" type="pres">
      <dgm:prSet presAssocID="{74D7BE3A-7714-43C7-9CAB-7D29D1AE4631}" presName="compNode" presStyleCnt="0"/>
      <dgm:spPr/>
    </dgm:pt>
    <dgm:pt modelId="{9CB453A2-4AA0-4D40-AC87-2FC56B0375E5}" type="pres">
      <dgm:prSet presAssocID="{74D7BE3A-7714-43C7-9CAB-7D29D1AE4631}" presName="bgRect" presStyleLbl="bgShp" presStyleIdx="1" presStyleCnt="3"/>
      <dgm:spPr/>
    </dgm:pt>
    <dgm:pt modelId="{65E08836-C958-42A7-A943-64691DCFE3D6}" type="pres">
      <dgm:prSet presAssocID="{74D7BE3A-7714-43C7-9CAB-7D29D1AE463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0C84F44E-C18D-49B4-911B-57593825AF10}" type="pres">
      <dgm:prSet presAssocID="{74D7BE3A-7714-43C7-9CAB-7D29D1AE4631}" presName="spaceRect" presStyleCnt="0"/>
      <dgm:spPr/>
    </dgm:pt>
    <dgm:pt modelId="{77004FFF-59D9-4127-ABDA-B0ED8FA91EF2}" type="pres">
      <dgm:prSet presAssocID="{74D7BE3A-7714-43C7-9CAB-7D29D1AE4631}" presName="parTx" presStyleLbl="revTx" presStyleIdx="1" presStyleCnt="3">
        <dgm:presLayoutVars>
          <dgm:chMax val="0"/>
          <dgm:chPref val="0"/>
        </dgm:presLayoutVars>
      </dgm:prSet>
      <dgm:spPr/>
    </dgm:pt>
    <dgm:pt modelId="{1B5BA937-5DB4-4201-BD0C-47490B206FE0}" type="pres">
      <dgm:prSet presAssocID="{D969C37D-C183-4348-B578-35EBC53F49CF}" presName="sibTrans" presStyleCnt="0"/>
      <dgm:spPr/>
    </dgm:pt>
    <dgm:pt modelId="{FDF49C0C-B809-417C-A513-47B459D26CE3}" type="pres">
      <dgm:prSet presAssocID="{B2B70F28-C9D0-4A28-B364-A467923ABC38}" presName="compNode" presStyleCnt="0"/>
      <dgm:spPr/>
    </dgm:pt>
    <dgm:pt modelId="{12046E0D-5CF5-4DE3-845E-E1EA2D2F7A30}" type="pres">
      <dgm:prSet presAssocID="{B2B70F28-C9D0-4A28-B364-A467923ABC38}" presName="bgRect" presStyleLbl="bgShp" presStyleIdx="2" presStyleCnt="3"/>
      <dgm:spPr/>
    </dgm:pt>
    <dgm:pt modelId="{98A2C1A8-D4EE-42E9-852E-30275494A443}" type="pres">
      <dgm:prSet presAssocID="{B2B70F28-C9D0-4A28-B364-A467923ABC3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F81CF6B1-283F-4CF7-B146-0F17149F7439}" type="pres">
      <dgm:prSet presAssocID="{B2B70F28-C9D0-4A28-B364-A467923ABC38}" presName="spaceRect" presStyleCnt="0"/>
      <dgm:spPr/>
    </dgm:pt>
    <dgm:pt modelId="{18EA8292-885D-476D-93FE-C6DBB4934C0E}" type="pres">
      <dgm:prSet presAssocID="{B2B70F28-C9D0-4A28-B364-A467923ABC3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B281D14-9BFB-4299-A91F-83F0CD69126B}" srcId="{F1E1B84A-716B-4134-8CDC-6F5C58CBF294}" destId="{BB126211-C853-4055-9756-0DB6D1D9F981}" srcOrd="0" destOrd="0" parTransId="{775B47D2-3532-49FA-8F71-0E5D0D90180C}" sibTransId="{0B58C1A6-911F-4668-A0F0-B803CBDA5AC7}"/>
    <dgm:cxn modelId="{758B833C-BA9F-4AB9-A94A-7FDD9FBB1684}" type="presOf" srcId="{F1E1B84A-716B-4134-8CDC-6F5C58CBF294}" destId="{DA330839-9524-4774-A61D-3AD96D57F33C}" srcOrd="0" destOrd="0" presId="urn:microsoft.com/office/officeart/2018/2/layout/IconVerticalSolidList"/>
    <dgm:cxn modelId="{13E9B684-B93C-46BC-8B16-504F5AF55877}" srcId="{F1E1B84A-716B-4134-8CDC-6F5C58CBF294}" destId="{B2B70F28-C9D0-4A28-B364-A467923ABC38}" srcOrd="2" destOrd="0" parTransId="{F20A9B5C-2CD6-4821-BFEA-2D56DF8F8A91}" sibTransId="{5FAE783A-3084-493D-A47D-6E87935232F6}"/>
    <dgm:cxn modelId="{0F79CB85-8D12-4EEB-BF4D-BF04ACE537D8}" type="presOf" srcId="{74D7BE3A-7714-43C7-9CAB-7D29D1AE4631}" destId="{77004FFF-59D9-4127-ABDA-B0ED8FA91EF2}" srcOrd="0" destOrd="0" presId="urn:microsoft.com/office/officeart/2018/2/layout/IconVerticalSolidList"/>
    <dgm:cxn modelId="{B997A087-124A-4BA1-9557-C2F6E7CEAF48}" type="presOf" srcId="{B2B70F28-C9D0-4A28-B364-A467923ABC38}" destId="{18EA8292-885D-476D-93FE-C6DBB4934C0E}" srcOrd="0" destOrd="0" presId="urn:microsoft.com/office/officeart/2018/2/layout/IconVerticalSolidList"/>
    <dgm:cxn modelId="{CAC6F28B-E8D5-419E-9D52-2A1F88302D56}" type="presOf" srcId="{BB126211-C853-4055-9756-0DB6D1D9F981}" destId="{4C76D1D7-C8FC-4395-8ACA-50BABD32828A}" srcOrd="0" destOrd="0" presId="urn:microsoft.com/office/officeart/2018/2/layout/IconVerticalSolidList"/>
    <dgm:cxn modelId="{A41B76E2-9330-40F9-954F-149579674002}" srcId="{F1E1B84A-716B-4134-8CDC-6F5C58CBF294}" destId="{74D7BE3A-7714-43C7-9CAB-7D29D1AE4631}" srcOrd="1" destOrd="0" parTransId="{B10C05A9-F7A9-407C-863C-C7A12E64E6D1}" sibTransId="{D969C37D-C183-4348-B578-35EBC53F49CF}"/>
    <dgm:cxn modelId="{2BD5B3C2-6369-4D24-986E-F84917A43EB9}" type="presParOf" srcId="{DA330839-9524-4774-A61D-3AD96D57F33C}" destId="{DBA18596-C8BA-4545-94C2-8DED563B7D2C}" srcOrd="0" destOrd="0" presId="urn:microsoft.com/office/officeart/2018/2/layout/IconVerticalSolidList"/>
    <dgm:cxn modelId="{65F897E6-D192-428C-8BAF-656993220A1F}" type="presParOf" srcId="{DBA18596-C8BA-4545-94C2-8DED563B7D2C}" destId="{50709A3D-E243-4903-8A28-87D5BCE687FB}" srcOrd="0" destOrd="0" presId="urn:microsoft.com/office/officeart/2018/2/layout/IconVerticalSolidList"/>
    <dgm:cxn modelId="{152EB81E-DC88-4673-9319-39016AEC1DC4}" type="presParOf" srcId="{DBA18596-C8BA-4545-94C2-8DED563B7D2C}" destId="{34540306-FDD5-46A0-8835-BC2925A0E274}" srcOrd="1" destOrd="0" presId="urn:microsoft.com/office/officeart/2018/2/layout/IconVerticalSolidList"/>
    <dgm:cxn modelId="{DB9DDF7E-1D5F-4F3F-95AF-1270EDA00827}" type="presParOf" srcId="{DBA18596-C8BA-4545-94C2-8DED563B7D2C}" destId="{C1A89FB8-1BE5-4C4F-81B7-A2D749360C01}" srcOrd="2" destOrd="0" presId="urn:microsoft.com/office/officeart/2018/2/layout/IconVerticalSolidList"/>
    <dgm:cxn modelId="{B89B58BD-B557-4799-8E04-09F9EFA9CD53}" type="presParOf" srcId="{DBA18596-C8BA-4545-94C2-8DED563B7D2C}" destId="{4C76D1D7-C8FC-4395-8ACA-50BABD32828A}" srcOrd="3" destOrd="0" presId="urn:microsoft.com/office/officeart/2018/2/layout/IconVerticalSolidList"/>
    <dgm:cxn modelId="{04AB9181-B82B-49E6-B758-140C8F407705}" type="presParOf" srcId="{DA330839-9524-4774-A61D-3AD96D57F33C}" destId="{D79A1800-5F08-454F-9188-ECF745223824}" srcOrd="1" destOrd="0" presId="urn:microsoft.com/office/officeart/2018/2/layout/IconVerticalSolidList"/>
    <dgm:cxn modelId="{B45F7BA3-4D58-4BEE-A462-16192C97E330}" type="presParOf" srcId="{DA330839-9524-4774-A61D-3AD96D57F33C}" destId="{CC27E8A9-A9B9-42EC-8479-59A89D94EF7E}" srcOrd="2" destOrd="0" presId="urn:microsoft.com/office/officeart/2018/2/layout/IconVerticalSolidList"/>
    <dgm:cxn modelId="{AEE642B8-5039-4F53-A3F6-5CF67627559B}" type="presParOf" srcId="{CC27E8A9-A9B9-42EC-8479-59A89D94EF7E}" destId="{9CB453A2-4AA0-4D40-AC87-2FC56B0375E5}" srcOrd="0" destOrd="0" presId="urn:microsoft.com/office/officeart/2018/2/layout/IconVerticalSolidList"/>
    <dgm:cxn modelId="{9B36F96A-98B9-4EE7-A4B5-9EF11323395D}" type="presParOf" srcId="{CC27E8A9-A9B9-42EC-8479-59A89D94EF7E}" destId="{65E08836-C958-42A7-A943-64691DCFE3D6}" srcOrd="1" destOrd="0" presId="urn:microsoft.com/office/officeart/2018/2/layout/IconVerticalSolidList"/>
    <dgm:cxn modelId="{23BA6EF7-F69F-4F60-99A5-57F324DA70E4}" type="presParOf" srcId="{CC27E8A9-A9B9-42EC-8479-59A89D94EF7E}" destId="{0C84F44E-C18D-49B4-911B-57593825AF10}" srcOrd="2" destOrd="0" presId="urn:microsoft.com/office/officeart/2018/2/layout/IconVerticalSolidList"/>
    <dgm:cxn modelId="{03B15467-6398-4787-902F-32B7A998DA15}" type="presParOf" srcId="{CC27E8A9-A9B9-42EC-8479-59A89D94EF7E}" destId="{77004FFF-59D9-4127-ABDA-B0ED8FA91EF2}" srcOrd="3" destOrd="0" presId="urn:microsoft.com/office/officeart/2018/2/layout/IconVerticalSolidList"/>
    <dgm:cxn modelId="{CE1177D8-9356-4F5F-8F1F-3B85C90FF557}" type="presParOf" srcId="{DA330839-9524-4774-A61D-3AD96D57F33C}" destId="{1B5BA937-5DB4-4201-BD0C-47490B206FE0}" srcOrd="3" destOrd="0" presId="urn:microsoft.com/office/officeart/2018/2/layout/IconVerticalSolidList"/>
    <dgm:cxn modelId="{A587F83A-0F1F-49EF-A2B8-8B6A65488319}" type="presParOf" srcId="{DA330839-9524-4774-A61D-3AD96D57F33C}" destId="{FDF49C0C-B809-417C-A513-47B459D26CE3}" srcOrd="4" destOrd="0" presId="urn:microsoft.com/office/officeart/2018/2/layout/IconVerticalSolidList"/>
    <dgm:cxn modelId="{855FF144-1870-4E23-A4F6-74BA1AD5880F}" type="presParOf" srcId="{FDF49C0C-B809-417C-A513-47B459D26CE3}" destId="{12046E0D-5CF5-4DE3-845E-E1EA2D2F7A30}" srcOrd="0" destOrd="0" presId="urn:microsoft.com/office/officeart/2018/2/layout/IconVerticalSolidList"/>
    <dgm:cxn modelId="{92988EAD-A344-45E9-86E7-DB3413DBDD9D}" type="presParOf" srcId="{FDF49C0C-B809-417C-A513-47B459D26CE3}" destId="{98A2C1A8-D4EE-42E9-852E-30275494A443}" srcOrd="1" destOrd="0" presId="urn:microsoft.com/office/officeart/2018/2/layout/IconVerticalSolidList"/>
    <dgm:cxn modelId="{6A708D8A-B7AF-4614-A09D-20954739EEF7}" type="presParOf" srcId="{FDF49C0C-B809-417C-A513-47B459D26CE3}" destId="{F81CF6B1-283F-4CF7-B146-0F17149F7439}" srcOrd="2" destOrd="0" presId="urn:microsoft.com/office/officeart/2018/2/layout/IconVerticalSolidList"/>
    <dgm:cxn modelId="{FA9EB1B1-D481-44AF-8F1E-28F3B4798710}" type="presParOf" srcId="{FDF49C0C-B809-417C-A513-47B459D26CE3}" destId="{18EA8292-885D-476D-93FE-C6DBB4934C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73E9F4-7090-4C3A-8704-D63D7EE22033}">
      <dsp:nvSpPr>
        <dsp:cNvPr id="0" name=""/>
        <dsp:cNvSpPr/>
      </dsp:nvSpPr>
      <dsp:spPr>
        <a:xfrm>
          <a:off x="0" y="482"/>
          <a:ext cx="6797675" cy="664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89232B-C6E5-4837-AE1B-0ECD67C27478}">
      <dsp:nvSpPr>
        <dsp:cNvPr id="0" name=""/>
        <dsp:cNvSpPr/>
      </dsp:nvSpPr>
      <dsp:spPr>
        <a:xfrm>
          <a:off x="201036" y="150013"/>
          <a:ext cx="365520" cy="3655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174B73-6FD9-4FE6-AEA4-8CD92EC29B0D}">
      <dsp:nvSpPr>
        <dsp:cNvPr id="0" name=""/>
        <dsp:cNvSpPr/>
      </dsp:nvSpPr>
      <dsp:spPr>
        <a:xfrm>
          <a:off x="767592" y="482"/>
          <a:ext cx="6030082" cy="66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35" tIns="70335" rIns="70335" bIns="7033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Observar una situación concreta que nos interese</a:t>
          </a:r>
          <a:endParaRPr lang="en-US" sz="1600" kern="1200"/>
        </a:p>
      </dsp:txBody>
      <dsp:txXfrm>
        <a:off x="767592" y="482"/>
        <a:ext cx="6030082" cy="664581"/>
      </dsp:txXfrm>
    </dsp:sp>
    <dsp:sp modelId="{4165DDF4-2C08-430D-8FAE-AC4334D554AF}">
      <dsp:nvSpPr>
        <dsp:cNvPr id="0" name=""/>
        <dsp:cNvSpPr/>
      </dsp:nvSpPr>
      <dsp:spPr>
        <a:xfrm>
          <a:off x="0" y="831210"/>
          <a:ext cx="6797675" cy="664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9D542-225B-4EC9-991D-F08A72F6DCA4}">
      <dsp:nvSpPr>
        <dsp:cNvPr id="0" name=""/>
        <dsp:cNvSpPr/>
      </dsp:nvSpPr>
      <dsp:spPr>
        <a:xfrm>
          <a:off x="201036" y="980741"/>
          <a:ext cx="365520" cy="3655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BE92D6-46BD-4AD7-895B-199C464198E4}">
      <dsp:nvSpPr>
        <dsp:cNvPr id="0" name=""/>
        <dsp:cNvSpPr/>
      </dsp:nvSpPr>
      <dsp:spPr>
        <a:xfrm>
          <a:off x="767592" y="831210"/>
          <a:ext cx="6030082" cy="66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35" tIns="70335" rIns="70335" bIns="7033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Lo ideal, es que sea observación NO intrusiva</a:t>
          </a:r>
          <a:endParaRPr lang="en-US" sz="1600" kern="1200"/>
        </a:p>
      </dsp:txBody>
      <dsp:txXfrm>
        <a:off x="767592" y="831210"/>
        <a:ext cx="6030082" cy="664581"/>
      </dsp:txXfrm>
    </dsp:sp>
    <dsp:sp modelId="{86421273-384E-403C-B702-EF55BBBE838E}">
      <dsp:nvSpPr>
        <dsp:cNvPr id="0" name=""/>
        <dsp:cNvSpPr/>
      </dsp:nvSpPr>
      <dsp:spPr>
        <a:xfrm>
          <a:off x="0" y="1661937"/>
          <a:ext cx="6797675" cy="664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0B71AF-EEA7-4F0E-B5E6-3D5AC137C50F}">
      <dsp:nvSpPr>
        <dsp:cNvPr id="0" name=""/>
        <dsp:cNvSpPr/>
      </dsp:nvSpPr>
      <dsp:spPr>
        <a:xfrm>
          <a:off x="201036" y="1811468"/>
          <a:ext cx="365520" cy="3655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0730A-4673-4194-8964-FB75D45EF333}">
      <dsp:nvSpPr>
        <dsp:cNvPr id="0" name=""/>
        <dsp:cNvSpPr/>
      </dsp:nvSpPr>
      <dsp:spPr>
        <a:xfrm>
          <a:off x="767592" y="1661937"/>
          <a:ext cx="6030082" cy="66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35" tIns="70335" rIns="70335" bIns="7033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/>
            <a:t>VENTAJAS:</a:t>
          </a:r>
          <a:endParaRPr lang="en-US" sz="1600" kern="1200"/>
        </a:p>
      </dsp:txBody>
      <dsp:txXfrm>
        <a:off x="767592" y="1661937"/>
        <a:ext cx="6030082" cy="664581"/>
      </dsp:txXfrm>
    </dsp:sp>
    <dsp:sp modelId="{8F570E9A-4DAD-4AE0-B431-802CB7202613}">
      <dsp:nvSpPr>
        <dsp:cNvPr id="0" name=""/>
        <dsp:cNvSpPr/>
      </dsp:nvSpPr>
      <dsp:spPr>
        <a:xfrm>
          <a:off x="0" y="2492665"/>
          <a:ext cx="6797675" cy="664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DE0111-851C-491F-992B-D55DDAE154F1}">
      <dsp:nvSpPr>
        <dsp:cNvPr id="0" name=""/>
        <dsp:cNvSpPr/>
      </dsp:nvSpPr>
      <dsp:spPr>
        <a:xfrm>
          <a:off x="201036" y="2642195"/>
          <a:ext cx="365520" cy="3655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104F3-A9DF-41BD-A698-C469E85422AE}">
      <dsp:nvSpPr>
        <dsp:cNvPr id="0" name=""/>
        <dsp:cNvSpPr/>
      </dsp:nvSpPr>
      <dsp:spPr>
        <a:xfrm>
          <a:off x="767592" y="2492665"/>
          <a:ext cx="6030082" cy="66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35" tIns="70335" rIns="70335" bIns="7033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Tiene la ventaja de que no requiere conversación</a:t>
          </a:r>
          <a:endParaRPr lang="en-US" sz="1600" kern="1200"/>
        </a:p>
      </dsp:txBody>
      <dsp:txXfrm>
        <a:off x="767592" y="2492665"/>
        <a:ext cx="6030082" cy="664581"/>
      </dsp:txXfrm>
    </dsp:sp>
    <dsp:sp modelId="{925C046C-3BA1-4FC3-97E8-04EFCE470930}">
      <dsp:nvSpPr>
        <dsp:cNvPr id="0" name=""/>
        <dsp:cNvSpPr/>
      </dsp:nvSpPr>
      <dsp:spPr>
        <a:xfrm>
          <a:off x="0" y="3323392"/>
          <a:ext cx="6797675" cy="664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179749-4131-4F0F-939E-B39D06741EE2}">
      <dsp:nvSpPr>
        <dsp:cNvPr id="0" name=""/>
        <dsp:cNvSpPr/>
      </dsp:nvSpPr>
      <dsp:spPr>
        <a:xfrm>
          <a:off x="201036" y="3472923"/>
          <a:ext cx="365520" cy="3655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F3AA4B-05E6-4EB2-B3B7-3D307308BAA3}">
      <dsp:nvSpPr>
        <dsp:cNvPr id="0" name=""/>
        <dsp:cNvSpPr/>
      </dsp:nvSpPr>
      <dsp:spPr>
        <a:xfrm>
          <a:off x="767592" y="3323392"/>
          <a:ext cx="6030082" cy="66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35" tIns="70335" rIns="70335" bIns="7033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Es idóneo para estudiar comportamientos no verbales comunes</a:t>
          </a:r>
          <a:endParaRPr lang="en-US" sz="1600" kern="1200" dirty="0"/>
        </a:p>
      </dsp:txBody>
      <dsp:txXfrm>
        <a:off x="767592" y="3323392"/>
        <a:ext cx="6030082" cy="664581"/>
      </dsp:txXfrm>
    </dsp:sp>
    <dsp:sp modelId="{F75CA7A2-B2C9-485E-A1E2-044863A881CE}">
      <dsp:nvSpPr>
        <dsp:cNvPr id="0" name=""/>
        <dsp:cNvSpPr/>
      </dsp:nvSpPr>
      <dsp:spPr>
        <a:xfrm>
          <a:off x="0" y="4154119"/>
          <a:ext cx="6797675" cy="664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2688B1-A66F-43D8-A54E-8561B7616672}">
      <dsp:nvSpPr>
        <dsp:cNvPr id="0" name=""/>
        <dsp:cNvSpPr/>
      </dsp:nvSpPr>
      <dsp:spPr>
        <a:xfrm>
          <a:off x="201036" y="4303650"/>
          <a:ext cx="365520" cy="3655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57B01-2FB9-4E0A-8C4E-DC7A4622A09A}">
      <dsp:nvSpPr>
        <dsp:cNvPr id="0" name=""/>
        <dsp:cNvSpPr/>
      </dsp:nvSpPr>
      <dsp:spPr>
        <a:xfrm>
          <a:off x="767592" y="4154119"/>
          <a:ext cx="6030082" cy="66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35" tIns="70335" rIns="70335" bIns="7033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Además, los individuos en general no son conscientes de cómo actúan</a:t>
          </a:r>
          <a:endParaRPr lang="en-US" sz="1600" kern="1200" dirty="0"/>
        </a:p>
      </dsp:txBody>
      <dsp:txXfrm>
        <a:off x="767592" y="4154119"/>
        <a:ext cx="6030082" cy="664581"/>
      </dsp:txXfrm>
    </dsp:sp>
    <dsp:sp modelId="{BF06A3D4-08C3-4778-9087-1CC04408D9D2}">
      <dsp:nvSpPr>
        <dsp:cNvPr id="0" name=""/>
        <dsp:cNvSpPr/>
      </dsp:nvSpPr>
      <dsp:spPr>
        <a:xfrm>
          <a:off x="0" y="4984847"/>
          <a:ext cx="6797675" cy="6645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04CB98-D92C-4009-8AFD-BC6C8294C9C5}">
      <dsp:nvSpPr>
        <dsp:cNvPr id="0" name=""/>
        <dsp:cNvSpPr/>
      </dsp:nvSpPr>
      <dsp:spPr>
        <a:xfrm>
          <a:off x="201036" y="5134378"/>
          <a:ext cx="365520" cy="36552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8520CB-28D4-46BF-B9DB-57B34F53AA0D}">
      <dsp:nvSpPr>
        <dsp:cNvPr id="0" name=""/>
        <dsp:cNvSpPr/>
      </dsp:nvSpPr>
      <dsp:spPr>
        <a:xfrm>
          <a:off x="767592" y="4984847"/>
          <a:ext cx="6030082" cy="6645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335" tIns="70335" rIns="70335" bIns="70335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Es más sencillo generalizar los resultados al mundo real</a:t>
          </a:r>
          <a:endParaRPr lang="en-US" sz="1600" kern="1200" dirty="0"/>
        </a:p>
      </dsp:txBody>
      <dsp:txXfrm>
        <a:off x="767592" y="4984847"/>
        <a:ext cx="6030082" cy="6645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B6E22C-5F88-4ED7-9CCD-31B1BD772BD3}">
      <dsp:nvSpPr>
        <dsp:cNvPr id="0" name=""/>
        <dsp:cNvSpPr/>
      </dsp:nvSpPr>
      <dsp:spPr>
        <a:xfrm>
          <a:off x="0" y="462"/>
          <a:ext cx="10058399" cy="10814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FCBFD8-FF2F-4DC8-A973-D22DEB53AD26}">
      <dsp:nvSpPr>
        <dsp:cNvPr id="0" name=""/>
        <dsp:cNvSpPr/>
      </dsp:nvSpPr>
      <dsp:spPr>
        <a:xfrm>
          <a:off x="327145" y="243793"/>
          <a:ext cx="594810" cy="5948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7DAC40-E312-42D9-9114-D52B5F450F8D}">
      <dsp:nvSpPr>
        <dsp:cNvPr id="0" name=""/>
        <dsp:cNvSpPr/>
      </dsp:nvSpPr>
      <dsp:spPr>
        <a:xfrm>
          <a:off x="1249101" y="462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Prestar atención a las conductas no verbales (posturas, gestos, etc.)</a:t>
          </a:r>
          <a:endParaRPr lang="en-US" sz="2500" kern="1200"/>
        </a:p>
      </dsp:txBody>
      <dsp:txXfrm>
        <a:off x="1249101" y="462"/>
        <a:ext cx="8809298" cy="1081473"/>
      </dsp:txXfrm>
    </dsp:sp>
    <dsp:sp modelId="{4F90B872-4FAE-456C-9302-4ABBC3C3DA02}">
      <dsp:nvSpPr>
        <dsp:cNvPr id="0" name=""/>
        <dsp:cNvSpPr/>
      </dsp:nvSpPr>
      <dsp:spPr>
        <a:xfrm>
          <a:off x="0" y="1352303"/>
          <a:ext cx="10058399" cy="10814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1965C4-95B0-4C27-87C5-4988DBC43953}">
      <dsp:nvSpPr>
        <dsp:cNvPr id="0" name=""/>
        <dsp:cNvSpPr/>
      </dsp:nvSpPr>
      <dsp:spPr>
        <a:xfrm>
          <a:off x="327145" y="1595634"/>
          <a:ext cx="594810" cy="5948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87952-21CA-405A-BB94-AE441A8CD273}">
      <dsp:nvSpPr>
        <dsp:cNvPr id="0" name=""/>
        <dsp:cNvSpPr/>
      </dsp:nvSpPr>
      <dsp:spPr>
        <a:xfrm>
          <a:off x="1249101" y="1352303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También es relevante aquello que no ocurre (y sí esperábamos que sucediera)</a:t>
          </a:r>
          <a:endParaRPr lang="en-US" sz="2500" kern="1200"/>
        </a:p>
      </dsp:txBody>
      <dsp:txXfrm>
        <a:off x="1249101" y="1352303"/>
        <a:ext cx="8809298" cy="1081473"/>
      </dsp:txXfrm>
    </dsp:sp>
    <dsp:sp modelId="{EC5D6488-A4D1-442D-821F-C656C9DF5502}">
      <dsp:nvSpPr>
        <dsp:cNvPr id="0" name=""/>
        <dsp:cNvSpPr/>
      </dsp:nvSpPr>
      <dsp:spPr>
        <a:xfrm>
          <a:off x="0" y="2704144"/>
          <a:ext cx="10058399" cy="108147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EBFD4-EFAE-4AC8-B5B1-DAD00B319253}">
      <dsp:nvSpPr>
        <dsp:cNvPr id="0" name=""/>
        <dsp:cNvSpPr/>
      </dsp:nvSpPr>
      <dsp:spPr>
        <a:xfrm>
          <a:off x="327145" y="2947476"/>
          <a:ext cx="594810" cy="5948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A54D6-4CB9-4F24-A7AD-7AAF320536CA}">
      <dsp:nvSpPr>
        <dsp:cNvPr id="0" name=""/>
        <dsp:cNvSpPr/>
      </dsp:nvSpPr>
      <dsp:spPr>
        <a:xfrm>
          <a:off x="1249101" y="2704144"/>
          <a:ext cx="88092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/>
            <a:t>No interferir para no afectar la conducta de las personas</a:t>
          </a:r>
          <a:endParaRPr lang="en-US" sz="2500" kern="1200"/>
        </a:p>
      </dsp:txBody>
      <dsp:txXfrm>
        <a:off x="1249101" y="2704144"/>
        <a:ext cx="8809298" cy="10814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D8521-EEC3-43A2-AD1A-64822784471E}">
      <dsp:nvSpPr>
        <dsp:cNvPr id="0" name=""/>
        <dsp:cNvSpPr/>
      </dsp:nvSpPr>
      <dsp:spPr>
        <a:xfrm>
          <a:off x="41812" y="531184"/>
          <a:ext cx="888857" cy="8888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4FBD20-50D4-42AA-BCA0-36A2044272A9}">
      <dsp:nvSpPr>
        <dsp:cNvPr id="0" name=""/>
        <dsp:cNvSpPr/>
      </dsp:nvSpPr>
      <dsp:spPr>
        <a:xfrm>
          <a:off x="228472" y="717844"/>
          <a:ext cx="515537" cy="5155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2C6ED-56DA-4D4D-A844-9C83870A5F40}">
      <dsp:nvSpPr>
        <dsp:cNvPr id="0" name=""/>
        <dsp:cNvSpPr/>
      </dsp:nvSpPr>
      <dsp:spPr>
        <a:xfrm>
          <a:off x="1121139" y="531184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La entrevista es una “conversación con cierto propósito” </a:t>
          </a:r>
          <a:endParaRPr lang="en-US" sz="1600" kern="1200"/>
        </a:p>
      </dsp:txBody>
      <dsp:txXfrm>
        <a:off x="1121139" y="531184"/>
        <a:ext cx="2095164" cy="888857"/>
      </dsp:txXfrm>
    </dsp:sp>
    <dsp:sp modelId="{C5979E86-AA8C-43C1-B440-9514A58FF7E0}">
      <dsp:nvSpPr>
        <dsp:cNvPr id="0" name=""/>
        <dsp:cNvSpPr/>
      </dsp:nvSpPr>
      <dsp:spPr>
        <a:xfrm>
          <a:off x="3581370" y="531184"/>
          <a:ext cx="888857" cy="8888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88367-1514-47D3-97A5-8A1CFCB1819A}">
      <dsp:nvSpPr>
        <dsp:cNvPr id="0" name=""/>
        <dsp:cNvSpPr/>
      </dsp:nvSpPr>
      <dsp:spPr>
        <a:xfrm>
          <a:off x="3768030" y="717844"/>
          <a:ext cx="515537" cy="5155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CD6A8-B48A-45D0-905C-D2978DB99277}">
      <dsp:nvSpPr>
        <dsp:cNvPr id="0" name=""/>
        <dsp:cNvSpPr/>
      </dsp:nvSpPr>
      <dsp:spPr>
        <a:xfrm>
          <a:off x="4660697" y="531184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(Bingham y Moore, 1959)</a:t>
          </a:r>
          <a:endParaRPr lang="en-US" sz="1600" kern="1200"/>
        </a:p>
      </dsp:txBody>
      <dsp:txXfrm>
        <a:off x="4660697" y="531184"/>
        <a:ext cx="2095164" cy="888857"/>
      </dsp:txXfrm>
    </dsp:sp>
    <dsp:sp modelId="{A5E3AEDC-9051-42A1-BBD7-C980D9429CB1}">
      <dsp:nvSpPr>
        <dsp:cNvPr id="0" name=""/>
        <dsp:cNvSpPr/>
      </dsp:nvSpPr>
      <dsp:spPr>
        <a:xfrm>
          <a:off x="41812" y="2380527"/>
          <a:ext cx="888857" cy="8888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3A96C-5CB0-4524-A539-FBE9AF8B63BD}">
      <dsp:nvSpPr>
        <dsp:cNvPr id="0" name=""/>
        <dsp:cNvSpPr/>
      </dsp:nvSpPr>
      <dsp:spPr>
        <a:xfrm>
          <a:off x="228472" y="2567187"/>
          <a:ext cx="515537" cy="5155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28BFE-11A3-433A-ACEA-9544DFB36E43}">
      <dsp:nvSpPr>
        <dsp:cNvPr id="0" name=""/>
        <dsp:cNvSpPr/>
      </dsp:nvSpPr>
      <dsp:spPr>
        <a:xfrm>
          <a:off x="1121139" y="2380527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- Gran fuente de datos de investigación</a:t>
          </a:r>
          <a:endParaRPr lang="en-US" sz="1600" kern="1200"/>
        </a:p>
      </dsp:txBody>
      <dsp:txXfrm>
        <a:off x="1121139" y="2380527"/>
        <a:ext cx="2095164" cy="888857"/>
      </dsp:txXfrm>
    </dsp:sp>
    <dsp:sp modelId="{AF4E569D-0E2B-444D-9756-03F0F3DCF869}">
      <dsp:nvSpPr>
        <dsp:cNvPr id="0" name=""/>
        <dsp:cNvSpPr/>
      </dsp:nvSpPr>
      <dsp:spPr>
        <a:xfrm>
          <a:off x="3581370" y="2380527"/>
          <a:ext cx="888857" cy="8888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51BA1-7BF4-4074-9F1F-284800F8C599}">
      <dsp:nvSpPr>
        <dsp:cNvPr id="0" name=""/>
        <dsp:cNvSpPr/>
      </dsp:nvSpPr>
      <dsp:spPr>
        <a:xfrm>
          <a:off x="3768030" y="2567187"/>
          <a:ext cx="515537" cy="5155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52F02-B5E5-4599-95AB-9EDF9B33A6D8}">
      <dsp:nvSpPr>
        <dsp:cNvPr id="0" name=""/>
        <dsp:cNvSpPr/>
      </dsp:nvSpPr>
      <dsp:spPr>
        <a:xfrm>
          <a:off x="4660697" y="2380527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- La interacción personal cobra especial relevancia</a:t>
          </a:r>
          <a:endParaRPr lang="en-US" sz="1600" kern="1200"/>
        </a:p>
      </dsp:txBody>
      <dsp:txXfrm>
        <a:off x="4660697" y="2380527"/>
        <a:ext cx="2095164" cy="888857"/>
      </dsp:txXfrm>
    </dsp:sp>
    <dsp:sp modelId="{E3C8B6A0-C9A4-47AF-BA12-46358A1865CC}">
      <dsp:nvSpPr>
        <dsp:cNvPr id="0" name=""/>
        <dsp:cNvSpPr/>
      </dsp:nvSpPr>
      <dsp:spPr>
        <a:xfrm>
          <a:off x="41812" y="4229869"/>
          <a:ext cx="888857" cy="88885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F43EC2-3D46-421C-BBE1-4E1C392396BA}">
      <dsp:nvSpPr>
        <dsp:cNvPr id="0" name=""/>
        <dsp:cNvSpPr/>
      </dsp:nvSpPr>
      <dsp:spPr>
        <a:xfrm>
          <a:off x="228472" y="4416529"/>
          <a:ext cx="515537" cy="5155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CA7E7-0A4B-4AB9-ADEB-8598DA8E5DB1}">
      <dsp:nvSpPr>
        <dsp:cNvPr id="0" name=""/>
        <dsp:cNvSpPr/>
      </dsp:nvSpPr>
      <dsp:spPr>
        <a:xfrm>
          <a:off x="1121139" y="4229869"/>
          <a:ext cx="2095164" cy="888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/>
            <a:t>- Dar la oportunidad a las personas de poder expresarse verbalmente</a:t>
          </a:r>
          <a:endParaRPr lang="en-US" sz="1600" kern="1200"/>
        </a:p>
      </dsp:txBody>
      <dsp:txXfrm>
        <a:off x="1121139" y="4229869"/>
        <a:ext cx="2095164" cy="8888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289D44-3858-4BE5-BBE0-B11FFC454099}">
      <dsp:nvSpPr>
        <dsp:cNvPr id="0" name=""/>
        <dsp:cNvSpPr/>
      </dsp:nvSpPr>
      <dsp:spPr>
        <a:xfrm>
          <a:off x="0" y="2344"/>
          <a:ext cx="6797675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ECB530-DC5E-49E6-8671-0AB5CBDD7D22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5287E-90D3-470A-86B3-C681B7BBCFF0}">
      <dsp:nvSpPr>
        <dsp:cNvPr id="0" name=""/>
        <dsp:cNvSpPr/>
      </dsp:nvSpPr>
      <dsp:spPr>
        <a:xfrm>
          <a:off x="1372680" y="2344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- Evitar cuestionarios demasiado largos</a:t>
          </a:r>
          <a:endParaRPr lang="en-US" sz="2200" kern="1200"/>
        </a:p>
      </dsp:txBody>
      <dsp:txXfrm>
        <a:off x="1372680" y="2344"/>
        <a:ext cx="5424994" cy="1188467"/>
      </dsp:txXfrm>
    </dsp:sp>
    <dsp:sp modelId="{2D99D35C-2136-4C57-8E4C-47532E9C0CA7}">
      <dsp:nvSpPr>
        <dsp:cNvPr id="0" name=""/>
        <dsp:cNvSpPr/>
      </dsp:nvSpPr>
      <dsp:spPr>
        <a:xfrm>
          <a:off x="0" y="1487929"/>
          <a:ext cx="6797675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25BB9E-BA60-42B1-8445-3B677EB20245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0A26C-1DF3-4B5C-9363-29523C9334EB}">
      <dsp:nvSpPr>
        <dsp:cNvPr id="0" name=""/>
        <dsp:cNvSpPr/>
      </dsp:nvSpPr>
      <dsp:spPr>
        <a:xfrm>
          <a:off x="1372680" y="1487929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- Evitar interrogantes dobles</a:t>
          </a:r>
          <a:endParaRPr lang="en-US" sz="2200" kern="1200"/>
        </a:p>
      </dsp:txBody>
      <dsp:txXfrm>
        <a:off x="1372680" y="1487929"/>
        <a:ext cx="5424994" cy="1188467"/>
      </dsp:txXfrm>
    </dsp:sp>
    <dsp:sp modelId="{6267107E-4C69-4C18-A9DA-70E58A581FD9}">
      <dsp:nvSpPr>
        <dsp:cNvPr id="0" name=""/>
        <dsp:cNvSpPr/>
      </dsp:nvSpPr>
      <dsp:spPr>
        <a:xfrm>
          <a:off x="0" y="2973514"/>
          <a:ext cx="6797675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6DE936-84A6-4196-975B-2BC9248604B0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6E24F-3E96-4C13-ABC9-55EA69EF31A9}">
      <dsp:nvSpPr>
        <dsp:cNvPr id="0" name=""/>
        <dsp:cNvSpPr/>
      </dsp:nvSpPr>
      <dsp:spPr>
        <a:xfrm>
          <a:off x="1372680" y="2973514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- Utilizar vocabulario accesible </a:t>
          </a:r>
          <a:endParaRPr lang="en-US" sz="2200" kern="1200"/>
        </a:p>
      </dsp:txBody>
      <dsp:txXfrm>
        <a:off x="1372680" y="2973514"/>
        <a:ext cx="5424994" cy="1188467"/>
      </dsp:txXfrm>
    </dsp:sp>
    <dsp:sp modelId="{E0DA0633-C968-4275-A97E-0165F4573B6B}">
      <dsp:nvSpPr>
        <dsp:cNvPr id="0" name=""/>
        <dsp:cNvSpPr/>
      </dsp:nvSpPr>
      <dsp:spPr>
        <a:xfrm>
          <a:off x="0" y="4459099"/>
          <a:ext cx="6797675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327851-E5E1-481A-8AE1-DDCAD1EB41C6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B2E3D9-E950-4935-9801-6631739939AB}">
      <dsp:nvSpPr>
        <dsp:cNvPr id="0" name=""/>
        <dsp:cNvSpPr/>
      </dsp:nvSpPr>
      <dsp:spPr>
        <a:xfrm>
          <a:off x="1372680" y="4459099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- Buscar la neutralidad de las preguntas:</a:t>
          </a:r>
          <a:endParaRPr lang="en-US" sz="2200" kern="1200"/>
        </a:p>
      </dsp:txBody>
      <dsp:txXfrm>
        <a:off x="1372680" y="4459099"/>
        <a:ext cx="5424994" cy="11884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E4361-0360-49A4-ACD6-9AD035B52AE2}">
      <dsp:nvSpPr>
        <dsp:cNvPr id="0" name=""/>
        <dsp:cNvSpPr/>
      </dsp:nvSpPr>
      <dsp:spPr>
        <a:xfrm>
          <a:off x="1374172" y="6563"/>
          <a:ext cx="1383804" cy="138380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403A8A-CA15-41A1-87B0-7B116A47C306}">
      <dsp:nvSpPr>
        <dsp:cNvPr id="0" name=""/>
        <dsp:cNvSpPr/>
      </dsp:nvSpPr>
      <dsp:spPr>
        <a:xfrm>
          <a:off x="1669081" y="301473"/>
          <a:ext cx="793986" cy="7939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E27F4-D993-4EBA-870C-66B4F86AA5E5}">
      <dsp:nvSpPr>
        <dsp:cNvPr id="0" name=""/>
        <dsp:cNvSpPr/>
      </dsp:nvSpPr>
      <dsp:spPr>
        <a:xfrm>
          <a:off x="931808" y="1821389"/>
          <a:ext cx="22685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700" kern="1200" cap="none" dirty="0"/>
            <a:t>- Desinterés</a:t>
          </a:r>
          <a:endParaRPr lang="en-US" sz="1700" kern="1200" cap="none" dirty="0"/>
        </a:p>
      </dsp:txBody>
      <dsp:txXfrm>
        <a:off x="931808" y="1821389"/>
        <a:ext cx="2268532" cy="720000"/>
      </dsp:txXfrm>
    </dsp:sp>
    <dsp:sp modelId="{09F7FC22-A5C4-49FD-982E-939CD5C9A4BC}">
      <dsp:nvSpPr>
        <dsp:cNvPr id="0" name=""/>
        <dsp:cNvSpPr/>
      </dsp:nvSpPr>
      <dsp:spPr>
        <a:xfrm>
          <a:off x="4039697" y="6563"/>
          <a:ext cx="1383804" cy="138380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4E98F-3509-4611-A3CF-9A7163A526E8}">
      <dsp:nvSpPr>
        <dsp:cNvPr id="0" name=""/>
        <dsp:cNvSpPr/>
      </dsp:nvSpPr>
      <dsp:spPr>
        <a:xfrm>
          <a:off x="4334606" y="301473"/>
          <a:ext cx="793986" cy="7939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BF0235-9303-4689-9240-4F0F18C957B0}">
      <dsp:nvSpPr>
        <dsp:cNvPr id="0" name=""/>
        <dsp:cNvSpPr/>
      </dsp:nvSpPr>
      <dsp:spPr>
        <a:xfrm>
          <a:off x="3597334" y="1821389"/>
          <a:ext cx="22685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700" kern="1200" cap="none" dirty="0"/>
            <a:t>- Las preguntas mal redactadas suponen un gran riesgo</a:t>
          </a:r>
          <a:endParaRPr lang="en-US" sz="1700" kern="1200" cap="none" dirty="0"/>
        </a:p>
      </dsp:txBody>
      <dsp:txXfrm>
        <a:off x="3597334" y="1821389"/>
        <a:ext cx="2268532" cy="720000"/>
      </dsp:txXfrm>
    </dsp:sp>
    <dsp:sp modelId="{214C0AF4-8150-4DFD-873D-2FAC64C87F53}">
      <dsp:nvSpPr>
        <dsp:cNvPr id="0" name=""/>
        <dsp:cNvSpPr/>
      </dsp:nvSpPr>
      <dsp:spPr>
        <a:xfrm>
          <a:off x="1374172" y="3108522"/>
          <a:ext cx="1383804" cy="138380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B5CCF6-A2D6-4AB0-9F22-DE3B42379BCD}">
      <dsp:nvSpPr>
        <dsp:cNvPr id="0" name=""/>
        <dsp:cNvSpPr/>
      </dsp:nvSpPr>
      <dsp:spPr>
        <a:xfrm>
          <a:off x="1669081" y="3403431"/>
          <a:ext cx="793986" cy="7939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3E33D-E491-4F18-BA66-29B56AFC7DEF}">
      <dsp:nvSpPr>
        <dsp:cNvPr id="0" name=""/>
        <dsp:cNvSpPr/>
      </dsp:nvSpPr>
      <dsp:spPr>
        <a:xfrm>
          <a:off x="931808" y="4923348"/>
          <a:ext cx="22685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700" kern="1200" cap="none" dirty="0"/>
            <a:t>- Pueden responderse de forma mecánica</a:t>
          </a:r>
          <a:endParaRPr lang="en-US" sz="1700" kern="1200" cap="none" dirty="0"/>
        </a:p>
      </dsp:txBody>
      <dsp:txXfrm>
        <a:off x="931808" y="4923348"/>
        <a:ext cx="2268532" cy="720000"/>
      </dsp:txXfrm>
    </dsp:sp>
    <dsp:sp modelId="{3F3B1608-4AEE-45BB-8574-844ABD1397E1}">
      <dsp:nvSpPr>
        <dsp:cNvPr id="0" name=""/>
        <dsp:cNvSpPr/>
      </dsp:nvSpPr>
      <dsp:spPr>
        <a:xfrm>
          <a:off x="4039697" y="3108522"/>
          <a:ext cx="1383804" cy="138380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BE12CE-ACD9-4B06-8CB2-F9293E1C47C2}">
      <dsp:nvSpPr>
        <dsp:cNvPr id="0" name=""/>
        <dsp:cNvSpPr/>
      </dsp:nvSpPr>
      <dsp:spPr>
        <a:xfrm>
          <a:off x="4334606" y="3403431"/>
          <a:ext cx="793986" cy="7939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D4E35F-D96A-4CA2-A375-BF779D18AECF}">
      <dsp:nvSpPr>
        <dsp:cNvPr id="0" name=""/>
        <dsp:cNvSpPr/>
      </dsp:nvSpPr>
      <dsp:spPr>
        <a:xfrm>
          <a:off x="3597334" y="4923348"/>
          <a:ext cx="22685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ES" sz="1700" kern="1200" cap="none" dirty="0"/>
            <a:t>- Se consideran impersonales</a:t>
          </a:r>
          <a:endParaRPr lang="en-US" sz="1700" kern="1200" cap="none" dirty="0"/>
        </a:p>
      </dsp:txBody>
      <dsp:txXfrm>
        <a:off x="3597334" y="4923348"/>
        <a:ext cx="2268532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709A3D-E243-4903-8A28-87D5BCE687FB}">
      <dsp:nvSpPr>
        <dsp:cNvPr id="0" name=""/>
        <dsp:cNvSpPr/>
      </dsp:nvSpPr>
      <dsp:spPr>
        <a:xfrm>
          <a:off x="0" y="689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540306-FDD5-46A0-8835-BC2925A0E274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76D1D7-C8FC-4395-8ACA-50BABD32828A}">
      <dsp:nvSpPr>
        <dsp:cNvPr id="0" name=""/>
        <dsp:cNvSpPr/>
      </dsp:nvSpPr>
      <dsp:spPr>
        <a:xfrm>
          <a:off x="1864015" y="689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500" kern="1200"/>
            <a:t>- Variables latentes </a:t>
          </a:r>
          <a:r>
            <a:rPr lang="es-CL" sz="2500" kern="1200">
              <a:sym typeface="Wingdings" panose="05000000000000000000" pitchFamily="2" charset="2"/>
            </a:rPr>
            <a:t></a:t>
          </a:r>
          <a:r>
            <a:rPr lang="es-CL" sz="2500" kern="1200"/>
            <a:t> lo veremos más adelante en el curso</a:t>
          </a:r>
          <a:endParaRPr lang="en-US" sz="2500" kern="1200"/>
        </a:p>
      </dsp:txBody>
      <dsp:txXfrm>
        <a:off x="1864015" y="689"/>
        <a:ext cx="4933659" cy="1613866"/>
      </dsp:txXfrm>
    </dsp:sp>
    <dsp:sp modelId="{9CB453A2-4AA0-4D40-AC87-2FC56B0375E5}">
      <dsp:nvSpPr>
        <dsp:cNvPr id="0" name=""/>
        <dsp:cNvSpPr/>
      </dsp:nvSpPr>
      <dsp:spPr>
        <a:xfrm>
          <a:off x="0" y="2018022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08836-C958-42A7-A943-64691DCFE3D6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04FFF-59D9-4127-ABDA-B0ED8FA91EF2}">
      <dsp:nvSpPr>
        <dsp:cNvPr id="0" name=""/>
        <dsp:cNvSpPr/>
      </dsp:nvSpPr>
      <dsp:spPr>
        <a:xfrm>
          <a:off x="1864015" y="2018022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500" kern="1200"/>
            <a:t>- Pruebas que consideran la deseabilidad social </a:t>
          </a:r>
          <a:endParaRPr lang="en-US" sz="2500" kern="1200"/>
        </a:p>
      </dsp:txBody>
      <dsp:txXfrm>
        <a:off x="1864015" y="2018022"/>
        <a:ext cx="4933659" cy="1613866"/>
      </dsp:txXfrm>
    </dsp:sp>
    <dsp:sp modelId="{12046E0D-5CF5-4DE3-845E-E1EA2D2F7A30}">
      <dsp:nvSpPr>
        <dsp:cNvPr id="0" name=""/>
        <dsp:cNvSpPr/>
      </dsp:nvSpPr>
      <dsp:spPr>
        <a:xfrm>
          <a:off x="0" y="4035355"/>
          <a:ext cx="6797675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A2C1A8-D4EE-42E9-852E-30275494A443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A8292-885D-476D-93FE-C6DBB4934C0E}">
      <dsp:nvSpPr>
        <dsp:cNvPr id="0" name=""/>
        <dsp:cNvSpPr/>
      </dsp:nvSpPr>
      <dsp:spPr>
        <a:xfrm>
          <a:off x="1864015" y="4035355"/>
          <a:ext cx="4933659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500" kern="1200"/>
            <a:t>Confiabilidad</a:t>
          </a:r>
          <a:endParaRPr lang="en-US" sz="2500" kern="1200"/>
        </a:p>
      </dsp:txBody>
      <dsp:txXfrm>
        <a:off x="1864015" y="4035355"/>
        <a:ext cx="4933659" cy="1613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6733433-91C9-4F25-89C5-2049FA2AC72A}" type="datetime1">
              <a:rPr lang="es-ES" smtClean="0"/>
              <a:pPr rtl="0"/>
              <a:t>5/4/26</a:t>
            </a:fld>
            <a:endParaRPr lang="es-ES" dirty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798501B-77B5-4365-9881-C6E19A3C1E42}" type="slidenum">
              <a:rPr lang="es-ES" smtClean="0"/>
              <a:pPr rtl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514561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42799A-0270-465F-BFBB-B1E8788AA761}" type="datetime1">
              <a:rPr lang="es-ES" noProof="0" smtClean="0"/>
              <a:pPr rtl="0"/>
              <a:t>5/4/26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C8BD8E7-1312-41F3-99C4-6DA5AF891969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920842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smtClean="0"/>
              <a:pPr rtl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72865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noProof="0" smtClean="0"/>
              <a:pPr rtl="0"/>
              <a:t>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67587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noProof="0" smtClean="0"/>
              <a:pPr rtl="0"/>
              <a:t>13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86533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C8BD8E7-1312-41F3-99C4-6DA5AF891969}" type="slidenum">
              <a:rPr lang="es-ES" noProof="0" smtClean="0"/>
              <a:pPr rtl="0"/>
              <a:t>24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3048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pPr/>
              <a:t>4/5/26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448E3757-13A1-44DB-9643-75F53F2346A1}"/>
              </a:ext>
            </a:extLst>
          </p:cNvPr>
          <p:cNvSpPr/>
          <p:nvPr userDrawn="1"/>
        </p:nvSpPr>
        <p:spPr>
          <a:xfrm>
            <a:off x="304800" y="304800"/>
            <a:ext cx="11582400" cy="6248400"/>
          </a:xfrm>
          <a:prstGeom prst="rect">
            <a:avLst/>
          </a:prstGeom>
          <a:noFill/>
          <a:ln w="508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7044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E879E85-5BBE-4DC3-949C-B551255CCB64}" type="datetime1">
              <a:rPr lang="es-ES" noProof="0" smtClean="0"/>
              <a:pPr rtl="0"/>
              <a:t>5/4/26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1166564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E879E85-5BBE-4DC3-949C-B551255CCB64}" type="datetime1">
              <a:rPr lang="es-ES" noProof="0" smtClean="0"/>
              <a:pPr rtl="0"/>
              <a:t>5/4/26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45254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8D2FC1E-83DA-4E03-9666-93C59D8ACCEA}" type="datetime1">
              <a:rPr lang="es-ES" noProof="0" smtClean="0"/>
              <a:pPr rtl="0"/>
              <a:t>5/4/26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8519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A1153A9-469E-4B41-9F8D-6E09C4AFB7F0}" type="datetime1">
              <a:rPr lang="es-ES" noProof="0" smtClean="0"/>
              <a:pPr rtl="0"/>
              <a:t>5/4/26</a:t>
            </a:fld>
            <a:endParaRPr lang="es-E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5511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9ADA510-67ED-4878-A088-E9242C8AA6FD}" type="datetime1">
              <a:rPr lang="es-ES" noProof="0" smtClean="0"/>
              <a:pPr rtl="0"/>
              <a:t>5/4/26</a:t>
            </a:fld>
            <a:endParaRPr lang="es-E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23854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pPr/>
              <a:t>4/5/26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165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5E879E85-5BBE-4DC3-949C-B551255CCB64}" type="datetime1">
              <a:rPr lang="es-ES" noProof="0" smtClean="0"/>
              <a:pPr rtl="0"/>
              <a:t>5/4/26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007619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E879E85-5BBE-4DC3-949C-B551255CCB64}" type="datetime1">
              <a:rPr lang="es-ES" noProof="0" smtClean="0"/>
              <a:pPr rtl="0"/>
              <a:t>5/4/26</a:t>
            </a:fld>
            <a:endParaRPr lang="es-E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5291330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49C5101-B6E1-4C2F-96CC-D4D7C5FEAAF7}" type="datetime1">
              <a:rPr lang="es-ES" noProof="0" smtClean="0"/>
              <a:pPr rtl="0"/>
              <a:t>5/4/26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1720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E3F2578-7180-4CCB-9A96-7D1B03AD95AA}" type="datetime1">
              <a:rPr lang="es-ES" noProof="0" smtClean="0"/>
              <a:pPr rtl="0"/>
              <a:t>5/4/26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4739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apositiva de título con imágen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 userDrawn="1"/>
        </p:nvSpPr>
        <p:spPr>
          <a:xfrm>
            <a:off x="0" y="4800600"/>
            <a:ext cx="12192000" cy="2057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33400" y="5084483"/>
            <a:ext cx="11125200" cy="914400"/>
          </a:xfrm>
        </p:spPr>
        <p:txBody>
          <a:bodyPr rtlCol="0" anchor="b">
            <a:normAutofit/>
          </a:bodyPr>
          <a:lstStyle>
            <a:lvl1pPr algn="ctr">
              <a:defRPr sz="4400" spc="-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9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0"/>
          </p:nvPr>
        </p:nvSpPr>
        <p:spPr>
          <a:xfrm>
            <a:off x="1" y="1"/>
            <a:ext cx="4023360" cy="4745736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3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1"/>
          </p:nvPr>
        </p:nvSpPr>
        <p:spPr>
          <a:xfrm>
            <a:off x="4084320" y="1"/>
            <a:ext cx="4023360" cy="4745736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14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2"/>
          </p:nvPr>
        </p:nvSpPr>
        <p:spPr>
          <a:xfrm>
            <a:off x="8168640" y="1"/>
            <a:ext cx="4023360" cy="4745736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33400" y="6043123"/>
            <a:ext cx="11125200" cy="5715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83230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ncabezado de sección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 userDrawn="1"/>
        </p:nvSpPr>
        <p:spPr>
          <a:xfrm>
            <a:off x="304800" y="304800"/>
            <a:ext cx="11582400" cy="6248400"/>
          </a:xfrm>
          <a:prstGeom prst="rect">
            <a:avLst/>
          </a:prstGeom>
          <a:noFill/>
          <a:ln w="50800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2483427"/>
            <a:ext cx="10515600" cy="2743200"/>
          </a:xfrm>
        </p:spPr>
        <p:txBody>
          <a:bodyPr rtlCol="0" anchor="b">
            <a:normAutofit/>
          </a:bodyPr>
          <a:lstStyle>
            <a:lvl1pPr algn="ctr">
              <a:defRPr sz="4400" spc="-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10"/>
          </p:nvPr>
        </p:nvSpPr>
        <p:spPr>
          <a:xfrm>
            <a:off x="835025" y="5257800"/>
            <a:ext cx="10515600" cy="9144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cap="all" spc="50" baseline="0">
                <a:solidFill>
                  <a:schemeClr val="bg1"/>
                </a:solidFill>
              </a:defRPr>
            </a:lvl1pPr>
            <a:lvl2pPr marL="365760" indent="0" algn="ctr">
              <a:buNone/>
              <a:defRPr sz="2000" cap="all" spc="50" baseline="0">
                <a:solidFill>
                  <a:schemeClr val="bg1"/>
                </a:solidFill>
              </a:defRPr>
            </a:lvl2pPr>
            <a:lvl3pPr algn="ctr">
              <a:defRPr sz="2000" cap="all" spc="50" baseline="0">
                <a:solidFill>
                  <a:schemeClr val="bg1"/>
                </a:solidFill>
              </a:defRPr>
            </a:lvl3pPr>
            <a:lvl4pPr algn="ctr">
              <a:defRPr sz="2000" cap="all" spc="50" baseline="0">
                <a:solidFill>
                  <a:schemeClr val="bg1"/>
                </a:solidFill>
              </a:defRPr>
            </a:lvl4pPr>
            <a:lvl5pPr algn="ctr">
              <a:defRPr sz="2000" cap="all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61005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 userDrawn="1"/>
        </p:nvSpPr>
        <p:spPr>
          <a:xfrm>
            <a:off x="8153400" y="0"/>
            <a:ext cx="403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32813" y="1683327"/>
            <a:ext cx="3125787" cy="2877260"/>
          </a:xfrm>
        </p:spPr>
        <p:txBody>
          <a:bodyPr rtlCol="0" anchor="b">
            <a:normAutofit/>
          </a:bodyPr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6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"/>
          </p:nvPr>
        </p:nvSpPr>
        <p:spPr>
          <a:xfrm>
            <a:off x="0" y="0"/>
            <a:ext cx="8101584" cy="6857999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532813" y="4591761"/>
            <a:ext cx="3125787" cy="1580440"/>
          </a:xfrm>
        </p:spPr>
        <p:txBody>
          <a:bodyPr rtlCol="0"/>
          <a:lstStyle>
            <a:lvl1pPr marL="0" indent="0">
              <a:spcBef>
                <a:spcPts val="8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8475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51812" y="1672934"/>
            <a:ext cx="3506788" cy="2880360"/>
          </a:xfrm>
        </p:spPr>
        <p:txBody>
          <a:bodyPr rtlCol="0" anchor="b">
            <a:normAutofit/>
          </a:bodyPr>
          <a:lstStyle>
            <a:lvl1pPr>
              <a:defRPr sz="30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30352" y="457200"/>
            <a:ext cx="7242111" cy="5715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151812" y="4590288"/>
            <a:ext cx="3514564" cy="1581912"/>
          </a:xfrm>
        </p:spPr>
        <p:txBody>
          <a:bodyPr rtlCol="0"/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el estilo de texto del patrón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7FFF32-C91A-4880-A5BC-2E29719B4A91}" type="datetime1">
              <a:rPr lang="es-ES" noProof="0" smtClean="0"/>
              <a:pPr rtl="0"/>
              <a:t>5/4/26</a:t>
            </a:fld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rtl="0"/>
            <a:fld id="{5E879E85-5BBE-4DC3-949C-B551255CCB64}" type="datetime1">
              <a:rPr lang="es-ES" noProof="0" smtClean="0"/>
              <a:pPr rtl="0"/>
              <a:t>5/4/26</a:t>
            </a:fld>
            <a:endParaRPr lang="es-E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 noProof="0"/>
              <a:t>Agregar un pie de página</a:t>
            </a:r>
            <a:endParaRPr lang="es-E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rtl="0"/>
            <a:fld id="{E31375A4-56A4-47D6-9801-1991572033F7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B04F426-009D-4BBC-A1CD-024360468F06}"/>
              </a:ext>
            </a:extLst>
          </p:cNvPr>
          <p:cNvSpPr/>
          <p:nvPr userDrawn="1"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583228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656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4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jpeg"/><Relationship Id="rId4" Type="http://schemas.openxmlformats.org/officeDocument/2006/relationships/image" Target="../media/image5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8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eg"/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41463" y="4582985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Métodos</a:t>
            </a:r>
            <a:r>
              <a:rPr lang="en-US" sz="4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de la </a:t>
            </a:r>
            <a:r>
              <a:rPr lang="en-US" sz="42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Investigación</a:t>
            </a:r>
            <a:r>
              <a:rPr lang="en-US" sz="4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Social</a:t>
            </a:r>
          </a:p>
        </p:txBody>
      </p:sp>
      <p:pic>
        <p:nvPicPr>
          <p:cNvPr id="16" name="Marcador de posición de imagen 15">
            <a:extLst>
              <a:ext uri="{FF2B5EF4-FFF2-40B4-BE49-F238E27FC236}">
                <a16:creationId xmlns:a16="http://schemas.microsoft.com/office/drawing/2014/main" id="{04978791-56A0-4677-ADA5-E3E85676DA78}"/>
              </a:ext>
            </a:extLst>
          </p:cNvPr>
          <p:cNvPicPr>
            <a:picLocks noGrp="1" noChangeAspect="1"/>
          </p:cNvPicPr>
          <p:nvPr>
            <p:ph type="pic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0" r="14780"/>
          <a:stretch>
            <a:fillRect/>
          </a:stretch>
        </p:blipFill>
        <p:spPr>
          <a:xfrm>
            <a:off x="966182" y="640079"/>
            <a:ext cx="3057178" cy="3602737"/>
          </a:xfrm>
          <a:prstGeom prst="rect">
            <a:avLst/>
          </a:prstGeom>
        </p:spPr>
      </p:pic>
      <p:pic>
        <p:nvPicPr>
          <p:cNvPr id="14" name="Marcador de posición de imagen 13"/>
          <p:cNvPicPr>
            <a:picLocks noGrp="1" noChangeAspect="1"/>
          </p:cNvPicPr>
          <p:nvPr>
            <p:ph type="pic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1" r="25081"/>
          <a:stretch>
            <a:fillRect/>
          </a:stretch>
        </p:blipFill>
        <p:spPr>
          <a:xfrm>
            <a:off x="4561153" y="640080"/>
            <a:ext cx="3056222" cy="3602736"/>
          </a:xfrm>
          <a:prstGeom prst="rect">
            <a:avLst/>
          </a:prstGeom>
        </p:spPr>
      </p:pic>
      <p:pic>
        <p:nvPicPr>
          <p:cNvPr id="10" name="Marcador de posición de imagen 8">
            <a:extLst>
              <a:ext uri="{FF2B5EF4-FFF2-40B4-BE49-F238E27FC236}">
                <a16:creationId xmlns:a16="http://schemas.microsoft.com/office/drawing/2014/main" id="{70482568-50A5-4E85-AB2D-B3B12F47C30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5" t="3001" r="18815" b="2421"/>
          <a:stretch/>
        </p:blipFill>
        <p:spPr>
          <a:xfrm>
            <a:off x="8336817" y="640079"/>
            <a:ext cx="3078453" cy="3602736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10905894" y="6416741"/>
            <a:ext cx="1165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CL" dirty="0">
                <a:solidFill>
                  <a:schemeClr val="bg1"/>
                </a:solidFill>
              </a:rPr>
              <a:t>Clase #05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165762B-FEB5-9FFE-5F65-41D46F14BC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87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00D46-A343-4A58-8688-72D2728F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600" dirty="0">
                <a:latin typeface="+mn-lt"/>
              </a:rPr>
              <a:t>Hemos visto: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B4B7F65-5E1F-4971-A55A-17CCD987D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600" dirty="0">
                <a:latin typeface="+mn-lt"/>
              </a:rPr>
              <a:t>- Qué es la ciencia y sus características: El empirismo sistemático que sigue la psicología</a:t>
            </a:r>
          </a:p>
          <a:p>
            <a:r>
              <a:rPr lang="es-ES" sz="1600" dirty="0">
                <a:latin typeface="+mn-lt"/>
              </a:rPr>
              <a:t>- El proceso de investigaci</a:t>
            </a:r>
            <a:r>
              <a:rPr lang="es-ES" sz="1600" dirty="0"/>
              <a:t>ón: d</a:t>
            </a:r>
            <a:r>
              <a:rPr lang="es-ES" sz="1600" dirty="0">
                <a:latin typeface="+mn-lt"/>
              </a:rPr>
              <a:t>efinición del problema de investigación</a:t>
            </a:r>
          </a:p>
          <a:p>
            <a:r>
              <a:rPr lang="es-ES" sz="1600" dirty="0"/>
              <a:t>- Unidades de análisis: tipos de muestreo (veamos los resultados)</a:t>
            </a:r>
            <a:endParaRPr lang="es-ES" sz="1600" dirty="0">
              <a:latin typeface="+mn-lt"/>
            </a:endParaRPr>
          </a:p>
          <a:p>
            <a:pPr marL="342900" indent="-342900" algn="ctr">
              <a:buFontTx/>
              <a:buChar char="-"/>
            </a:pPr>
            <a:endParaRPr lang="es-ES" sz="1600" dirty="0">
              <a:latin typeface="+mn-lt"/>
            </a:endParaRPr>
          </a:p>
          <a:p>
            <a:pPr marL="342900" indent="-342900">
              <a:buFontTx/>
              <a:buChar char="-"/>
            </a:pPr>
            <a:endParaRPr lang="es-ES" sz="1600" dirty="0">
              <a:latin typeface="+mn-lt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3E17FC6-BF0E-4A8C-A820-E0DCDF11EAF2}"/>
              </a:ext>
            </a:extLst>
          </p:cNvPr>
          <p:cNvSpPr/>
          <p:nvPr/>
        </p:nvSpPr>
        <p:spPr>
          <a:xfrm>
            <a:off x="1011237" y="3825874"/>
            <a:ext cx="10776858" cy="131823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La siguiente pregunta es: ¿Cómo levantamos datos?</a:t>
            </a:r>
          </a:p>
        </p:txBody>
      </p:sp>
    </p:spTree>
    <p:extLst>
      <p:ext uri="{BB962C8B-B14F-4D97-AF65-F5344CB8AC3E}">
        <p14:creationId xmlns:p14="http://schemas.microsoft.com/office/powerpoint/2010/main" val="3897475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ítulo 5">
            <a:extLst>
              <a:ext uri="{FF2B5EF4-FFF2-40B4-BE49-F238E27FC236}">
                <a16:creationId xmlns:a16="http://schemas.microsoft.com/office/drawing/2014/main" id="{E0655BD1-871E-4C6E-95D4-77D671221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4543" y="741781"/>
            <a:ext cx="11125200" cy="912848"/>
          </a:xfrm>
        </p:spPr>
        <p:txBody>
          <a:bodyPr/>
          <a:lstStyle/>
          <a:p>
            <a:r>
              <a:rPr lang="es-ES" sz="1600" dirty="0">
                <a:solidFill>
                  <a:schemeClr val="tx1"/>
                </a:solidFill>
                <a:latin typeface="+mn-lt"/>
              </a:rPr>
              <a:t>Existen multitud de métodos para conseguir la información que nos interesa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E924B3-F5D1-40BA-8FF8-A4AC30CC6D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22" y="2057716"/>
            <a:ext cx="1817915" cy="13634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148E43C-633C-4835-B2F6-3A12E63CA1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464" y="1848343"/>
            <a:ext cx="1669935" cy="166251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FFB7504-E92B-4864-9BBF-615B481D63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448" y="2110132"/>
            <a:ext cx="2341108" cy="131102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C6CA548-F2C8-484A-A3C8-7D4DB78CC27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625" y="2057716"/>
            <a:ext cx="2765651" cy="137128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C24DE88-4153-4D85-9555-8751B31651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605" y="2121354"/>
            <a:ext cx="2615292" cy="130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8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0F35747-2822-4D06-BE10-CD33AC6B0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2C4466-5B1B-4361-B9D9-39ED9A8A3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754787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4D07C3-B659-465E-BBCC-A6B711F6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5977937" cy="1666501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  <a:latin typeface="+mn-lt"/>
              </a:rPr>
              <a:t>Actividad en grupos: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92BF6D-4094-41EE-AB00-DE3A815C0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236304"/>
            <a:ext cx="5977938" cy="3652667"/>
          </a:xfrm>
        </p:spPr>
        <p:txBody>
          <a:bodyPr>
            <a:normAutofit/>
          </a:bodyPr>
          <a:lstStyle/>
          <a:p>
            <a:r>
              <a:rPr lang="es-ES" sz="1800" dirty="0">
                <a:solidFill>
                  <a:srgbClr val="FFFFFF"/>
                </a:solidFill>
                <a:latin typeface="+mn-lt"/>
              </a:rPr>
              <a:t>Proponga técnicas de recolección de datos para responder a estas preguntas de investigación:</a:t>
            </a:r>
          </a:p>
          <a:p>
            <a:endParaRPr lang="es-ES" sz="1800" dirty="0">
              <a:solidFill>
                <a:srgbClr val="FFFFFF"/>
              </a:solidFill>
              <a:latin typeface="+mn-lt"/>
            </a:endParaRPr>
          </a:p>
          <a:p>
            <a:pPr lvl="1"/>
            <a:r>
              <a:rPr lang="es-ES" dirty="0">
                <a:solidFill>
                  <a:srgbClr val="FFFFFF"/>
                </a:solidFill>
                <a:latin typeface="+mn-lt"/>
              </a:rPr>
              <a:t> ¿Las personas religiosas son más felices que las no religiosas?</a:t>
            </a:r>
          </a:p>
          <a:p>
            <a:pPr lvl="1"/>
            <a:r>
              <a:rPr lang="es-ES" dirty="0">
                <a:solidFill>
                  <a:srgbClr val="FFFFFF"/>
                </a:solidFill>
                <a:latin typeface="+mn-lt"/>
              </a:rPr>
              <a:t>¿Las personas más agresivas tienen una autoestima más baja?</a:t>
            </a:r>
          </a:p>
          <a:p>
            <a:pPr lvl="1"/>
            <a:r>
              <a:rPr lang="es-ES" dirty="0">
                <a:solidFill>
                  <a:srgbClr val="FFFFFF"/>
                </a:solidFill>
                <a:latin typeface="+mn-lt"/>
              </a:rPr>
              <a:t>¿Qué mención de la carrera es la más popular entre los/as estudiantes?</a:t>
            </a:r>
          </a:p>
          <a:p>
            <a:pPr lvl="1"/>
            <a:r>
              <a:rPr lang="es-ES" dirty="0">
                <a:solidFill>
                  <a:srgbClr val="FFFFFF"/>
                </a:solidFill>
                <a:latin typeface="+mn-lt"/>
              </a:rPr>
              <a:t>¿Las personas de clase social alta son más prejuiciosas?</a:t>
            </a:r>
          </a:p>
          <a:p>
            <a:pPr lvl="1"/>
            <a:endParaRPr lang="es-ES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745DAE-5A8A-44FA-937C-CD65CF7A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F17732-50D8-4F66-B80B-D8A8D8B4D9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579" y="827997"/>
            <a:ext cx="3609294" cy="190390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696AA1-B1DD-4C75-9AC1-69EE9F65F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3396996"/>
            <a:ext cx="464256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0292914-2FCD-4DC7-8DB7-7CA4679159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556" y="3782735"/>
            <a:ext cx="2763340" cy="2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0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B9BD254-2FE6-4D80-8ED0-04AD873E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s-ES" sz="3600" dirty="0">
                <a:solidFill>
                  <a:srgbClr val="FFFFFF"/>
                </a:solidFill>
                <a:latin typeface="+mn-lt"/>
              </a:rPr>
              <a:t>1. Observación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6" name="2 Marcador de contenido">
            <a:extLst>
              <a:ext uri="{FF2B5EF4-FFF2-40B4-BE49-F238E27FC236}">
                <a16:creationId xmlns:a16="http://schemas.microsoft.com/office/drawing/2014/main" id="{3EA9671E-A49E-4835-8FEF-5C3AC0C833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138042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01642" y="490382"/>
            <a:ext cx="9144000" cy="1143000"/>
          </a:xfrm>
        </p:spPr>
        <p:txBody>
          <a:bodyPr>
            <a:normAutofit/>
          </a:bodyPr>
          <a:lstStyle/>
          <a:p>
            <a:r>
              <a:rPr lang="es-ES" sz="1600" dirty="0" err="1">
                <a:latin typeface="+mn-lt"/>
              </a:rPr>
              <a:t>Hagenzieker</a:t>
            </a:r>
            <a:r>
              <a:rPr lang="es-ES" sz="1600" dirty="0">
                <a:latin typeface="+mn-lt"/>
              </a:rPr>
              <a:t>, 1991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600" dirty="0">
                <a:latin typeface="+mn-lt"/>
              </a:rPr>
              <a:t>No es cualquier tipo de observación:</a:t>
            </a:r>
          </a:p>
          <a:p>
            <a:endParaRPr lang="es-ES" sz="1600" dirty="0">
              <a:latin typeface="+mn-lt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39966" y="2260453"/>
            <a:ext cx="1966452" cy="8554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OBSERVACION PREVIA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139966" y="3704701"/>
            <a:ext cx="1966452" cy="8554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CAMPAÑA PUBLICITARIA</a:t>
            </a:r>
          </a:p>
        </p:txBody>
      </p:sp>
      <p:sp>
        <p:nvSpPr>
          <p:cNvPr id="7" name="6 Rectángulo"/>
          <p:cNvSpPr/>
          <p:nvPr/>
        </p:nvSpPr>
        <p:spPr>
          <a:xfrm>
            <a:off x="1036320" y="5226039"/>
            <a:ext cx="1966452" cy="8554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OBSERVACION POSTERIOR</a:t>
            </a:r>
          </a:p>
        </p:txBody>
      </p:sp>
      <p:cxnSp>
        <p:nvCxnSpPr>
          <p:cNvPr id="10" name="9 Conector recto de flecha"/>
          <p:cNvCxnSpPr>
            <a:cxnSpLocks/>
          </p:cNvCxnSpPr>
          <p:nvPr/>
        </p:nvCxnSpPr>
        <p:spPr>
          <a:xfrm>
            <a:off x="2123192" y="3254877"/>
            <a:ext cx="0" cy="37151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7DEA95E2-A261-459E-8613-28694CD381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577" y="1845734"/>
            <a:ext cx="5000189" cy="4122862"/>
          </a:xfrm>
          <a:prstGeom prst="rect">
            <a:avLst/>
          </a:prstGeom>
        </p:spPr>
      </p:pic>
      <p:cxnSp>
        <p:nvCxnSpPr>
          <p:cNvPr id="12" name="9 Conector recto de flecha">
            <a:extLst>
              <a:ext uri="{FF2B5EF4-FFF2-40B4-BE49-F238E27FC236}">
                <a16:creationId xmlns:a16="http://schemas.microsoft.com/office/drawing/2014/main" id="{B3C72C98-9522-4E71-B891-333A2B277312}"/>
              </a:ext>
            </a:extLst>
          </p:cNvPr>
          <p:cNvCxnSpPr>
            <a:cxnSpLocks/>
          </p:cNvCxnSpPr>
          <p:nvPr/>
        </p:nvCxnSpPr>
        <p:spPr>
          <a:xfrm>
            <a:off x="2092164" y="4686138"/>
            <a:ext cx="0" cy="37151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DD65A-C728-4ED8-9402-8FF7F574A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025" y="0"/>
            <a:ext cx="10515600" cy="1534886"/>
          </a:xfrm>
        </p:spPr>
        <p:txBody>
          <a:bodyPr>
            <a:normAutofit/>
          </a:bodyPr>
          <a:lstStyle/>
          <a:p>
            <a:r>
              <a:rPr lang="es-ES" sz="1600" dirty="0">
                <a:latin typeface="+mn-lt"/>
              </a:rPr>
              <a:t> Tres tipos de procedimientos de observación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77C9FD-CDCF-49E3-BDA8-3EF0A788E1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19941" y="2666999"/>
            <a:ext cx="6223453" cy="3069772"/>
          </a:xfrm>
        </p:spPr>
        <p:txBody>
          <a:bodyPr>
            <a:normAutofit/>
          </a:bodyPr>
          <a:lstStyle/>
          <a:p>
            <a:pPr algn="l"/>
            <a:r>
              <a:rPr lang="es-ES" sz="1600" dirty="0">
                <a:latin typeface="+mn-lt"/>
              </a:rPr>
              <a:t>- Observación casual</a:t>
            </a:r>
          </a:p>
          <a:p>
            <a:pPr marL="285750" indent="-285750" algn="l">
              <a:buFontTx/>
              <a:buChar char="-"/>
            </a:pPr>
            <a:endParaRPr lang="es-ES" sz="1600" dirty="0">
              <a:latin typeface="+mn-lt"/>
            </a:endParaRPr>
          </a:p>
          <a:p>
            <a:pPr algn="l"/>
            <a:r>
              <a:rPr lang="es-ES" sz="1600" dirty="0">
                <a:latin typeface="+mn-lt"/>
              </a:rPr>
              <a:t>                                                                          </a:t>
            </a:r>
          </a:p>
          <a:p>
            <a:pPr algn="l"/>
            <a:r>
              <a:rPr lang="es-ES" sz="1600" dirty="0">
                <a:latin typeface="+mn-lt"/>
              </a:rPr>
              <a:t>- Observación sistemática</a:t>
            </a:r>
          </a:p>
          <a:p>
            <a:pPr algn="l"/>
            <a:endParaRPr lang="es-ES" sz="1600" dirty="0"/>
          </a:p>
          <a:p>
            <a:pPr algn="l"/>
            <a:endParaRPr lang="es-ES" sz="1600" dirty="0">
              <a:latin typeface="+mn-lt"/>
            </a:endParaRPr>
          </a:p>
          <a:p>
            <a:pPr algn="l"/>
            <a:r>
              <a:rPr lang="es-ES" sz="1600" dirty="0">
                <a:latin typeface="+mn-lt"/>
              </a:rPr>
              <a:t>- Observación participante </a:t>
            </a:r>
          </a:p>
          <a:p>
            <a:pPr marL="342900" indent="-342900" algn="l">
              <a:buFontTx/>
              <a:buChar char="-"/>
            </a:pPr>
            <a:endParaRPr lang="es-ES" sz="1600" dirty="0">
              <a:latin typeface="+mn-lt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41815C-89CB-4470-AFC3-80B411A8E89E}"/>
              </a:ext>
            </a:extLst>
          </p:cNvPr>
          <p:cNvSpPr/>
          <p:nvPr/>
        </p:nvSpPr>
        <p:spPr>
          <a:xfrm>
            <a:off x="6707867" y="2307770"/>
            <a:ext cx="3037114" cy="16437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Observador externo que observa por lapsos cortos de tiempo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3C9EE82-6685-4889-8715-E014FC94473C}"/>
              </a:ext>
            </a:extLst>
          </p:cNvPr>
          <p:cNvSpPr/>
          <p:nvPr/>
        </p:nvSpPr>
        <p:spPr>
          <a:xfrm>
            <a:off x="6707867" y="4484915"/>
            <a:ext cx="3037114" cy="10014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Periodos largos de observación, conociendo a los participantes</a:t>
            </a:r>
          </a:p>
        </p:txBody>
      </p:sp>
    </p:spTree>
    <p:extLst>
      <p:ext uri="{BB962C8B-B14F-4D97-AF65-F5344CB8AC3E}">
        <p14:creationId xmlns:p14="http://schemas.microsoft.com/office/powerpoint/2010/main" val="60788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>
                <a:solidFill>
                  <a:srgbClr val="FFFFFF"/>
                </a:solidFill>
              </a:rPr>
              <a:t>Observación</a:t>
            </a:r>
            <a:r>
              <a:rPr lang="en-US" sz="3600" dirty="0">
                <a:solidFill>
                  <a:srgbClr val="FFFFFF"/>
                </a:solidFill>
              </a:rPr>
              <a:t> casual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  Observación, a simple vista, de lo que sucede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No hay categorías preestablecidas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Sin sistemas de registro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Ideal para las primeras fases o como complemento de otra técnica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08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Observación sistemática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</a:p>
          <a:p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Con técnica de registro y categorías preestablecidas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La lista de categorías incluyen las conductas que suceden de forma natural en dicha situación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60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Observación sistemática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¿Los/as alumnos/as prestan atención en clase?</a:t>
            </a: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Numero de veces que hacen preguntas</a:t>
            </a: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Numero de veces que consultan su celular</a:t>
            </a: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Numero de veces que asienten con la cabeza</a:t>
            </a: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Tiempo que pasan conversando con sus compañeros/as</a:t>
            </a:r>
          </a:p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</a:p>
        </p:txBody>
      </p:sp>
      <p:sp>
        <p:nvSpPr>
          <p:cNvPr id="5" name="4 Rectángulo">
            <a:extLst>
              <a:ext uri="{FF2B5EF4-FFF2-40B4-BE49-F238E27FC236}">
                <a16:creationId xmlns:a16="http://schemas.microsoft.com/office/drawing/2014/main" id="{5C7F3CA7-F821-46B1-85EF-1ACDD44F2D7E}"/>
              </a:ext>
            </a:extLst>
          </p:cNvPr>
          <p:cNvSpPr/>
          <p:nvPr/>
        </p:nvSpPr>
        <p:spPr>
          <a:xfrm>
            <a:off x="1748463" y="4791558"/>
            <a:ext cx="5305480" cy="13153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s-ES" sz="2400" dirty="0"/>
              <a:t>Importancia de la CONFIABILIDAD</a:t>
            </a:r>
            <a:endParaRPr lang="es-ES" sz="2400"/>
          </a:p>
          <a:p>
            <a:pPr algn="ctr">
              <a:spcAft>
                <a:spcPts val="600"/>
              </a:spcAft>
            </a:pPr>
            <a:r>
              <a:rPr lang="es-ES" dirty="0"/>
              <a:t>(al menos dos observadores independientes)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7391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905BC8-E683-45B6-A681-3C11AAA4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latin typeface="+mn-lt"/>
              </a:rPr>
              <a:t>Aspectos importantes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A1CBE36-1418-4745-B98F-9776DE0E20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425029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3154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8" name="Straight Connector 12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14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Observación participante</a:t>
            </a:r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  El/la investigador/a no es un mero espectador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El/la investigador/a participa en los eventos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Tiene un papel activo en la situación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Importancia del “aprendizaje emocional”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Calibri" panose="020F0502020204030204" pitchFamily="34" charset="0"/>
              <a:buChar char="-"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2812" y="392180"/>
            <a:ext cx="3125787" cy="2877260"/>
          </a:xfrm>
        </p:spPr>
        <p:txBody>
          <a:bodyPr>
            <a:normAutofit/>
          </a:bodyPr>
          <a:lstStyle/>
          <a:p>
            <a:r>
              <a:rPr lang="es-ES" sz="3600" dirty="0">
                <a:latin typeface="+mn-lt"/>
              </a:rPr>
              <a:t>Etnografía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5066" y="1058635"/>
            <a:ext cx="7047334" cy="5140068"/>
          </a:xfrm>
        </p:spPr>
        <p:txBody>
          <a:bodyPr/>
          <a:lstStyle/>
          <a:p>
            <a:pPr marL="285750" indent="-285750">
              <a:buFontTx/>
              <a:buChar char="-"/>
            </a:pPr>
            <a:endParaRPr lang="es-ES" sz="1600" dirty="0">
              <a:solidFill>
                <a:schemeClr val="tx1"/>
              </a:solidFill>
              <a:latin typeface="+mn-lt"/>
            </a:endParaRPr>
          </a:p>
          <a:p>
            <a:pPr algn="ctr"/>
            <a:r>
              <a:rPr lang="es-ES" sz="1600" b="1" dirty="0">
                <a:solidFill>
                  <a:schemeClr val="tx1"/>
                </a:solidFill>
                <a:latin typeface="+mn-lt"/>
              </a:rPr>
              <a:t>  Descripción y estudio detallado de poblaciones y lugares específicos</a:t>
            </a:r>
            <a:endParaRPr lang="es-ES" sz="1600" dirty="0">
              <a:solidFill>
                <a:schemeClr val="tx1"/>
              </a:solidFill>
              <a:latin typeface="+mn-lt"/>
            </a:endParaRPr>
          </a:p>
          <a:p>
            <a:endParaRPr lang="es-ES" sz="1600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buFontTx/>
              <a:buChar char="-"/>
            </a:pPr>
            <a:r>
              <a:rPr lang="es-ES" sz="1600" dirty="0">
                <a:solidFill>
                  <a:schemeClr val="tx1"/>
                </a:solidFill>
                <a:latin typeface="+mn-lt"/>
              </a:rPr>
              <a:t>Se analizan los puntos de vista de los diversos actores</a:t>
            </a:r>
          </a:p>
          <a:p>
            <a:pPr marL="285750" indent="-285750">
              <a:buFontTx/>
              <a:buChar char="-"/>
            </a:pPr>
            <a:r>
              <a:rPr lang="es-ES" sz="1600" dirty="0">
                <a:solidFill>
                  <a:schemeClr val="tx1"/>
                </a:solidFill>
                <a:latin typeface="+mn-lt"/>
              </a:rPr>
              <a:t>Incluye observación, entrevistas, etc.</a:t>
            </a:r>
          </a:p>
          <a:p>
            <a:pPr marL="285750" indent="-285750">
              <a:buFontTx/>
              <a:buChar char="-"/>
            </a:pPr>
            <a:r>
              <a:rPr lang="es-ES" sz="1600" dirty="0">
                <a:solidFill>
                  <a:schemeClr val="tx1"/>
                </a:solidFill>
                <a:latin typeface="+mn-lt"/>
              </a:rPr>
              <a:t>Útil en las primeras etapas de investigación</a:t>
            </a:r>
          </a:p>
          <a:p>
            <a:pPr marL="285750" indent="-285750">
              <a:buFontTx/>
              <a:buChar char="-"/>
            </a:pPr>
            <a:endParaRPr lang="es-E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69E2854-FF56-431B-9AE5-A4647F1E3358}"/>
              </a:ext>
            </a:extLst>
          </p:cNvPr>
          <p:cNvSpPr/>
          <p:nvPr/>
        </p:nvSpPr>
        <p:spPr>
          <a:xfrm>
            <a:off x="330818" y="171743"/>
            <a:ext cx="4480667" cy="4408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/>
              <a:t>Relacionada con la observación participante: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04ADD00-51F7-47D1-A8C6-52363E0EED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745" y="4493740"/>
            <a:ext cx="3047173" cy="189791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5D580B5-333E-4BB6-90D4-E7AC64051D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68" y="4493740"/>
            <a:ext cx="3351867" cy="189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90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155A8-07E6-4679-8385-E9F8B1F81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1034143"/>
            <a:ext cx="10815864" cy="4582885"/>
          </a:xfrm>
        </p:spPr>
        <p:txBody>
          <a:bodyPr>
            <a:normAutofit/>
          </a:bodyPr>
          <a:lstStyle/>
          <a:p>
            <a:r>
              <a:rPr lang="es-ES" sz="2000" dirty="0">
                <a:latin typeface="+mn-lt"/>
              </a:rPr>
              <a:t>- Ambigüedad legal sobre las notas de los/as investigadores/as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>
                <a:latin typeface="+mn-lt"/>
              </a:rPr>
              <a:t>- ¿Existe el riesgo de “volverse local”?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>
                <a:latin typeface="+mn-lt"/>
              </a:rPr>
              <a:t>- ¿En qué medida pueden generalizarse estos resultados?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>
                <a:latin typeface="+mn-lt"/>
              </a:rPr>
              <a:t>- ¿El comportamiento observado es indicador de las actitudes de las personas?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18F614-60AC-4CC6-8D9F-21B053A1BB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750" y="576943"/>
            <a:ext cx="10515600" cy="914400"/>
          </a:xfrm>
        </p:spPr>
        <p:txBody>
          <a:bodyPr>
            <a:normAutofit/>
          </a:bodyPr>
          <a:lstStyle/>
          <a:p>
            <a:r>
              <a:rPr lang="es-ES" sz="1600">
                <a:latin typeface="+mn-lt"/>
              </a:rPr>
              <a:t>Aspectos a tener en cuenta:</a:t>
            </a:r>
            <a:endParaRPr lang="es-E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98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B9BD254-2FE6-4D80-8ED0-04AD873E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s-ES" sz="3600">
                <a:solidFill>
                  <a:srgbClr val="FFFFFF"/>
                </a:solidFill>
                <a:latin typeface="+mn-lt"/>
              </a:rPr>
              <a:t>2. Entrevista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6" name="2 Marcador de contenido">
            <a:extLst>
              <a:ext uri="{FF2B5EF4-FFF2-40B4-BE49-F238E27FC236}">
                <a16:creationId xmlns:a16="http://schemas.microsoft.com/office/drawing/2014/main" id="{49CE692A-F55A-4B5B-83FE-6492A9492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5100863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220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51CA29-3BE5-41C0-95F9-6B36F25B2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352" y="1003663"/>
            <a:ext cx="4214949" cy="4023360"/>
          </a:xfrm>
        </p:spPr>
        <p:txBody>
          <a:bodyPr>
            <a:normAutofit/>
          </a:bodyPr>
          <a:lstStyle/>
          <a:p>
            <a:pPr algn="ctr"/>
            <a:r>
              <a:rPr lang="es-ES" sz="1600" dirty="0">
                <a:solidFill>
                  <a:schemeClr val="accent2">
                    <a:lumMod val="50000"/>
                  </a:schemeClr>
                </a:solidFill>
                <a:latin typeface="+mn-lt"/>
              </a:rPr>
              <a:t> Contenido Manifiesto</a:t>
            </a:r>
          </a:p>
          <a:p>
            <a:pPr algn="ctr"/>
            <a:endParaRPr lang="es-ES" sz="1600" dirty="0">
              <a:latin typeface="+mn-lt"/>
            </a:endParaRPr>
          </a:p>
          <a:p>
            <a:pPr algn="ctr"/>
            <a:r>
              <a:rPr lang="es-ES" sz="1600" dirty="0">
                <a:latin typeface="+mn-lt"/>
              </a:rPr>
              <a:t>Información que se desprende de lo que se ha hablado durante la entrevista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B6726F4-307A-4BDA-BE5B-5FA887E61907}"/>
              </a:ext>
            </a:extLst>
          </p:cNvPr>
          <p:cNvSpPr txBox="1">
            <a:spLocks/>
          </p:cNvSpPr>
          <p:nvPr/>
        </p:nvSpPr>
        <p:spPr>
          <a:xfrm>
            <a:off x="6248400" y="1003663"/>
            <a:ext cx="4214949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dirty="0"/>
              <a:t> </a:t>
            </a:r>
            <a:r>
              <a:rPr lang="es-ES" sz="1600" dirty="0">
                <a:solidFill>
                  <a:schemeClr val="accent2">
                    <a:lumMod val="50000"/>
                  </a:schemeClr>
                </a:solidFill>
              </a:rPr>
              <a:t>Contenido Latente</a:t>
            </a:r>
          </a:p>
          <a:p>
            <a:pPr algn="ctr"/>
            <a:endParaRPr lang="es-ES" sz="1600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Información más oculta, respuestas no verbales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3B5D2B2-F47C-4C51-B761-61E95C85DDC0}"/>
              </a:ext>
            </a:extLst>
          </p:cNvPr>
          <p:cNvSpPr/>
          <p:nvPr/>
        </p:nvSpPr>
        <p:spPr>
          <a:xfrm>
            <a:off x="5600700" y="831185"/>
            <a:ext cx="990600" cy="71240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VS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D806EE1-991D-4FC1-87A4-A7873E4CD9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158" y="3127467"/>
            <a:ext cx="2726870" cy="272687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28913C5-C2F7-45E6-863D-17ADD0E738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842" y="3127467"/>
            <a:ext cx="2726870" cy="2726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044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A3203-6D3E-4C38-B12F-569264E6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pPr defTabSz="457200"/>
            <a:r>
              <a:rPr lang="es-E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Entrevistas Libres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F235CC-83CB-4652-A7E7-484180CB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s-ES">
                <a:latin typeface="+mn-lt"/>
              </a:rPr>
              <a:t>- No tiene estructura</a:t>
            </a:r>
          </a:p>
          <a:p>
            <a:r>
              <a:rPr lang="es-ES">
                <a:latin typeface="+mn-lt"/>
              </a:rPr>
              <a:t>- Busca explorar distintas opciones para conseguir información</a:t>
            </a:r>
          </a:p>
          <a:p>
            <a:r>
              <a:rPr lang="es-ES">
                <a:latin typeface="+mn-lt"/>
              </a:rPr>
              <a:t>- Por parte del/a investigador/a:</a:t>
            </a:r>
          </a:p>
          <a:p>
            <a:pPr marL="384048" lvl="2" indent="0">
              <a:buNone/>
            </a:pPr>
            <a:endParaRPr lang="es-ES">
              <a:latin typeface="+mn-lt"/>
            </a:endParaRPr>
          </a:p>
          <a:p>
            <a:pPr marL="384048" lvl="2" indent="0">
              <a:buNone/>
            </a:pPr>
            <a:r>
              <a:rPr lang="es-ES">
                <a:latin typeface="+mn-lt"/>
              </a:rPr>
              <a:t>		- Improvisación</a:t>
            </a:r>
          </a:p>
          <a:p>
            <a:pPr marL="384048" lvl="2" indent="0">
              <a:buNone/>
            </a:pPr>
            <a:r>
              <a:rPr lang="es-ES">
                <a:latin typeface="+mn-lt"/>
              </a:rPr>
              <a:t>		- Originalidad</a:t>
            </a:r>
          </a:p>
          <a:p>
            <a:pPr marL="384048" lvl="2" indent="0">
              <a:buNone/>
            </a:pPr>
            <a:r>
              <a:rPr lang="es-ES">
                <a:latin typeface="+mn-lt"/>
              </a:rPr>
              <a:t>		- Sensibilidad (para saber cuándo hay que cambiar de tema)</a:t>
            </a:r>
          </a:p>
        </p:txBody>
      </p:sp>
    </p:spTree>
    <p:extLst>
      <p:ext uri="{BB962C8B-B14F-4D97-AF65-F5344CB8AC3E}">
        <p14:creationId xmlns:p14="http://schemas.microsoft.com/office/powerpoint/2010/main" val="3721720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A3203-6D3E-4C38-B12F-569264E6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pPr defTabSz="457200"/>
            <a:r>
              <a:rPr lang="es-E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Entrevistas Estructuradas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F235CC-83CB-4652-A7E7-484180CB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s-ES">
                <a:latin typeface="+mn-lt"/>
              </a:rPr>
              <a:t>- Son necesarias cuando se quiere combinar información de distintas personas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Las preguntas se redactan con antelación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Se sigue el mismo orden para todos los participantes</a:t>
            </a:r>
          </a:p>
          <a:p>
            <a:pPr marL="384048" lvl="2" indent="0">
              <a:buNone/>
            </a:pPr>
            <a:endParaRPr lang="es-ES">
              <a:latin typeface="+mn-lt"/>
            </a:endParaRPr>
          </a:p>
          <a:p>
            <a:pPr marL="384048" lvl="2" indent="0">
              <a:buNone/>
            </a:pPr>
            <a:r>
              <a:rPr lang="es-ES">
                <a:latin typeface="+mn-lt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858285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A3203-6D3E-4C38-B12F-569264E6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pPr defTabSz="457200"/>
            <a:r>
              <a:rPr lang="es-E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Entrevistas Semiestructuradas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F235CC-83CB-4652-A7E7-484180CB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s-ES" dirty="0">
                <a:latin typeface="+mn-lt"/>
              </a:rPr>
              <a:t>- Todos/as los/as participantes reciben las mismas preguntas</a:t>
            </a:r>
          </a:p>
          <a:p>
            <a:endParaRPr lang="es-ES" dirty="0">
              <a:latin typeface="+mn-lt"/>
            </a:endParaRPr>
          </a:p>
          <a:p>
            <a:r>
              <a:rPr lang="es-ES" dirty="0">
                <a:latin typeface="+mn-lt"/>
              </a:rPr>
              <a:t>- Pero pueden cambiar algunos aspectos, para adaptarse a los/as entrevistado/as:</a:t>
            </a:r>
          </a:p>
          <a:p>
            <a:pPr marL="384048" lvl="2" indent="0">
              <a:buNone/>
            </a:pPr>
            <a:endParaRPr lang="es-ES" dirty="0">
              <a:latin typeface="+mn-lt"/>
            </a:endParaRPr>
          </a:p>
          <a:p>
            <a:pPr marL="384048" lvl="2" indent="0">
              <a:buNone/>
            </a:pPr>
            <a:r>
              <a:rPr lang="es-ES" dirty="0">
                <a:latin typeface="+mn-lt"/>
              </a:rPr>
              <a:t>		- Orden de las preguntas</a:t>
            </a:r>
          </a:p>
          <a:p>
            <a:pPr marL="384048" lvl="2" indent="0">
              <a:buNone/>
            </a:pPr>
            <a:r>
              <a:rPr lang="es-ES" dirty="0">
                <a:latin typeface="+mn-lt"/>
              </a:rPr>
              <a:t>		- Cómo es preguntada la información</a:t>
            </a:r>
          </a:p>
          <a:p>
            <a:pPr marL="384048" lvl="2" indent="0">
              <a:buNone/>
            </a:pPr>
            <a:r>
              <a:rPr lang="es-ES" dirty="0">
                <a:latin typeface="+mn-lt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254977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A3203-6D3E-4C38-B12F-569264E6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pPr defTabSz="457200"/>
            <a:r>
              <a:rPr lang="es-ES" sz="3600" b="1" i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latin typeface="+mn-lt"/>
                <a:ea typeface="+mn-ea"/>
                <a:cs typeface="+mn-cs"/>
              </a:rPr>
              <a:t>Focus Groups </a:t>
            </a:r>
            <a:r>
              <a:rPr lang="es-E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latin typeface="+mn-lt"/>
                <a:ea typeface="+mn-ea"/>
                <a:cs typeface="+mn-cs"/>
              </a:rPr>
              <a:t>o Grupos de Enfoque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F235CC-83CB-4652-A7E7-484180CB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s-ES">
                <a:latin typeface="+mn-lt"/>
              </a:rPr>
              <a:t>- Entrevista grupal para conocer la opinión de un conjunto de personas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Un moderador formula preguntas y facilita el diálogo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Un observador registra las respuestas y lo que sucede</a:t>
            </a:r>
          </a:p>
          <a:p>
            <a:pPr marL="384048" lvl="2" indent="0">
              <a:buNone/>
            </a:pPr>
            <a:r>
              <a:rPr lang="es-ES">
                <a:latin typeface="+mn-lt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454573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9A3203-6D3E-4C38-B12F-569264E6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pPr defTabSz="457200"/>
            <a:r>
              <a:rPr lang="es-E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latin typeface="+mn-lt"/>
                <a:ea typeface="+mn-ea"/>
                <a:cs typeface="+mn-cs"/>
              </a:rPr>
              <a:t>Otras Modalidades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F235CC-83CB-4652-A7E7-484180CB3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s-ES">
                <a:latin typeface="+mn-lt"/>
              </a:rPr>
              <a:t>- Entrevistas por teléfono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Entrevistas en la calle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… </a:t>
            </a:r>
          </a:p>
          <a:p>
            <a:pPr marL="384048" lvl="2" indent="0">
              <a:buNone/>
            </a:pPr>
            <a:r>
              <a:rPr lang="es-ES">
                <a:latin typeface="+mn-lt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2523874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155A8-07E6-4679-8385-E9F8B1F81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68" y="1534886"/>
            <a:ext cx="10815864" cy="3581400"/>
          </a:xfrm>
        </p:spPr>
        <p:txBody>
          <a:bodyPr>
            <a:normAutofit/>
          </a:bodyPr>
          <a:lstStyle/>
          <a:p>
            <a:r>
              <a:rPr lang="es-ES" sz="2000" dirty="0">
                <a:latin typeface="+mn-lt"/>
              </a:rPr>
              <a:t>- ¿El/la entrevistado contesta lo que el/la entrevistador/a quiere escuchar?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>
                <a:latin typeface="+mn-lt"/>
              </a:rPr>
              <a:t>- Temas más complicados al inicio de la entrevista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>
                <a:latin typeface="+mn-lt"/>
              </a:rPr>
              <a:t>- Utilizar “sondas” cuando sea necesario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>
                <a:latin typeface="+mn-lt"/>
              </a:rPr>
              <a:t>- ¿Cómo afectan los aspectos no verbales?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>
                <a:latin typeface="+mn-lt"/>
              </a:rPr>
              <a:t>- ¿Qué pasa con temas “sensibles”?</a:t>
            </a:r>
            <a:br>
              <a:rPr lang="es-ES" sz="2000" dirty="0">
                <a:latin typeface="+mn-lt"/>
              </a:rPr>
            </a:br>
            <a:endParaRPr lang="es-ES" sz="2000" dirty="0">
              <a:latin typeface="+mn-lt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18F614-60AC-4CC6-8D9F-21B053A1BB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0750" y="783772"/>
            <a:ext cx="10515600" cy="914400"/>
          </a:xfrm>
        </p:spPr>
        <p:txBody>
          <a:bodyPr>
            <a:normAutofit/>
          </a:bodyPr>
          <a:lstStyle/>
          <a:p>
            <a:r>
              <a:rPr lang="es-ES" sz="1600" dirty="0">
                <a:latin typeface="+mn-lt"/>
              </a:rPr>
              <a:t>¿cómo preguntar?</a:t>
            </a:r>
          </a:p>
        </p:txBody>
      </p:sp>
    </p:spTree>
    <p:extLst>
      <p:ext uri="{BB962C8B-B14F-4D97-AF65-F5344CB8AC3E}">
        <p14:creationId xmlns:p14="http://schemas.microsoft.com/office/powerpoint/2010/main" val="209698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E016A9D-9FCD-4461-A2C9-A3A079D51F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518" y="780627"/>
            <a:ext cx="6666964" cy="5050225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F5354442-09B6-47B3-8456-D0F65945A0D2}"/>
              </a:ext>
            </a:extLst>
          </p:cNvPr>
          <p:cNvSpPr/>
          <p:nvPr/>
        </p:nvSpPr>
        <p:spPr>
          <a:xfrm>
            <a:off x="259080" y="-286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es-ES" dirty="0"/>
            </a:br>
            <a:r>
              <a:rPr lang="es-ES" dirty="0"/>
              <a:t> ¿Qué pasa con temas “sensibles”?</a:t>
            </a:r>
          </a:p>
        </p:txBody>
      </p:sp>
    </p:spTree>
    <p:extLst>
      <p:ext uri="{BB962C8B-B14F-4D97-AF65-F5344CB8AC3E}">
        <p14:creationId xmlns:p14="http://schemas.microsoft.com/office/powerpoint/2010/main" val="108050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CEF691-ED54-4257-AAFC-977641F81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r>
              <a:rPr lang="es-ES" sz="1500">
                <a:solidFill>
                  <a:srgbClr val="FFFFFF"/>
                </a:solidFill>
                <a:latin typeface="+mn-lt"/>
              </a:rPr>
              <a:t>Para registrar, codificar y analizar los resultados, deben diseñarse estrategias sistemáticas y organizadas</a:t>
            </a:r>
          </a:p>
          <a:p>
            <a:endParaRPr lang="es-ES" sz="1500">
              <a:solidFill>
                <a:srgbClr val="FFFFFF"/>
              </a:solidFill>
              <a:latin typeface="+mn-lt"/>
            </a:endParaRPr>
          </a:p>
          <a:p>
            <a:endParaRPr lang="es-ES" sz="1500">
              <a:solidFill>
                <a:srgbClr val="FFFFFF"/>
              </a:solidFill>
              <a:latin typeface="+mn-lt"/>
            </a:endParaRPr>
          </a:p>
          <a:p>
            <a:endParaRPr lang="es-ES" sz="15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69E1755-6C47-453A-A288-91D1A8CF5E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017" y="1559528"/>
            <a:ext cx="6798082" cy="373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250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DDB96-2813-451C-8B9B-4E9B5F790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600" dirty="0">
                <a:latin typeface="+mn-lt"/>
              </a:rPr>
              <a:t>Limitaciones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D9DD28-E94D-4230-AAEF-C83B7B206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s-ES" sz="1600" dirty="0">
              <a:latin typeface="+mn-lt"/>
            </a:endParaRPr>
          </a:p>
          <a:p>
            <a:r>
              <a:rPr lang="es-ES" sz="1600" dirty="0">
                <a:latin typeface="+mn-lt"/>
              </a:rPr>
              <a:t>- Influencia del/a entrevistador/a: pueden fomentar o disuadir ciertos comentarios</a:t>
            </a:r>
          </a:p>
          <a:p>
            <a:endParaRPr lang="es-ES" sz="1600" dirty="0">
              <a:latin typeface="+mn-lt"/>
            </a:endParaRPr>
          </a:p>
          <a:p>
            <a:r>
              <a:rPr lang="es-ES" sz="1600" dirty="0">
                <a:latin typeface="+mn-lt"/>
              </a:rPr>
              <a:t>- Tendencia a interpretar lo que los/as participantes dicen</a:t>
            </a:r>
          </a:p>
          <a:p>
            <a:endParaRPr lang="es-ES" sz="1600" dirty="0">
              <a:latin typeface="+mn-lt"/>
            </a:endParaRPr>
          </a:p>
          <a:p>
            <a:r>
              <a:rPr lang="es-ES" sz="1600" dirty="0">
                <a:latin typeface="+mn-lt"/>
              </a:rPr>
              <a:t>- Baja factibilidad en término de tiempo y dinero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3D2ACD-086B-4E75-854D-9FDA305C2B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481" y="4624918"/>
            <a:ext cx="3244215" cy="129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799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B9BD254-2FE6-4D80-8ED0-04AD873E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>
                <a:solidFill>
                  <a:srgbClr val="FFFFFF"/>
                </a:solidFill>
                <a:latin typeface="+mn-lt"/>
              </a:rPr>
              <a:t>3. Cuestionario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s-ES">
                <a:latin typeface="+mn-lt"/>
              </a:rPr>
              <a:t>Preguntas escritas u orales sobre un tema para averiguar las opiniones de quienes responden.</a:t>
            </a:r>
          </a:p>
          <a:p>
            <a:endParaRPr lang="es-ES">
              <a:latin typeface="+mn-lt"/>
            </a:endParaRPr>
          </a:p>
          <a:p>
            <a:endParaRPr lang="es-ES">
              <a:latin typeface="+mn-lt"/>
            </a:endParaRPr>
          </a:p>
          <a:p>
            <a:endParaRPr lang="es-ES">
              <a:latin typeface="+mn-lt"/>
            </a:endParaRPr>
          </a:p>
          <a:p>
            <a:pPr marL="0" indent="0">
              <a:buNone/>
            </a:pPr>
            <a:r>
              <a:rPr lang="es-ES">
                <a:latin typeface="+mn-lt"/>
              </a:rPr>
              <a:t>Recolección sistemática de información sobre las creencias, actitudes, valores y  comportamiento de las personas</a:t>
            </a:r>
          </a:p>
          <a:p>
            <a:endParaRPr lang="es-ES">
              <a:latin typeface="+mn-lt"/>
            </a:endParaRPr>
          </a:p>
          <a:p>
            <a:endParaRPr lang="es-E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5338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79087F0-CDFF-4D3E-B81F-1875960421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542" y="643467"/>
            <a:ext cx="3413714" cy="254321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0C52ED9B-36E1-42E6-B944-F61B231190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571" y="643467"/>
            <a:ext cx="4256430" cy="254321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2F662212-24BA-4DC1-9361-EBD5387E86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490" y="3671316"/>
            <a:ext cx="3349818" cy="254586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198A42C-983F-4EB9-884E-3C6E61F27F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571" y="3671316"/>
            <a:ext cx="3152430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5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0D03B5-1BF0-4042-9510-E3D9BAE3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s-ES" sz="3600" dirty="0">
                <a:solidFill>
                  <a:srgbClr val="FFFFFF"/>
                </a:solidFill>
                <a:latin typeface="+mn-lt"/>
              </a:rPr>
              <a:t>Consejos Prácticos: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8E575B4F-3DB6-4130-8FB6-6F03B3C5BE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7424700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88889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0D03B5-1BF0-4042-9510-E3D9BAE3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s-ES" sz="3600">
                <a:solidFill>
                  <a:srgbClr val="FFFFFF"/>
                </a:solidFill>
                <a:latin typeface="+mn-lt"/>
              </a:rPr>
              <a:t>Limitaciones: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D86E077-5FCC-427B-86FB-31A52510FB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0459114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13346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76CDF5-6761-4371-88F9-0275DBA5F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L" sz="3600" dirty="0">
                <a:solidFill>
                  <a:srgbClr val="FFFFFF"/>
                </a:solidFill>
                <a:latin typeface="+mn-lt"/>
              </a:rPr>
              <a:t>Para mejorar la calidad de nuestras mediciones en psicología a través de cuestionarios 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97B770B0-FAC8-41C2-952A-C28EA277D2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70063779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8601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1A95E-9F5D-4F49-8EAF-FBF199856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1600" dirty="0">
                <a:latin typeface="+mn-lt"/>
              </a:rPr>
              <a:t>Variable latente </a:t>
            </a:r>
            <a:br>
              <a:rPr lang="es-CL" sz="1600" dirty="0">
                <a:latin typeface="+mn-lt"/>
              </a:rPr>
            </a:br>
            <a:r>
              <a:rPr lang="es-CL" sz="1600" dirty="0">
                <a:latin typeface="+mn-lt"/>
              </a:rPr>
              <a:t>solo un pequeño ejemplo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595C5F1-746E-4E69-9223-EACBF1C16DF0}"/>
              </a:ext>
            </a:extLst>
          </p:cNvPr>
          <p:cNvSpPr/>
          <p:nvPr/>
        </p:nvSpPr>
        <p:spPr>
          <a:xfrm>
            <a:off x="2285999" y="1942558"/>
            <a:ext cx="2824223" cy="699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/>
              <a:t>ítem 1</a:t>
            </a:r>
          </a:p>
          <a:p>
            <a:pPr algn="ctr"/>
            <a:r>
              <a:rPr lang="es-CL" sz="1600" dirty="0"/>
              <a:t>¿Tiras patadas …?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12F946D-617A-4104-9128-D2F5AA999788}"/>
              </a:ext>
            </a:extLst>
          </p:cNvPr>
          <p:cNvSpPr/>
          <p:nvPr/>
        </p:nvSpPr>
        <p:spPr>
          <a:xfrm>
            <a:off x="2285999" y="2847504"/>
            <a:ext cx="2824223" cy="751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/>
              <a:t>ítem 2</a:t>
            </a:r>
          </a:p>
          <a:p>
            <a:pPr algn="ctr"/>
            <a:r>
              <a:rPr lang="es-CL" sz="1600" dirty="0"/>
              <a:t>¿Hablas mal de ….?</a:t>
            </a:r>
          </a:p>
          <a:p>
            <a:pPr algn="ctr"/>
            <a:endParaRPr lang="es-CL" sz="16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39DF9B8-24EF-496F-8E33-E86E832CA9DA}"/>
              </a:ext>
            </a:extLst>
          </p:cNvPr>
          <p:cNvSpPr/>
          <p:nvPr/>
        </p:nvSpPr>
        <p:spPr>
          <a:xfrm>
            <a:off x="2285999" y="3777181"/>
            <a:ext cx="2824223" cy="823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/>
              <a:t>ítem 3</a:t>
            </a:r>
          </a:p>
          <a:p>
            <a:pPr algn="ctr"/>
            <a:r>
              <a:rPr lang="es-CL" sz="1600" dirty="0"/>
              <a:t>¿usas sobrenombres ofensivos…?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FE9E2B6-2DAC-48E1-B61C-A630A3C865F7}"/>
              </a:ext>
            </a:extLst>
          </p:cNvPr>
          <p:cNvSpPr/>
          <p:nvPr/>
        </p:nvSpPr>
        <p:spPr>
          <a:xfrm>
            <a:off x="2285999" y="4733692"/>
            <a:ext cx="2824223" cy="751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/>
              <a:t>ítem 4</a:t>
            </a:r>
          </a:p>
          <a:p>
            <a:pPr algn="ctr"/>
            <a:r>
              <a:rPr lang="es-CL" sz="1600" dirty="0"/>
              <a:t>Te vas a las manos si te molestan …?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E8988C9-6DFB-4CB6-9AFE-F09A20EF629F}"/>
              </a:ext>
            </a:extLst>
          </p:cNvPr>
          <p:cNvSpPr txBox="1"/>
          <p:nvPr/>
        </p:nvSpPr>
        <p:spPr>
          <a:xfrm>
            <a:off x="7054770" y="2019782"/>
            <a:ext cx="4820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dirty="0"/>
              <a:t>¿qué podrían estar midiendo todos juntos estos ítems?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46B5226-771C-4CB1-921C-C66F07570029}"/>
              </a:ext>
            </a:extLst>
          </p:cNvPr>
          <p:cNvSpPr txBox="1"/>
          <p:nvPr/>
        </p:nvSpPr>
        <p:spPr>
          <a:xfrm>
            <a:off x="7054769" y="3137152"/>
            <a:ext cx="48208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dirty="0"/>
              <a:t>¿qué podrían estar midiendo más específicamente estos ítems? </a:t>
            </a:r>
          </a:p>
        </p:txBody>
      </p:sp>
    </p:spTree>
    <p:extLst>
      <p:ext uri="{BB962C8B-B14F-4D97-AF65-F5344CB8AC3E}">
        <p14:creationId xmlns:p14="http://schemas.microsoft.com/office/powerpoint/2010/main" val="31509122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1A95E-9F5D-4F49-8EAF-FBF199856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1600" dirty="0">
                <a:latin typeface="+mn-lt"/>
              </a:rPr>
              <a:t>Variable latente </a:t>
            </a:r>
            <a:br>
              <a:rPr lang="es-CL" sz="1600" dirty="0">
                <a:latin typeface="+mn-lt"/>
              </a:rPr>
            </a:br>
            <a:r>
              <a:rPr lang="es-CL" sz="1600" dirty="0">
                <a:latin typeface="+mn-lt"/>
              </a:rPr>
              <a:t>(solo un pequeño ejemplo por ahora)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595C5F1-746E-4E69-9223-EACBF1C16DF0}"/>
              </a:ext>
            </a:extLst>
          </p:cNvPr>
          <p:cNvSpPr/>
          <p:nvPr/>
        </p:nvSpPr>
        <p:spPr>
          <a:xfrm>
            <a:off x="2285999" y="1942558"/>
            <a:ext cx="2824223" cy="699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/>
              <a:t>ítem 1</a:t>
            </a:r>
          </a:p>
          <a:p>
            <a:pPr algn="ctr"/>
            <a:r>
              <a:rPr lang="es-CL" sz="1600" dirty="0"/>
              <a:t>¿Tiras patadas …?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12F946D-617A-4104-9128-D2F5AA999788}"/>
              </a:ext>
            </a:extLst>
          </p:cNvPr>
          <p:cNvSpPr/>
          <p:nvPr/>
        </p:nvSpPr>
        <p:spPr>
          <a:xfrm>
            <a:off x="2285999" y="2847504"/>
            <a:ext cx="2824223" cy="751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/>
              <a:t>ítem 2</a:t>
            </a:r>
          </a:p>
          <a:p>
            <a:pPr algn="ctr"/>
            <a:r>
              <a:rPr lang="es-CL" sz="1600" dirty="0"/>
              <a:t>¿Hablas mal de ….?</a:t>
            </a:r>
          </a:p>
          <a:p>
            <a:pPr algn="ctr"/>
            <a:endParaRPr lang="es-CL" sz="16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39DF9B8-24EF-496F-8E33-E86E832CA9DA}"/>
              </a:ext>
            </a:extLst>
          </p:cNvPr>
          <p:cNvSpPr/>
          <p:nvPr/>
        </p:nvSpPr>
        <p:spPr>
          <a:xfrm>
            <a:off x="2285999" y="3777181"/>
            <a:ext cx="2824223" cy="8232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/>
              <a:t>ítem 3</a:t>
            </a:r>
          </a:p>
          <a:p>
            <a:pPr algn="ctr"/>
            <a:r>
              <a:rPr lang="es-CL" sz="1600" dirty="0"/>
              <a:t>¿usas sobrenombres ofensivos…?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FE9E2B6-2DAC-48E1-B61C-A630A3C865F7}"/>
              </a:ext>
            </a:extLst>
          </p:cNvPr>
          <p:cNvSpPr/>
          <p:nvPr/>
        </p:nvSpPr>
        <p:spPr>
          <a:xfrm>
            <a:off x="2285999" y="4733692"/>
            <a:ext cx="2824223" cy="751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/>
              <a:t>ítem 4</a:t>
            </a:r>
          </a:p>
          <a:p>
            <a:pPr algn="ctr"/>
            <a:r>
              <a:rPr lang="es-CL" sz="1600" dirty="0"/>
              <a:t>Te vas a las manos si te molestan …? 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31946C3-32CD-4AA1-B85E-C839A63562FA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>
            <a:off x="5110222" y="2292432"/>
            <a:ext cx="2644816" cy="1691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87E8B57-E52D-4097-874E-5B29C440D2D3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5110222" y="3223161"/>
            <a:ext cx="2644816" cy="760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4F2ECFC-09A1-4990-823E-5834A383B055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 flipV="1">
            <a:off x="5110222" y="3983981"/>
            <a:ext cx="2644816" cy="204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C59FA852-D8D6-47AE-9F84-F4256EE4E394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 flipV="1">
            <a:off x="5110222" y="3983981"/>
            <a:ext cx="2644816" cy="1125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7FE4CCC-E2CB-48EB-B0F3-0598063DB920}"/>
              </a:ext>
            </a:extLst>
          </p:cNvPr>
          <p:cNvSpPr/>
          <p:nvPr/>
        </p:nvSpPr>
        <p:spPr>
          <a:xfrm>
            <a:off x="7755038" y="3648315"/>
            <a:ext cx="2395959" cy="671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Conductas agresivas 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95FBE1C1-7B03-4E46-8F61-A802CFF0A9CC}"/>
              </a:ext>
            </a:extLst>
          </p:cNvPr>
          <p:cNvCxnSpPr>
            <a:cxnSpLocks/>
            <a:stCxn id="4" idx="3"/>
            <a:endCxn id="28" idx="1"/>
          </p:cNvCxnSpPr>
          <p:nvPr/>
        </p:nvCxnSpPr>
        <p:spPr>
          <a:xfrm>
            <a:off x="5110222" y="2292432"/>
            <a:ext cx="3842796" cy="538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88F26985-75C0-4A7B-9B70-1E300EBC4212}"/>
              </a:ext>
            </a:extLst>
          </p:cNvPr>
          <p:cNvCxnSpPr>
            <a:cxnSpLocks/>
            <a:stCxn id="7" idx="3"/>
            <a:endCxn id="28" idx="1"/>
          </p:cNvCxnSpPr>
          <p:nvPr/>
        </p:nvCxnSpPr>
        <p:spPr>
          <a:xfrm flipV="1">
            <a:off x="5110222" y="2831144"/>
            <a:ext cx="3842796" cy="2278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EC48D94-1230-4C28-869D-3EDE6E48466E}"/>
              </a:ext>
            </a:extLst>
          </p:cNvPr>
          <p:cNvSpPr/>
          <p:nvPr/>
        </p:nvSpPr>
        <p:spPr>
          <a:xfrm>
            <a:off x="8953018" y="2577738"/>
            <a:ext cx="1944547" cy="50681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Agresividad física 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DC3CFF3-756C-4AB4-953F-2BE133DA6EDB}"/>
              </a:ext>
            </a:extLst>
          </p:cNvPr>
          <p:cNvSpPr/>
          <p:nvPr/>
        </p:nvSpPr>
        <p:spPr>
          <a:xfrm>
            <a:off x="8953018" y="4874437"/>
            <a:ext cx="1944547" cy="506812"/>
          </a:xfrm>
          <a:prstGeom prst="rect">
            <a:avLst/>
          </a:prstGeom>
          <a:solidFill>
            <a:srgbClr val="374D8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Agresividad verbal</a:t>
            </a:r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C829D5B3-E3DB-42B4-ADC3-285575E75F79}"/>
              </a:ext>
            </a:extLst>
          </p:cNvPr>
          <p:cNvCxnSpPr>
            <a:stCxn id="5" idx="3"/>
            <a:endCxn id="31" idx="1"/>
          </p:cNvCxnSpPr>
          <p:nvPr/>
        </p:nvCxnSpPr>
        <p:spPr>
          <a:xfrm>
            <a:off x="5110222" y="3223161"/>
            <a:ext cx="3842796" cy="1904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B1E65FBF-2FDC-412E-8391-3AB2C88CC9B3}"/>
              </a:ext>
            </a:extLst>
          </p:cNvPr>
          <p:cNvCxnSpPr>
            <a:cxnSpLocks/>
            <a:stCxn id="6" idx="3"/>
            <a:endCxn id="31" idx="1"/>
          </p:cNvCxnSpPr>
          <p:nvPr/>
        </p:nvCxnSpPr>
        <p:spPr>
          <a:xfrm>
            <a:off x="5110222" y="4188799"/>
            <a:ext cx="3842796" cy="939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41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8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D050F-0515-44CC-8214-1678C2146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136" y="2057400"/>
            <a:ext cx="10515600" cy="2743200"/>
          </a:xfrm>
        </p:spPr>
        <p:txBody>
          <a:bodyPr>
            <a:normAutofit/>
          </a:bodyPr>
          <a:lstStyle/>
          <a:p>
            <a:pPr algn="r"/>
            <a:r>
              <a:rPr lang="es-ES" sz="2000" dirty="0">
                <a:latin typeface="+mn-lt"/>
              </a:rPr>
              <a:t>“</a:t>
            </a:r>
            <a:r>
              <a:rPr lang="es-ES" sz="2000" dirty="0" err="1">
                <a:latin typeface="+mn-lt"/>
              </a:rPr>
              <a:t>There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is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today</a:t>
            </a:r>
            <a:r>
              <a:rPr lang="es-ES" sz="2000" dirty="0">
                <a:latin typeface="+mn-lt"/>
              </a:rPr>
              <a:t>, in social </a:t>
            </a:r>
            <a:r>
              <a:rPr lang="es-ES" sz="2000" dirty="0" err="1">
                <a:latin typeface="+mn-lt"/>
              </a:rPr>
              <a:t>science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circles</a:t>
            </a:r>
            <a:r>
              <a:rPr lang="es-ES" sz="2000" dirty="0">
                <a:latin typeface="+mn-lt"/>
              </a:rPr>
              <a:t>, a simple and </a:t>
            </a:r>
            <a:r>
              <a:rPr lang="es-ES" sz="2000" dirty="0" err="1">
                <a:latin typeface="+mn-lt"/>
              </a:rPr>
              <a:t>persistent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belief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that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knowledge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about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people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is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avilable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simply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by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asking</a:t>
            </a:r>
            <a:r>
              <a:rPr lang="es-ES" sz="2000" dirty="0">
                <a:latin typeface="+mn-lt"/>
              </a:rPr>
              <a:t>”</a:t>
            </a: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br>
              <a:rPr lang="es-ES" sz="2000" dirty="0">
                <a:latin typeface="+mn-lt"/>
              </a:rPr>
            </a:br>
            <a:r>
              <a:rPr lang="es-ES" sz="2000" dirty="0" err="1">
                <a:latin typeface="+mn-lt"/>
              </a:rPr>
              <a:t>Kellehear</a:t>
            </a:r>
            <a:r>
              <a:rPr lang="es-ES" sz="2000" dirty="0">
                <a:latin typeface="+mn-lt"/>
              </a:rPr>
              <a:t>, 1993</a:t>
            </a:r>
          </a:p>
        </p:txBody>
      </p:sp>
    </p:spTree>
    <p:extLst>
      <p:ext uri="{BB962C8B-B14F-4D97-AF65-F5344CB8AC3E}">
        <p14:creationId xmlns:p14="http://schemas.microsoft.com/office/powerpoint/2010/main" val="232070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D947CD-D9A1-4682-8E15-6452194A0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600" dirty="0">
                <a:latin typeface="+mn-lt"/>
              </a:rPr>
              <a:t>Sin embargo…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CC40E3-2D34-4FF3-8673-01A4325FA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30791"/>
            <a:ext cx="10058400" cy="4023360"/>
          </a:xfrm>
        </p:spPr>
        <p:txBody>
          <a:bodyPr/>
          <a:lstStyle/>
          <a:p>
            <a:pPr algn="ctr"/>
            <a:r>
              <a:rPr lang="es-ES" sz="1600" dirty="0">
                <a:latin typeface="+mn-lt"/>
              </a:rPr>
              <a:t>Las respuestas de los individuos se ven afectadas por las dinámicas que rodean la interacción entre el/la investigador/a y los/as participantes</a:t>
            </a:r>
          </a:p>
          <a:p>
            <a:pPr algn="ctr"/>
            <a:endParaRPr lang="es-ES" sz="1600" dirty="0">
              <a:latin typeface="+mn-lt"/>
            </a:endParaRPr>
          </a:p>
          <a:p>
            <a:pPr algn="ctr"/>
            <a:endParaRPr lang="es-ES" sz="1600" dirty="0">
              <a:latin typeface="+mn-lt"/>
            </a:endParaRPr>
          </a:p>
          <a:p>
            <a:pPr algn="ctr"/>
            <a:endParaRPr lang="es-ES" sz="1600" dirty="0"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+mn-lt"/>
              </a:rPr>
              <a:t>Necesitamos complementar esta información con la que proviene de métodos menos “directos” en los que las respuestas de las personas no se vean afectadas: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ES" sz="1600" dirty="0">
              <a:latin typeface="+mn-lt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1600" dirty="0">
              <a:latin typeface="+mn-lt"/>
            </a:endParaRPr>
          </a:p>
        </p:txBody>
      </p:sp>
      <p:sp>
        <p:nvSpPr>
          <p:cNvPr id="4" name="Flecha: hacia abajo 3">
            <a:extLst>
              <a:ext uri="{FF2B5EF4-FFF2-40B4-BE49-F238E27FC236}">
                <a16:creationId xmlns:a16="http://schemas.microsoft.com/office/drawing/2014/main" id="{5B221C24-17C1-461A-9DA6-11DAB8E20233}"/>
              </a:ext>
            </a:extLst>
          </p:cNvPr>
          <p:cNvSpPr/>
          <p:nvPr/>
        </p:nvSpPr>
        <p:spPr>
          <a:xfrm>
            <a:off x="5816237" y="2884714"/>
            <a:ext cx="620486" cy="762000"/>
          </a:xfrm>
          <a:prstGeom prst="down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4 Rectángulo">
            <a:extLst>
              <a:ext uri="{FF2B5EF4-FFF2-40B4-BE49-F238E27FC236}">
                <a16:creationId xmlns:a16="http://schemas.microsoft.com/office/drawing/2014/main" id="{41FCF531-F801-4286-AF2D-D9A52F48C34F}"/>
              </a:ext>
            </a:extLst>
          </p:cNvPr>
          <p:cNvSpPr/>
          <p:nvPr/>
        </p:nvSpPr>
        <p:spPr>
          <a:xfrm>
            <a:off x="4615297" y="5193834"/>
            <a:ext cx="2961405" cy="762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i="1" dirty="0" err="1"/>
              <a:t>Unobtrusive</a:t>
            </a:r>
            <a:r>
              <a:rPr lang="es-ES" sz="2400" i="1" dirty="0"/>
              <a:t> </a:t>
            </a:r>
            <a:r>
              <a:rPr lang="es-ES" sz="2400" i="1" dirty="0" err="1"/>
              <a:t>Methods</a:t>
            </a:r>
            <a:endParaRPr lang="es-ES" sz="2400" i="1" dirty="0"/>
          </a:p>
        </p:txBody>
      </p:sp>
    </p:spTree>
    <p:extLst>
      <p:ext uri="{BB962C8B-B14F-4D97-AF65-F5344CB8AC3E}">
        <p14:creationId xmlns:p14="http://schemas.microsoft.com/office/powerpoint/2010/main" val="34504946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4DF4351-7D91-4947-83B0-31BFC023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>
                <a:solidFill>
                  <a:srgbClr val="FFFFFF"/>
                </a:solidFill>
                <a:latin typeface="+mn-lt"/>
              </a:rPr>
              <a:t>Por ejemplo: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709329-E15E-4500-A092-7A6B3D3BC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dirty="0">
                <a:latin typeface="+mn-lt"/>
              </a:rPr>
              <a:t>¿QUÉ MUSEO ES MÁS POPULAR?</a:t>
            </a:r>
          </a:p>
          <a:p>
            <a:pPr lvl="1"/>
            <a:endParaRPr lang="es-ES" dirty="0">
              <a:latin typeface="+mn-lt"/>
            </a:endParaRPr>
          </a:p>
          <a:p>
            <a:pPr marL="201168" lvl="1" indent="0">
              <a:buNone/>
            </a:pPr>
            <a:r>
              <a:rPr lang="es-ES" dirty="0">
                <a:latin typeface="+mn-lt"/>
              </a:rPr>
              <a:t>    Observar el desgaste en las baldosas del piso</a:t>
            </a:r>
          </a:p>
          <a:p>
            <a:pPr marL="201168" lvl="1" indent="0">
              <a:buNone/>
            </a:pPr>
            <a:endParaRPr lang="es-ES" dirty="0"/>
          </a:p>
          <a:p>
            <a:pPr marL="201168" lvl="1" indent="0">
              <a:buNone/>
            </a:pPr>
            <a:endParaRPr lang="es-ES" dirty="0">
              <a:latin typeface="+mn-lt"/>
            </a:endParaRPr>
          </a:p>
          <a:p>
            <a:pPr marL="0">
              <a:buNone/>
            </a:pPr>
            <a:r>
              <a:rPr lang="es-ES" dirty="0">
                <a:latin typeface="+mn-lt"/>
              </a:rPr>
              <a:t>¿CÓMO HA CAMBIADO LA ESTATURA DE LAS PERSONAS A LO LARGO DEL TIEMPO?</a:t>
            </a:r>
          </a:p>
          <a:p>
            <a:pPr marL="201168" lvl="1" indent="0">
              <a:buNone/>
            </a:pPr>
            <a:endParaRPr lang="es-ES" dirty="0">
              <a:latin typeface="+mn-lt"/>
            </a:endParaRPr>
          </a:p>
          <a:p>
            <a:pPr marL="201168" lvl="1" indent="0">
              <a:buNone/>
            </a:pPr>
            <a:r>
              <a:rPr lang="es-ES" dirty="0">
                <a:latin typeface="+mn-lt"/>
              </a:rPr>
              <a:t>   Estudiar cómo han cambiado las medidas de la ropa a lo largo de los años</a:t>
            </a:r>
          </a:p>
        </p:txBody>
      </p:sp>
    </p:spTree>
    <p:extLst>
      <p:ext uri="{BB962C8B-B14F-4D97-AF65-F5344CB8AC3E}">
        <p14:creationId xmlns:p14="http://schemas.microsoft.com/office/powerpoint/2010/main" val="30978554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F2A5A6-5BB5-4AC4-89CD-D2B426DD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>
                <a:solidFill>
                  <a:srgbClr val="FFFFFF"/>
                </a:solidFill>
                <a:latin typeface="+mn-lt"/>
              </a:rPr>
              <a:t>¿Por qué son necesarios estos métodos?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2CCC54-BAB5-4F77-884C-64E739747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endParaRPr lang="es-ES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dirty="0">
                <a:latin typeface="+mn-lt"/>
              </a:rPr>
              <a:t>En las entrevistas y cuestionarios, las personas tratan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dirty="0">
                <a:latin typeface="+mn-lt"/>
              </a:rPr>
              <a:t>de causar una cierta impresión</a:t>
            </a:r>
          </a:p>
          <a:p>
            <a:endParaRPr lang="es-ES" dirty="0">
              <a:latin typeface="+mn-lt"/>
            </a:endParaRPr>
          </a:p>
          <a:p>
            <a:endParaRPr lang="es-ES" dirty="0">
              <a:latin typeface="+mn-lt"/>
            </a:endParaRPr>
          </a:p>
          <a:p>
            <a:r>
              <a:rPr lang="es-ES" dirty="0">
                <a:latin typeface="+mn-lt"/>
              </a:rPr>
              <a:t>Tendencia a sobre reportar: </a:t>
            </a:r>
          </a:p>
          <a:p>
            <a:r>
              <a:rPr lang="es-ES" dirty="0">
                <a:latin typeface="+mn-lt"/>
              </a:rPr>
              <a:t>Reportaron la tendencia de las personas a decir que sí habían ido a votar cuando realmente no lo habían hecho</a:t>
            </a:r>
          </a:p>
        </p:txBody>
      </p:sp>
    </p:spTree>
    <p:extLst>
      <p:ext uri="{BB962C8B-B14F-4D97-AF65-F5344CB8AC3E}">
        <p14:creationId xmlns:p14="http://schemas.microsoft.com/office/powerpoint/2010/main" val="14211693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F2A5A6-5BB5-4AC4-89CD-D2B426DD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>
                <a:solidFill>
                  <a:srgbClr val="FFFFFF"/>
                </a:solidFill>
                <a:latin typeface="+mn-lt"/>
              </a:rPr>
              <a:t>¿Por qué son necesarios estos métodos?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2CCC54-BAB5-4F77-884C-64E739747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endParaRPr lang="es-ES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dirty="0">
                <a:latin typeface="+mn-lt"/>
              </a:rPr>
              <a:t>Las personas “ajustan” sus respuestas para ser consistentes con lo que han respondido anteriormente</a:t>
            </a:r>
          </a:p>
          <a:p>
            <a:endParaRPr lang="es-ES" dirty="0">
              <a:latin typeface="+mn-lt"/>
            </a:endParaRPr>
          </a:p>
          <a:p>
            <a:endParaRPr lang="es-ES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dirty="0">
                <a:latin typeface="+mn-lt"/>
              </a:rPr>
              <a:t>Algunos estudios muestran que el sexo del/a investigador afecta a las respuestas que dan los individuos</a:t>
            </a:r>
          </a:p>
        </p:txBody>
      </p:sp>
    </p:spTree>
    <p:extLst>
      <p:ext uri="{BB962C8B-B14F-4D97-AF65-F5344CB8AC3E}">
        <p14:creationId xmlns:p14="http://schemas.microsoft.com/office/powerpoint/2010/main" val="12345981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2A5A6-5BB5-4AC4-89CD-D2B426DD1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1600" dirty="0">
                <a:latin typeface="+mn-lt"/>
              </a:rPr>
              <a:t>¿Por qué son necesarios estos métodos?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2CCC54-BAB5-4F77-884C-64E739747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683934"/>
            <a:ext cx="10300063" cy="4023360"/>
          </a:xfrm>
        </p:spPr>
        <p:txBody>
          <a:bodyPr>
            <a:normAutofit/>
          </a:bodyPr>
          <a:lstStyle/>
          <a:p>
            <a:endParaRPr lang="es-ES" sz="1600" dirty="0">
              <a:latin typeface="+mn-lt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600" b="1" dirty="0">
                <a:latin typeface="+mn-lt"/>
              </a:rPr>
              <a:t>Hawthorne </a:t>
            </a:r>
            <a:r>
              <a:rPr lang="es-ES" sz="1600" b="1" dirty="0" err="1">
                <a:latin typeface="+mn-lt"/>
              </a:rPr>
              <a:t>Effect</a:t>
            </a:r>
            <a:r>
              <a:rPr lang="es-ES" sz="1600" dirty="0">
                <a:latin typeface="+mn-lt"/>
              </a:rPr>
              <a:t>: Simplemente, con su mera presencia, los/as investigadores/as pueden estar afectando los resultados que encuentran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ES" sz="1600" dirty="0">
              <a:latin typeface="+mn-lt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ES" sz="1600" dirty="0">
              <a:latin typeface="+mn-lt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ES" sz="1600" dirty="0">
              <a:latin typeface="+mn-lt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ES" sz="1600" dirty="0">
              <a:latin typeface="+mn-lt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s-ES" sz="1600" dirty="0">
              <a:latin typeface="+mn-lt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latin typeface="+mn-lt"/>
              </a:rPr>
              <a:t>La producción aumentó tanto cuando se aumentaba la luz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latin typeface="+mn-lt"/>
              </a:rPr>
              <a:t>como cuando se disminuía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1600" dirty="0">
                <a:latin typeface="+mn-lt"/>
              </a:rPr>
              <a:t>Mayo (1933)</a:t>
            </a:r>
          </a:p>
          <a:p>
            <a:pPr algn="ctr"/>
            <a:endParaRPr lang="es-ES" sz="1600" dirty="0">
              <a:latin typeface="+mn-lt"/>
            </a:endParaRPr>
          </a:p>
        </p:txBody>
      </p:sp>
      <p:sp>
        <p:nvSpPr>
          <p:cNvPr id="4" name="4 Rectángulo">
            <a:extLst>
              <a:ext uri="{FF2B5EF4-FFF2-40B4-BE49-F238E27FC236}">
                <a16:creationId xmlns:a16="http://schemas.microsoft.com/office/drawing/2014/main" id="{B3B3F21B-2BA2-44D6-A318-1A4DA37BA204}"/>
              </a:ext>
            </a:extLst>
          </p:cNvPr>
          <p:cNvSpPr/>
          <p:nvPr/>
        </p:nvSpPr>
        <p:spPr>
          <a:xfrm>
            <a:off x="1983130" y="3570516"/>
            <a:ext cx="2231817" cy="762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i="1" dirty="0"/>
              <a:t>Niveles de Luz</a:t>
            </a:r>
          </a:p>
        </p:txBody>
      </p:sp>
      <p:sp>
        <p:nvSpPr>
          <p:cNvPr id="5" name="4 Rectángulo">
            <a:extLst>
              <a:ext uri="{FF2B5EF4-FFF2-40B4-BE49-F238E27FC236}">
                <a16:creationId xmlns:a16="http://schemas.microsoft.com/office/drawing/2014/main" id="{E01F382B-55ED-42BD-810D-BEA94088F0F1}"/>
              </a:ext>
            </a:extLst>
          </p:cNvPr>
          <p:cNvSpPr/>
          <p:nvPr/>
        </p:nvSpPr>
        <p:spPr>
          <a:xfrm>
            <a:off x="7500011" y="3570516"/>
            <a:ext cx="2231817" cy="762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i="1" dirty="0"/>
              <a:t>Productividad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ADF42495-C99C-4D53-9E62-5C86D84E4F3F}"/>
              </a:ext>
            </a:extLst>
          </p:cNvPr>
          <p:cNvCxnSpPr/>
          <p:nvPr/>
        </p:nvCxnSpPr>
        <p:spPr>
          <a:xfrm>
            <a:off x="4791645" y="3951516"/>
            <a:ext cx="21316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73975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F2A5A6-5BB5-4AC4-89CD-D2B426DD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>
                <a:solidFill>
                  <a:srgbClr val="FFFFFF"/>
                </a:solidFill>
                <a:latin typeface="+mn-lt"/>
              </a:rPr>
              <a:t>¿Por qué son necesarios estos métodos?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2CCC54-BAB5-4F77-884C-64E739747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endParaRPr lang="es-ES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dirty="0">
                <a:latin typeface="+mn-lt"/>
              </a:rPr>
              <a:t>- Las expectativas de los/as investigadores sobre lo que van a encontrar afectan a los resultados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s-ES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s-ES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dirty="0">
                <a:latin typeface="+mn-lt"/>
              </a:rPr>
              <a:t>- Los/as participante voluntarios/as, están motivados para ser “buenos </a:t>
            </a:r>
            <a:r>
              <a:rPr lang="es-ES" dirty="0"/>
              <a:t>participantes</a:t>
            </a:r>
            <a:r>
              <a:rPr lang="es-ES" dirty="0">
                <a:latin typeface="+mn-lt"/>
              </a:rPr>
              <a:t>” y comportarse de la forma que creen es la correcta para el estudio </a:t>
            </a:r>
          </a:p>
          <a:p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68131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F2A5A6-5BB5-4AC4-89CD-D2B426DD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>
                <a:solidFill>
                  <a:srgbClr val="FFFFFF"/>
                </a:solidFill>
                <a:latin typeface="+mn-lt"/>
              </a:rPr>
              <a:t>¿Soluciones?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2CCC54-BAB5-4F77-884C-64E739747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endParaRPr lang="es-ES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dirty="0">
                <a:latin typeface="+mn-lt"/>
              </a:rPr>
              <a:t>- Utilizar diferentes métodos que se complementen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s-ES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dirty="0">
                <a:latin typeface="+mn-lt"/>
              </a:rPr>
              <a:t>- Considerar mucha de la información que tenemos a nuestro alrededor como potenciales fuentes de datos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s-ES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dirty="0">
                <a:latin typeface="+mn-lt"/>
              </a:rPr>
              <a:t>- Usar la creatividad para buscar métodos que no interfieran las respuestas de las personas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s-ES" dirty="0"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ES" dirty="0">
                <a:latin typeface="+mn-lt"/>
              </a:rPr>
              <a:t>- No confiar ciegamente en la elicitación directa de información</a:t>
            </a:r>
          </a:p>
          <a:p>
            <a:endParaRPr lang="es-ES" dirty="0">
              <a:latin typeface="+mn-lt"/>
            </a:endParaRPr>
          </a:p>
          <a:p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964520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DC4E39-C8D4-4AF9-95EB-92632F426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349" y="4331873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Usar técnicas en las que las personas no generen de forma directa y consciente sus propias respuestas 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DE74775-BDA1-4BEE-A011-78DFA4D50E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21" y="661792"/>
            <a:ext cx="2969020" cy="316200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3138498-643C-4316-BDDF-B4B0A2116A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872" y="1509727"/>
            <a:ext cx="3312785" cy="186344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9860AAA-CEE1-40CC-B74E-ACD3E12517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0289" y="1458576"/>
            <a:ext cx="3552637" cy="2112048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1114C70D-2FDD-4769-A1F6-FAEF07967D42}"/>
              </a:ext>
            </a:extLst>
          </p:cNvPr>
          <p:cNvSpPr txBox="1">
            <a:spLocks/>
          </p:cNvSpPr>
          <p:nvPr/>
        </p:nvSpPr>
        <p:spPr>
          <a:xfrm>
            <a:off x="5851954" y="5080351"/>
            <a:ext cx="6059125" cy="10576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solidFill>
                  <a:schemeClr val="accent2">
                    <a:lumMod val="75000"/>
                  </a:schemeClr>
                </a:solidFill>
              </a:rPr>
              <a:t>¡Cuando sea posible y pertinente!</a:t>
            </a:r>
            <a:endParaRPr lang="en-US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78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0E9A622-9996-4927-BBCD-AEE2687B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DE3FC3-BAC1-4105-9620-4FB64EDCE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5902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B9BD254-2FE6-4D80-8ED0-04AD873E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516835"/>
            <a:ext cx="3735502" cy="2103875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rgbClr val="FFFFFF"/>
                </a:solidFill>
                <a:latin typeface="+mn-lt"/>
              </a:rPr>
              <a:t>4. Estudio del Sistema Nervioso 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92371" y="2653800"/>
            <a:ext cx="3735500" cy="3335519"/>
          </a:xfrm>
        </p:spPr>
        <p:txBody>
          <a:bodyPr>
            <a:normAutofit/>
          </a:bodyPr>
          <a:lstStyle/>
          <a:p>
            <a:r>
              <a:rPr lang="es-ES" sz="1500">
                <a:solidFill>
                  <a:srgbClr val="FFFFFF"/>
                </a:solidFill>
                <a:latin typeface="+mn-lt"/>
              </a:rPr>
              <a:t>- Visualización del cerebro (imagen):</a:t>
            </a:r>
          </a:p>
          <a:p>
            <a:endParaRPr lang="es-ES" sz="1500">
              <a:solidFill>
                <a:srgbClr val="FFFFFF"/>
              </a:solidFill>
              <a:latin typeface="+mn-lt"/>
            </a:endParaRPr>
          </a:p>
          <a:p>
            <a:r>
              <a:rPr lang="es-ES" sz="1500">
                <a:solidFill>
                  <a:srgbClr val="FFFFFF"/>
                </a:solidFill>
                <a:latin typeface="+mn-lt"/>
              </a:rPr>
              <a:t>  - Rayos X de contraste</a:t>
            </a:r>
          </a:p>
          <a:p>
            <a:r>
              <a:rPr lang="es-ES" sz="1500">
                <a:solidFill>
                  <a:srgbClr val="FFFFFF"/>
                </a:solidFill>
                <a:latin typeface="+mn-lt"/>
              </a:rPr>
              <a:t>  - Tomografía computarizada</a:t>
            </a:r>
          </a:p>
          <a:p>
            <a:r>
              <a:rPr lang="es-ES" sz="1500">
                <a:solidFill>
                  <a:srgbClr val="FFFFFF"/>
                </a:solidFill>
                <a:latin typeface="+mn-lt"/>
              </a:rPr>
              <a:t>  - Resonancia magnética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F02B21-6D04-4A6A-B03E-CF7642D59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0679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95E79D2-251E-4175-B4FE-470318BA70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9" r="13114" b="-1"/>
          <a:stretch/>
        </p:blipFill>
        <p:spPr>
          <a:xfrm>
            <a:off x="4812161" y="-2655"/>
            <a:ext cx="3606643" cy="33585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7E39010-823C-439A-B438-FEEDF5490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6279" y="0"/>
            <a:ext cx="3610035" cy="33559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8D1F60-D231-4D15-99E2-B0E0EC8174A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252"/>
          <a:stretch/>
        </p:blipFill>
        <p:spPr>
          <a:xfrm>
            <a:off x="4812161" y="3504904"/>
            <a:ext cx="7374154" cy="335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20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r>
              <a:rPr lang="es-ES">
                <a:latin typeface="+mn-lt"/>
              </a:rPr>
              <a:t>- Visualización del cerebro (actividad):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Resonancia magnética funcional</a:t>
            </a:r>
          </a:p>
          <a:p>
            <a:r>
              <a:rPr lang="es-ES">
                <a:latin typeface="+mn-lt"/>
              </a:rPr>
              <a:t>- Tomografía por emisión de positrones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9128B86-C29E-4219-8587-A9F262FEC7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570" y="2238958"/>
            <a:ext cx="3135109" cy="282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91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AD83CFE-1CA3-4832-A4B9-C48CD1347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98641C-7F74-435D-996F-A4387A3C3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B9BD254-2FE6-4D80-8ED0-04AD873E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Neuroimagen y Psicología Social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0CFCCB-064C-49A0-97A4-7F8B31A2CB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57" y="1055902"/>
            <a:ext cx="5131653" cy="277109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F530C0F6-C8DF-4539-B30C-8105DB61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7CC7221-6BF9-4066-9865-26331AE409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891" y="816425"/>
            <a:ext cx="5118182" cy="3250045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BAE51241-AA8B-4B82-9C59-6738DB85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29944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AD83CFE-1CA3-4832-A4B9-C48CD1347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98641C-7F74-435D-996F-A4387A3C3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B9BD254-2FE6-4D80-8ED0-04AD873EA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Neuroimagen y Prosocialidad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21D432-C82C-46B4-A529-A4FBC13D02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973" y="640080"/>
            <a:ext cx="4434137" cy="360273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530C0F6-C8DF-4539-B30C-8105DB61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FDABBC9-291E-4DD7-8E6F-EA592FA754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891" y="640080"/>
            <a:ext cx="4059421" cy="360273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AE51241-AA8B-4B82-9C59-6738DB85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38349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0F35747-2822-4D06-BE10-CD33AC6B0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2C4466-5B1B-4361-B9D9-39ED9A8A3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754787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DB38F73-CA0E-4FEE-86ED-9095170EE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5977937" cy="1666501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  <a:latin typeface="+mn-lt"/>
              </a:rPr>
              <a:t>Psicofisiología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2425" y="2236304"/>
            <a:ext cx="6722792" cy="3652667"/>
          </a:xfrm>
        </p:spPr>
        <p:txBody>
          <a:bodyPr>
            <a:normAutofit/>
          </a:bodyPr>
          <a:lstStyle/>
          <a:p>
            <a:endParaRPr lang="es-ES" sz="1800">
              <a:solidFill>
                <a:srgbClr val="FFFFFF"/>
              </a:solidFill>
              <a:latin typeface="+mn-lt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MX" sz="1800">
                <a:solidFill>
                  <a:srgbClr val="FFFFFF"/>
                </a:solidFill>
                <a:latin typeface="+mn-lt"/>
              </a:rPr>
              <a:t> Disciplina que estudia las relaciones entre los procesos de los sistemas nervioso, muscular y endocrino, y las actividades mentales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s-MX" sz="1800">
                <a:solidFill>
                  <a:srgbClr val="FFFFFF"/>
                </a:solidFill>
                <a:latin typeface="+mn-lt"/>
              </a:rPr>
              <a:t> y el comportamiento</a:t>
            </a:r>
            <a:endParaRPr lang="es-ES" sz="18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745DAE-5A8A-44FA-937C-CD65CF7A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1FD68A-BC53-4CF4-8331-A8E1D554F6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1158" y="371475"/>
            <a:ext cx="4470002" cy="283845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7696AA1-B1DD-4C75-9AC1-69EE9F65F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3396996"/>
            <a:ext cx="464256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3E57100-3705-4DB6-8459-A3AFF9C982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958" y="3581400"/>
            <a:ext cx="3104249" cy="321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48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2812" y="392180"/>
            <a:ext cx="3299959" cy="2877260"/>
          </a:xfrm>
        </p:spPr>
        <p:txBody>
          <a:bodyPr/>
          <a:lstStyle/>
          <a:p>
            <a:r>
              <a:rPr lang="es-ES" sz="1600" dirty="0">
                <a:latin typeface="+mn-lt"/>
              </a:rPr>
              <a:t>Electroencefalografía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1523" y="1132409"/>
            <a:ext cx="7047334" cy="5333706"/>
          </a:xfrm>
        </p:spPr>
        <p:txBody>
          <a:bodyPr>
            <a:normAutofit/>
          </a:bodyPr>
          <a:lstStyle/>
          <a:p>
            <a:pPr marL="342900" indent="-342900" algn="ctr">
              <a:buFontTx/>
              <a:buChar char="-"/>
            </a:pPr>
            <a:r>
              <a:rPr lang="es-ES" sz="1600" dirty="0">
                <a:solidFill>
                  <a:schemeClr val="tx1"/>
                </a:solidFill>
                <a:latin typeface="+mn-lt"/>
              </a:rPr>
              <a:t>Refleja los sucesos eléctricos que suceden en la cabeza</a:t>
            </a:r>
          </a:p>
          <a:p>
            <a:pPr marL="342900" indent="-342900" algn="ctr">
              <a:buFontTx/>
              <a:buChar char="-"/>
            </a:pPr>
            <a:endParaRPr lang="es-ES" sz="1600" dirty="0">
              <a:solidFill>
                <a:schemeClr val="tx1"/>
              </a:solidFill>
              <a:latin typeface="+mn-lt"/>
            </a:endParaRPr>
          </a:p>
          <a:p>
            <a:pPr marL="342900" indent="-342900" algn="ctr">
              <a:buFontTx/>
              <a:buChar char="-"/>
            </a:pPr>
            <a:r>
              <a:rPr lang="es-ES" sz="1600" dirty="0">
                <a:solidFill>
                  <a:schemeClr val="tx1"/>
                </a:solidFill>
                <a:latin typeface="+mn-lt"/>
              </a:rPr>
              <a:t>Algunas ondas del EEG se asocian con determinados estados de la conciencia o con patologías cerebrales</a:t>
            </a:r>
          </a:p>
          <a:p>
            <a:pPr marL="342900" indent="-342900" algn="ctr">
              <a:buFontTx/>
              <a:buChar char="-"/>
            </a:pPr>
            <a:endParaRPr lang="es-ES" sz="1600" dirty="0">
              <a:solidFill>
                <a:schemeClr val="tx1"/>
              </a:solidFill>
              <a:latin typeface="+mn-lt"/>
            </a:endParaRPr>
          </a:p>
          <a:p>
            <a:pPr marL="342900" indent="-342900" algn="ctr">
              <a:buFontTx/>
              <a:buChar char="-"/>
            </a:pPr>
            <a:r>
              <a:rPr lang="es-ES" sz="1600" dirty="0">
                <a:solidFill>
                  <a:schemeClr val="tx1"/>
                </a:solidFill>
                <a:latin typeface="+mn-lt"/>
              </a:rPr>
              <a:t>Estudios de los potenciales evocados para comprender la reacción de las personas ante determinados sucesos psicológicos</a:t>
            </a:r>
          </a:p>
        </p:txBody>
      </p:sp>
    </p:spTree>
    <p:extLst>
      <p:ext uri="{BB962C8B-B14F-4D97-AF65-F5344CB8AC3E}">
        <p14:creationId xmlns:p14="http://schemas.microsoft.com/office/powerpoint/2010/main" val="334039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2812" y="392180"/>
            <a:ext cx="3299959" cy="2877260"/>
          </a:xfrm>
        </p:spPr>
        <p:txBody>
          <a:bodyPr/>
          <a:lstStyle/>
          <a:p>
            <a:r>
              <a:rPr lang="es-ES" sz="1600" dirty="0">
                <a:latin typeface="+mn-lt"/>
              </a:rPr>
              <a:t>Tensión muscular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5952" y="838495"/>
            <a:ext cx="7047334" cy="5333706"/>
          </a:xfrm>
        </p:spPr>
        <p:txBody>
          <a:bodyPr>
            <a:normAutofit/>
          </a:bodyPr>
          <a:lstStyle/>
          <a:p>
            <a:pPr marL="342900" indent="-342900" algn="ctr">
              <a:buFontTx/>
              <a:buChar char="-"/>
            </a:pPr>
            <a:r>
              <a:rPr lang="es-ES" sz="1600" dirty="0">
                <a:solidFill>
                  <a:schemeClr val="tx1"/>
                </a:solidFill>
                <a:latin typeface="+mn-lt"/>
              </a:rPr>
              <a:t>La tensión muscular es utilizada para medir la activación psicológica de las personas</a:t>
            </a:r>
          </a:p>
          <a:p>
            <a:pPr algn="ctr"/>
            <a:endParaRPr lang="es-ES" sz="16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4F1361-B497-4C4E-84F6-246FE9E6F4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619" y="2239492"/>
            <a:ext cx="4786410" cy="358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5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2812" y="392180"/>
            <a:ext cx="3299959" cy="2877260"/>
          </a:xfrm>
        </p:spPr>
        <p:txBody>
          <a:bodyPr/>
          <a:lstStyle/>
          <a:p>
            <a:r>
              <a:rPr lang="es-ES" sz="1600" dirty="0">
                <a:latin typeface="+mn-lt"/>
              </a:rPr>
              <a:t>Movimiento ocular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5952" y="838495"/>
            <a:ext cx="7047334" cy="5333706"/>
          </a:xfrm>
        </p:spPr>
        <p:txBody>
          <a:bodyPr>
            <a:normAutofit/>
          </a:bodyPr>
          <a:lstStyle/>
          <a:p>
            <a:pPr marL="342900" indent="-342900" algn="ctr">
              <a:buFontTx/>
              <a:buChar char="-"/>
            </a:pPr>
            <a:r>
              <a:rPr lang="es-ES" sz="1600" dirty="0">
                <a:solidFill>
                  <a:schemeClr val="tx1"/>
                </a:solidFill>
                <a:latin typeface="+mn-lt"/>
              </a:rPr>
              <a:t>Se registran los movimientos oculares</a:t>
            </a:r>
          </a:p>
          <a:p>
            <a:pPr marL="342900" indent="-342900" algn="ctr">
              <a:buFontTx/>
              <a:buChar char="-"/>
            </a:pPr>
            <a:endParaRPr lang="es-ES" sz="1600" dirty="0">
              <a:solidFill>
                <a:schemeClr val="tx1"/>
              </a:solidFill>
              <a:latin typeface="+mn-lt"/>
            </a:endParaRPr>
          </a:p>
          <a:p>
            <a:pPr marL="342900" indent="-342900" algn="ctr">
              <a:buFontTx/>
              <a:buChar char="-"/>
            </a:pPr>
            <a:endParaRPr lang="es-ES" sz="16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9D573B-ACFD-42B0-98BD-9C5DE0A97C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514" y="2338850"/>
            <a:ext cx="4190535" cy="269443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38E49EC-C1FD-488E-AFEF-38EF268A38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" y="2329325"/>
            <a:ext cx="3963418" cy="298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01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2812" y="392180"/>
            <a:ext cx="3299959" cy="2877260"/>
          </a:xfrm>
        </p:spPr>
        <p:txBody>
          <a:bodyPr/>
          <a:lstStyle/>
          <a:p>
            <a:r>
              <a:rPr lang="es-ES" sz="1600" dirty="0">
                <a:latin typeface="+mn-lt"/>
              </a:rPr>
              <a:t>Conductancia de la piel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1523" y="1132409"/>
            <a:ext cx="7047334" cy="5333706"/>
          </a:xfrm>
        </p:spPr>
        <p:txBody>
          <a:bodyPr>
            <a:normAutofit/>
          </a:bodyPr>
          <a:lstStyle/>
          <a:p>
            <a:pPr marL="342900" indent="-342900" algn="ctr">
              <a:buFontTx/>
              <a:buChar char="-"/>
            </a:pPr>
            <a:r>
              <a:rPr lang="es-ES" sz="1600" dirty="0">
                <a:solidFill>
                  <a:schemeClr val="tx1"/>
                </a:solidFill>
                <a:latin typeface="+mn-lt"/>
              </a:rPr>
              <a:t>Los pensamientos y las experiencias emocionales se asocian con aumentos de la capacidad de la piel para conducir electricidad</a:t>
            </a:r>
          </a:p>
          <a:p>
            <a:pPr marL="342900" indent="-342900" algn="ctr">
              <a:buFontTx/>
              <a:buChar char="-"/>
            </a:pPr>
            <a:endParaRPr lang="es-ES" sz="1600" dirty="0">
              <a:solidFill>
                <a:schemeClr val="tx1"/>
              </a:solidFill>
              <a:latin typeface="+mn-lt"/>
            </a:endParaRPr>
          </a:p>
          <a:p>
            <a:pPr marL="342900" indent="-342900" algn="ctr">
              <a:buFontTx/>
              <a:buChar char="-"/>
            </a:pPr>
            <a:r>
              <a:rPr lang="es-ES" sz="1600" dirty="0">
                <a:solidFill>
                  <a:schemeClr val="tx1"/>
                </a:solidFill>
                <a:latin typeface="+mn-lt"/>
              </a:rPr>
              <a:t>electricidad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B099A63-D88A-40CF-81BF-A462F32A49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534" y="2449856"/>
            <a:ext cx="5782749" cy="384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92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5EC31-65EA-423C-BFA8-8DF6B2E2F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2812" y="392180"/>
            <a:ext cx="3299959" cy="2877260"/>
          </a:xfrm>
        </p:spPr>
        <p:txBody>
          <a:bodyPr/>
          <a:lstStyle/>
          <a:p>
            <a:r>
              <a:rPr lang="es-ES" sz="1600" dirty="0">
                <a:latin typeface="+mn-lt"/>
              </a:rPr>
              <a:t>Actividad cardiovascular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5F02A3-5416-49E0-9594-773E89765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1523" y="1132409"/>
            <a:ext cx="7047334" cy="5333706"/>
          </a:xfrm>
        </p:spPr>
        <p:txBody>
          <a:bodyPr>
            <a:normAutofit/>
          </a:bodyPr>
          <a:lstStyle/>
          <a:p>
            <a:pPr marL="342900" indent="-342900" algn="ctr">
              <a:buFontTx/>
              <a:buChar char="-"/>
            </a:pPr>
            <a:r>
              <a:rPr lang="es-ES" sz="1600" dirty="0">
                <a:solidFill>
                  <a:schemeClr val="tx1"/>
                </a:solidFill>
                <a:latin typeface="+mn-lt"/>
              </a:rPr>
              <a:t>Relaciona la emoción con la actividad cardiovascular</a:t>
            </a:r>
          </a:p>
          <a:p>
            <a:pPr marL="342900" indent="-342900" algn="ctr">
              <a:buFontTx/>
              <a:buChar char="-"/>
            </a:pPr>
            <a:endParaRPr lang="es-ES" sz="1600" dirty="0">
              <a:solidFill>
                <a:schemeClr val="tx1"/>
              </a:solidFill>
              <a:latin typeface="+mn-lt"/>
            </a:endParaRPr>
          </a:p>
          <a:p>
            <a:pPr marL="342900" indent="-342900" algn="ctr">
              <a:buFontTx/>
              <a:buChar char="-"/>
            </a:pPr>
            <a:endParaRPr lang="es-ES" sz="1600" dirty="0">
              <a:solidFill>
                <a:schemeClr val="tx1"/>
              </a:solidFill>
              <a:latin typeface="+mn-lt"/>
            </a:endParaRPr>
          </a:p>
          <a:p>
            <a:pPr marL="342900" indent="-342900" algn="ctr">
              <a:buFontTx/>
              <a:buChar char="-"/>
            </a:pPr>
            <a:endParaRPr lang="es-ES" sz="16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6C1CD55-55D1-4EAE-A1A0-38FBB05E08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88" y="2063138"/>
            <a:ext cx="6693403" cy="347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378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9BE33E-7943-442B-9FA7-F99356D9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s-ES" sz="3600">
                <a:solidFill>
                  <a:srgbClr val="FFFFFF"/>
                </a:solidFill>
                <a:latin typeface="+mn-lt"/>
              </a:rPr>
              <a:t>En resumen…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62D82-5EDA-4526-8EB5-CC9A0FB6F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r>
              <a:rPr lang="es-ES">
                <a:latin typeface="+mn-lt"/>
              </a:rPr>
              <a:t>- Existen numerosos métodos para recolectar datos, con ventajas y debilidades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métodos directos e indirectos presentan ambos diferentes fortalezas y desventajas </a:t>
            </a:r>
          </a:p>
          <a:p>
            <a:endParaRPr lang="es-ES">
              <a:latin typeface="+mn-lt"/>
            </a:endParaRPr>
          </a:p>
          <a:p>
            <a:r>
              <a:rPr lang="es-ES">
                <a:latin typeface="+mn-lt"/>
              </a:rPr>
              <a:t>- </a:t>
            </a:r>
            <a:r>
              <a:rPr lang="es-ES" b="1">
                <a:latin typeface="+mn-lt"/>
              </a:rPr>
              <a:t>Es importante elegir métodos que se complementen entre sí, y que sean pertinentes para la pregunta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31974321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0F35747-2822-4D06-BE10-CD33AC6B0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2C4466-5B1B-4361-B9D9-39ED9A8A3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754787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4D07C3-B659-465E-BBCC-A6B711F66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5977937" cy="1666501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FFFFFF"/>
                </a:solidFill>
                <a:latin typeface="+mn-lt"/>
              </a:rPr>
              <a:t>Actividad en U-Cursos: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745DAE-5A8A-44FA-937C-CD65CF7A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F17732-50D8-4F66-B80B-D8A8D8B4D9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579" y="827997"/>
            <a:ext cx="3609294" cy="190390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696AA1-B1DD-4C75-9AC1-69EE9F65F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7894" y="3396996"/>
            <a:ext cx="464256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0292914-2FCD-4DC7-8DB7-7CA4679159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7556" y="3782735"/>
            <a:ext cx="2763340" cy="259063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F07633-A27B-BE13-B685-84D10B907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7237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etrospecció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e Office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HealthFitness">
      <a:dk1>
        <a:srgbClr val="595959"/>
      </a:dk1>
      <a:lt1>
        <a:sysClr val="window" lastClr="FFFFFF"/>
      </a:lt1>
      <a:dk2>
        <a:srgbClr val="000000"/>
      </a:dk2>
      <a:lt2>
        <a:srgbClr val="DDDDDD"/>
      </a:lt2>
      <a:accent1>
        <a:srgbClr val="87A91B"/>
      </a:accent1>
      <a:accent2>
        <a:srgbClr val="FBCE11"/>
      </a:accent2>
      <a:accent3>
        <a:srgbClr val="446ED8"/>
      </a:accent3>
      <a:accent4>
        <a:srgbClr val="9D22E2"/>
      </a:accent4>
      <a:accent5>
        <a:srgbClr val="FE9E00"/>
      </a:accent5>
      <a:accent6>
        <a:srgbClr val="DF5327"/>
      </a:accent6>
      <a:hlink>
        <a:srgbClr val="446ED8"/>
      </a:hlink>
      <a:folHlink>
        <a:srgbClr val="828282"/>
      </a:folHlink>
    </a:clrScheme>
    <a:fontScheme name="Calibri Light">
      <a:majorFont>
        <a:latin typeface="Calibri Light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5101</TotalTime>
  <Words>1782</Words>
  <Application>Microsoft Macintosh PowerPoint</Application>
  <PresentationFormat>Widescreen</PresentationFormat>
  <Paragraphs>299</Paragraphs>
  <Slides>53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Calibri</vt:lpstr>
      <vt:lpstr>Calibri Light</vt:lpstr>
      <vt:lpstr>Wingdings</vt:lpstr>
      <vt:lpstr>Retrospección</vt:lpstr>
      <vt:lpstr>Métodos de la Investigación Social</vt:lpstr>
      <vt:lpstr>Hemos visto:</vt:lpstr>
      <vt:lpstr>PowerPoint Presentation</vt:lpstr>
      <vt:lpstr>Actividad en grupos:</vt:lpstr>
      <vt:lpstr>1. Observación </vt:lpstr>
      <vt:lpstr>Hagenzieker, 1991</vt:lpstr>
      <vt:lpstr> Tres tipos de procedimientos de observación </vt:lpstr>
      <vt:lpstr>Observación casual</vt:lpstr>
      <vt:lpstr>Observación sistemática</vt:lpstr>
      <vt:lpstr>Observación sistemática</vt:lpstr>
      <vt:lpstr>Aspectos importantes</vt:lpstr>
      <vt:lpstr>Observación participante</vt:lpstr>
      <vt:lpstr>Etnografía</vt:lpstr>
      <vt:lpstr>- Ambigüedad legal sobre las notas de los/as investigadores/as   - ¿Existe el riesgo de “volverse local”?   - ¿En qué medida pueden generalizarse estos resultados?   - ¿El comportamiento observado es indicador de las actitudes de las personas?</vt:lpstr>
      <vt:lpstr>2. Entrevista </vt:lpstr>
      <vt:lpstr>PowerPoint Presentation</vt:lpstr>
      <vt:lpstr>Entrevistas Libres</vt:lpstr>
      <vt:lpstr>Entrevistas Estructuradas</vt:lpstr>
      <vt:lpstr>Entrevistas Semiestructuradas</vt:lpstr>
      <vt:lpstr>Focus Groups o Grupos de Enfoque</vt:lpstr>
      <vt:lpstr>Otras Modalidades</vt:lpstr>
      <vt:lpstr>- ¿El/la entrevistado contesta lo que el/la entrevistador/a quiere escuchar?  - Temas más complicados al inicio de la entrevista  - Utilizar “sondas” cuando sea necesario  - ¿Cómo afectan los aspectos no verbales?  - ¿Qué pasa con temas “sensibles”? </vt:lpstr>
      <vt:lpstr>PowerPoint Presentation</vt:lpstr>
      <vt:lpstr>PowerPoint Presentation</vt:lpstr>
      <vt:lpstr>Limitaciones</vt:lpstr>
      <vt:lpstr>3. Cuestionario </vt:lpstr>
      <vt:lpstr>PowerPoint Presentation</vt:lpstr>
      <vt:lpstr>Consejos Prácticos:</vt:lpstr>
      <vt:lpstr>Limitaciones:</vt:lpstr>
      <vt:lpstr>Para mejorar la calidad de nuestras mediciones en psicología a través de cuestionarios  </vt:lpstr>
      <vt:lpstr>Variable latente  solo un pequeño ejemplo</vt:lpstr>
      <vt:lpstr>Variable latente  (solo un pequeño ejemplo por ahora)</vt:lpstr>
      <vt:lpstr>“There is today, in social science circles, a simple and persistent belief that knowledge about people is avilable simply by asking”   Kellehear, 1993</vt:lpstr>
      <vt:lpstr>Sin embargo…</vt:lpstr>
      <vt:lpstr>Por ejemplo:</vt:lpstr>
      <vt:lpstr>¿Por qué son necesarios estos métodos?</vt:lpstr>
      <vt:lpstr>¿Por qué son necesarios estos métodos?</vt:lpstr>
      <vt:lpstr>¿Por qué son necesarios estos métodos?</vt:lpstr>
      <vt:lpstr>¿Por qué son necesarios estos métodos?</vt:lpstr>
      <vt:lpstr>¿Soluciones?</vt:lpstr>
      <vt:lpstr>Usar técnicas en las que las personas no generen de forma directa y consciente sus propias respuestas </vt:lpstr>
      <vt:lpstr>4. Estudio del Sistema Nervioso </vt:lpstr>
      <vt:lpstr>PowerPoint Presentation</vt:lpstr>
      <vt:lpstr>Neuroimagen y Psicología Social</vt:lpstr>
      <vt:lpstr>Neuroimagen y Prosocialidad</vt:lpstr>
      <vt:lpstr>Psicofisiología</vt:lpstr>
      <vt:lpstr>Electroencefalografía</vt:lpstr>
      <vt:lpstr>Tensión muscular</vt:lpstr>
      <vt:lpstr>Movimiento ocular</vt:lpstr>
      <vt:lpstr>Conductancia de la piel</vt:lpstr>
      <vt:lpstr>Actividad cardiovascular</vt:lpstr>
      <vt:lpstr>En resumen…</vt:lpstr>
      <vt:lpstr>Actividad en U-Cursos: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Metodología de la Investigación en Psicología 2020 </dc:title>
  <dc:creator>Daniel Miranda</dc:creator>
  <cp:lastModifiedBy>DANIEL  ANDRÉS MIRANDA FUENZALIDA</cp:lastModifiedBy>
  <cp:revision>9</cp:revision>
  <dcterms:created xsi:type="dcterms:W3CDTF">2020-08-26T15:23:59Z</dcterms:created>
  <dcterms:modified xsi:type="dcterms:W3CDTF">2026-04-07T01:34:01Z</dcterms:modified>
</cp:coreProperties>
</file>